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82"/>
  </p:notesMasterIdLst>
  <p:handoutMasterIdLst>
    <p:handoutMasterId r:id="rId83"/>
  </p:handoutMasterIdLst>
  <p:sldIdLst>
    <p:sldId id="281" r:id="rId5"/>
    <p:sldId id="365" r:id="rId6"/>
    <p:sldId id="366" r:id="rId7"/>
    <p:sldId id="431" r:id="rId8"/>
    <p:sldId id="353" r:id="rId9"/>
    <p:sldId id="373" r:id="rId10"/>
    <p:sldId id="375" r:id="rId11"/>
    <p:sldId id="374" r:id="rId12"/>
    <p:sldId id="376" r:id="rId13"/>
    <p:sldId id="377" r:id="rId14"/>
    <p:sldId id="378" r:id="rId15"/>
    <p:sldId id="379" r:id="rId16"/>
    <p:sldId id="380" r:id="rId17"/>
    <p:sldId id="381" r:id="rId18"/>
    <p:sldId id="367" r:id="rId19"/>
    <p:sldId id="383" r:id="rId20"/>
    <p:sldId id="384" r:id="rId21"/>
    <p:sldId id="385" r:id="rId22"/>
    <p:sldId id="382" r:id="rId23"/>
    <p:sldId id="389" r:id="rId24"/>
    <p:sldId id="368" r:id="rId25"/>
    <p:sldId id="387" r:id="rId26"/>
    <p:sldId id="424" r:id="rId27"/>
    <p:sldId id="386" r:id="rId28"/>
    <p:sldId id="388" r:id="rId29"/>
    <p:sldId id="392" r:id="rId30"/>
    <p:sldId id="393" r:id="rId31"/>
    <p:sldId id="403" r:id="rId32"/>
    <p:sldId id="442" r:id="rId33"/>
    <p:sldId id="443" r:id="rId34"/>
    <p:sldId id="429" r:id="rId35"/>
    <p:sldId id="370" r:id="rId36"/>
    <p:sldId id="390" r:id="rId37"/>
    <p:sldId id="391" r:id="rId38"/>
    <p:sldId id="395" r:id="rId39"/>
    <p:sldId id="402" r:id="rId40"/>
    <p:sldId id="371" r:id="rId41"/>
    <p:sldId id="361" r:id="rId42"/>
    <p:sldId id="362" r:id="rId43"/>
    <p:sldId id="418" r:id="rId44"/>
    <p:sldId id="363" r:id="rId45"/>
    <p:sldId id="405" r:id="rId46"/>
    <p:sldId id="406" r:id="rId47"/>
    <p:sldId id="425" r:id="rId48"/>
    <p:sldId id="426" r:id="rId49"/>
    <p:sldId id="404" r:id="rId50"/>
    <p:sldId id="428" r:id="rId51"/>
    <p:sldId id="408" r:id="rId52"/>
    <p:sldId id="427" r:id="rId53"/>
    <p:sldId id="437" r:id="rId54"/>
    <p:sldId id="438" r:id="rId55"/>
    <p:sldId id="409" r:id="rId56"/>
    <p:sldId id="410" r:id="rId57"/>
    <p:sldId id="411" r:id="rId58"/>
    <p:sldId id="430" r:id="rId59"/>
    <p:sldId id="432" r:id="rId60"/>
    <p:sldId id="439" r:id="rId61"/>
    <p:sldId id="412" r:id="rId62"/>
    <p:sldId id="415" r:id="rId63"/>
    <p:sldId id="416" r:id="rId64"/>
    <p:sldId id="414" r:id="rId65"/>
    <p:sldId id="435" r:id="rId66"/>
    <p:sldId id="417" r:id="rId67"/>
    <p:sldId id="364" r:id="rId68"/>
    <p:sldId id="401" r:id="rId69"/>
    <p:sldId id="419" r:id="rId70"/>
    <p:sldId id="421" r:id="rId71"/>
    <p:sldId id="440" r:id="rId72"/>
    <p:sldId id="445" r:id="rId73"/>
    <p:sldId id="422" r:id="rId74"/>
    <p:sldId id="423" r:id="rId75"/>
    <p:sldId id="446" r:id="rId76"/>
    <p:sldId id="420" r:id="rId77"/>
    <p:sldId id="433" r:id="rId78"/>
    <p:sldId id="400" r:id="rId79"/>
    <p:sldId id="434" r:id="rId80"/>
    <p:sldId id="356"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60" userDrawn="1">
          <p15:clr>
            <a:srgbClr val="A4A3A4"/>
          </p15:clr>
        </p15:guide>
        <p15:guide id="2" pos="7392"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3DD15A-91C6-4F9F-8DCE-EC902DFFCC8A}" v="117" dt="2024-09-23T20:17:34.2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376" autoAdjust="0"/>
    <p:restoredTop sz="56919" autoAdjust="0"/>
  </p:normalViewPr>
  <p:slideViewPr>
    <p:cSldViewPr snapToGrid="0">
      <p:cViewPr varScale="1">
        <p:scale>
          <a:sx n="82" d="100"/>
          <a:sy n="82" d="100"/>
        </p:scale>
        <p:origin x="470" y="77"/>
      </p:cViewPr>
      <p:guideLst>
        <p:guide pos="360"/>
        <p:guide pos="7392"/>
        <p:guide orient="horz" pos="2160"/>
      </p:guideLst>
    </p:cSldViewPr>
  </p:slideViewPr>
  <p:notesTextViewPr>
    <p:cViewPr>
      <p:scale>
        <a:sx n="1" d="1"/>
        <a:sy n="1" d="1"/>
      </p:scale>
      <p:origin x="0" y="0"/>
    </p:cViewPr>
  </p:notesTextViewPr>
  <p:sorterViewPr>
    <p:cViewPr>
      <p:scale>
        <a:sx n="100" d="100"/>
        <a:sy n="100" d="100"/>
      </p:scale>
      <p:origin x="0" y="-480"/>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microsoft.com/office/2018/10/relationships/authors" Target="author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handoutMaster" Target="handoutMasters/handoutMaster1.xml"/><Relationship Id="rId88"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notesMaster" Target="notesMasters/notesMaster1.xml"/><Relationship Id="rId19"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ovanna Tonazzo" userId="f0c717e3-1c69-45f8-b254-4317ad764897" providerId="ADAL" clId="{253DD15A-91C6-4F9F-8DCE-EC902DFFCC8A}"/>
    <pc:docChg chg="undo custSel addSld delSld modSld sldOrd modMainMaster">
      <pc:chgData name="Giovanna Tonazzo" userId="f0c717e3-1c69-45f8-b254-4317ad764897" providerId="ADAL" clId="{253DD15A-91C6-4F9F-8DCE-EC902DFFCC8A}" dt="2024-09-24T10:34:00.352" v="14437" actId="20577"/>
      <pc:docMkLst>
        <pc:docMk/>
      </pc:docMkLst>
      <pc:sldChg chg="addSp modSp mod setBg">
        <pc:chgData name="Giovanna Tonazzo" userId="f0c717e3-1c69-45f8-b254-4317ad764897" providerId="ADAL" clId="{253DD15A-91C6-4F9F-8DCE-EC902DFFCC8A}" dt="2024-09-23T16:28:00.580" v="13653"/>
        <pc:sldMkLst>
          <pc:docMk/>
          <pc:sldMk cId="183373782" sldId="281"/>
        </pc:sldMkLst>
        <pc:spChg chg="mod">
          <ac:chgData name="Giovanna Tonazzo" userId="f0c717e3-1c69-45f8-b254-4317ad764897" providerId="ADAL" clId="{253DD15A-91C6-4F9F-8DCE-EC902DFFCC8A}" dt="2024-09-21T14:27:00.492" v="9826"/>
          <ac:spMkLst>
            <pc:docMk/>
            <pc:sldMk cId="183373782" sldId="281"/>
            <ac:spMk id="2" creationId="{880D9D20-B4BB-42AA-8DDD-68CC9F1D95DB}"/>
          </ac:spMkLst>
        </pc:spChg>
        <pc:spChg chg="mod">
          <ac:chgData name="Giovanna Tonazzo" userId="f0c717e3-1c69-45f8-b254-4317ad764897" providerId="ADAL" clId="{253DD15A-91C6-4F9F-8DCE-EC902DFFCC8A}" dt="2024-09-21T14:38:24.262" v="9877"/>
          <ac:spMkLst>
            <pc:docMk/>
            <pc:sldMk cId="183373782" sldId="281"/>
            <ac:spMk id="5" creationId="{44173FB5-5B32-B0D5-6019-0BBE80F22116}"/>
          </ac:spMkLst>
        </pc:spChg>
        <pc:spChg chg="add">
          <ac:chgData name="Giovanna Tonazzo" userId="f0c717e3-1c69-45f8-b254-4317ad764897" providerId="ADAL" clId="{253DD15A-91C6-4F9F-8DCE-EC902DFFCC8A}" dt="2024-09-23T16:27:41.164" v="13652"/>
          <ac:spMkLst>
            <pc:docMk/>
            <pc:sldMk cId="183373782" sldId="281"/>
            <ac:spMk id="6" creationId="{127A5404-3133-5837-C600-D9ACF6D0DB0E}"/>
          </ac:spMkLst>
        </pc:spChg>
        <pc:spChg chg="add">
          <ac:chgData name="Giovanna Tonazzo" userId="f0c717e3-1c69-45f8-b254-4317ad764897" providerId="ADAL" clId="{253DD15A-91C6-4F9F-8DCE-EC902DFFCC8A}" dt="2024-09-23T16:28:00.580" v="13653"/>
          <ac:spMkLst>
            <pc:docMk/>
            <pc:sldMk cId="183373782" sldId="281"/>
            <ac:spMk id="7" creationId="{E0839F93-3B6E-E3EB-12F1-47A5CFBADBF4}"/>
          </ac:spMkLst>
        </pc:spChg>
      </pc:sldChg>
      <pc:sldChg chg="modSp">
        <pc:chgData name="Giovanna Tonazzo" userId="f0c717e3-1c69-45f8-b254-4317ad764897" providerId="ADAL" clId="{253DD15A-91C6-4F9F-8DCE-EC902DFFCC8A}" dt="2024-09-21T14:38:24.262" v="9877"/>
        <pc:sldMkLst>
          <pc:docMk/>
          <pc:sldMk cId="2177544562" sldId="353"/>
        </pc:sldMkLst>
        <pc:spChg chg="mod">
          <ac:chgData name="Giovanna Tonazzo" userId="f0c717e3-1c69-45f8-b254-4317ad764897" providerId="ADAL" clId="{253DD15A-91C6-4F9F-8DCE-EC902DFFCC8A}" dt="2024-09-21T14:38:24.262" v="9877"/>
          <ac:spMkLst>
            <pc:docMk/>
            <pc:sldMk cId="2177544562" sldId="353"/>
            <ac:spMk id="2" creationId="{626D3A99-BC9D-4DC2-BE1B-9E2C93EDD294}"/>
          </ac:spMkLst>
        </pc:spChg>
        <pc:spChg chg="mod">
          <ac:chgData name="Giovanna Tonazzo" userId="f0c717e3-1c69-45f8-b254-4317ad764897" providerId="ADAL" clId="{253DD15A-91C6-4F9F-8DCE-EC902DFFCC8A}" dt="2024-09-21T14:38:24.262" v="9877"/>
          <ac:spMkLst>
            <pc:docMk/>
            <pc:sldMk cId="2177544562" sldId="353"/>
            <ac:spMk id="3" creationId="{817D061C-023A-4DD9-8847-DD7718553EA4}"/>
          </ac:spMkLst>
        </pc:spChg>
      </pc:sldChg>
      <pc:sldChg chg="addSp delSp modSp del mod modClrScheme chgLayout">
        <pc:chgData name="Giovanna Tonazzo" userId="f0c717e3-1c69-45f8-b254-4317ad764897" providerId="ADAL" clId="{253DD15A-91C6-4F9F-8DCE-EC902DFFCC8A}" dt="2024-09-17T15:19:58.887" v="6325" actId="2696"/>
        <pc:sldMkLst>
          <pc:docMk/>
          <pc:sldMk cId="41678316" sldId="355"/>
        </pc:sldMkLst>
        <pc:spChg chg="mod ord">
          <ac:chgData name="Giovanna Tonazzo" userId="f0c717e3-1c69-45f8-b254-4317ad764897" providerId="ADAL" clId="{253DD15A-91C6-4F9F-8DCE-EC902DFFCC8A}" dt="2024-09-17T15:18:22.244" v="6314" actId="6264"/>
          <ac:spMkLst>
            <pc:docMk/>
            <pc:sldMk cId="41678316" sldId="355"/>
            <ac:spMk id="2" creationId="{D5F4A85B-2AC6-4E29-B074-AB92F8FA9BB1}"/>
          </ac:spMkLst>
        </pc:spChg>
        <pc:spChg chg="add del mod ord">
          <ac:chgData name="Giovanna Tonazzo" userId="f0c717e3-1c69-45f8-b254-4317ad764897" providerId="ADAL" clId="{253DD15A-91C6-4F9F-8DCE-EC902DFFCC8A}" dt="2024-09-17T15:18:22.244" v="6314" actId="6264"/>
          <ac:spMkLst>
            <pc:docMk/>
            <pc:sldMk cId="41678316" sldId="355"/>
            <ac:spMk id="3" creationId="{6AA9A86E-3E6D-CEFB-0BDF-C269B7796631}"/>
          </ac:spMkLst>
        </pc:spChg>
        <pc:spChg chg="add del mod ord">
          <ac:chgData name="Giovanna Tonazzo" userId="f0c717e3-1c69-45f8-b254-4317ad764897" providerId="ADAL" clId="{253DD15A-91C6-4F9F-8DCE-EC902DFFCC8A}" dt="2024-09-17T15:18:18.363" v="6313" actId="700"/>
          <ac:spMkLst>
            <pc:docMk/>
            <pc:sldMk cId="41678316" sldId="355"/>
            <ac:spMk id="4" creationId="{FC958812-0F43-9D72-ED87-C5CEE12E115F}"/>
          </ac:spMkLst>
        </pc:spChg>
        <pc:spChg chg="add del mod">
          <ac:chgData name="Giovanna Tonazzo" userId="f0c717e3-1c69-45f8-b254-4317ad764897" providerId="ADAL" clId="{253DD15A-91C6-4F9F-8DCE-EC902DFFCC8A}" dt="2024-09-17T15:18:22.244" v="6314" actId="6264"/>
          <ac:spMkLst>
            <pc:docMk/>
            <pc:sldMk cId="41678316" sldId="355"/>
            <ac:spMk id="5" creationId="{14B592E2-6696-C9AD-0F4C-69FAD42DD0AA}"/>
          </ac:spMkLst>
        </pc:spChg>
        <pc:spChg chg="mod ord">
          <ac:chgData name="Giovanna Tonazzo" userId="f0c717e3-1c69-45f8-b254-4317ad764897" providerId="ADAL" clId="{253DD15A-91C6-4F9F-8DCE-EC902DFFCC8A}" dt="2024-09-17T15:18:22.244" v="6314" actId="6264"/>
          <ac:spMkLst>
            <pc:docMk/>
            <pc:sldMk cId="41678316" sldId="355"/>
            <ac:spMk id="6" creationId="{B49FA539-2DA6-4197-AA13-56E0C33955F2}"/>
          </ac:spMkLst>
        </pc:spChg>
        <pc:spChg chg="del">
          <ac:chgData name="Giovanna Tonazzo" userId="f0c717e3-1c69-45f8-b254-4317ad764897" providerId="ADAL" clId="{253DD15A-91C6-4F9F-8DCE-EC902DFFCC8A}" dt="2024-09-17T15:17:24.522" v="6311" actId="700"/>
          <ac:spMkLst>
            <pc:docMk/>
            <pc:sldMk cId="41678316" sldId="355"/>
            <ac:spMk id="7" creationId="{08926B2B-BD21-A5B2-9792-282D62897479}"/>
          </ac:spMkLst>
        </pc:spChg>
        <pc:spChg chg="add del mod">
          <ac:chgData name="Giovanna Tonazzo" userId="f0c717e3-1c69-45f8-b254-4317ad764897" providerId="ADAL" clId="{253DD15A-91C6-4F9F-8DCE-EC902DFFCC8A}" dt="2024-09-17T15:18:22.244" v="6314" actId="6264"/>
          <ac:spMkLst>
            <pc:docMk/>
            <pc:sldMk cId="41678316" sldId="355"/>
            <ac:spMk id="8" creationId="{96FFEFEB-CB1E-8D5D-12F9-DDC9703AB642}"/>
          </ac:spMkLst>
        </pc:spChg>
        <pc:spChg chg="add del mod">
          <ac:chgData name="Giovanna Tonazzo" userId="f0c717e3-1c69-45f8-b254-4317ad764897" providerId="ADAL" clId="{253DD15A-91C6-4F9F-8DCE-EC902DFFCC8A}" dt="2024-09-17T15:18:22.244" v="6314" actId="6264"/>
          <ac:spMkLst>
            <pc:docMk/>
            <pc:sldMk cId="41678316" sldId="355"/>
            <ac:spMk id="9" creationId="{A6A2F650-C85F-7215-58B0-196E37B4C659}"/>
          </ac:spMkLst>
        </pc:spChg>
        <pc:spChg chg="add mod ord">
          <ac:chgData name="Giovanna Tonazzo" userId="f0c717e3-1c69-45f8-b254-4317ad764897" providerId="ADAL" clId="{253DD15A-91C6-4F9F-8DCE-EC902DFFCC8A}" dt="2024-09-17T15:18:22.244" v="6314" actId="6264"/>
          <ac:spMkLst>
            <pc:docMk/>
            <pc:sldMk cId="41678316" sldId="355"/>
            <ac:spMk id="10" creationId="{3EE21482-0D38-FA34-D0EA-46ECFFDF239B}"/>
          </ac:spMkLst>
        </pc:spChg>
        <pc:graphicFrameChg chg="mod ord">
          <ac:chgData name="Giovanna Tonazzo" userId="f0c717e3-1c69-45f8-b254-4317ad764897" providerId="ADAL" clId="{253DD15A-91C6-4F9F-8DCE-EC902DFFCC8A}" dt="2024-09-17T15:19:02.463" v="6317"/>
          <ac:graphicFrameMkLst>
            <pc:docMk/>
            <pc:sldMk cId="41678316" sldId="355"/>
            <ac:graphicFrameMk id="15" creationId="{C70A449D-E6A0-7859-FA80-B2266C60826D}"/>
          </ac:graphicFrameMkLst>
        </pc:graphicFrameChg>
      </pc:sldChg>
      <pc:sldChg chg="addSp delSp modSp mod ord">
        <pc:chgData name="Giovanna Tonazzo" userId="f0c717e3-1c69-45f8-b254-4317ad764897" providerId="ADAL" clId="{253DD15A-91C6-4F9F-8DCE-EC902DFFCC8A}" dt="2024-09-23T21:07:54.825" v="14197" actId="108"/>
        <pc:sldMkLst>
          <pc:docMk/>
          <pc:sldMk cId="236058760" sldId="356"/>
        </pc:sldMkLst>
        <pc:spChg chg="mod">
          <ac:chgData name="Giovanna Tonazzo" userId="f0c717e3-1c69-45f8-b254-4317ad764897" providerId="ADAL" clId="{253DD15A-91C6-4F9F-8DCE-EC902DFFCC8A}" dt="2024-09-21T14:38:24.262" v="9877"/>
          <ac:spMkLst>
            <pc:docMk/>
            <pc:sldMk cId="236058760" sldId="356"/>
            <ac:spMk id="2" creationId="{03EEB919-4F65-4B5E-ADF3-272AD780E102}"/>
          </ac:spMkLst>
        </pc:spChg>
        <pc:spChg chg="mod">
          <ac:chgData name="Giovanna Tonazzo" userId="f0c717e3-1c69-45f8-b254-4317ad764897" providerId="ADAL" clId="{253DD15A-91C6-4F9F-8DCE-EC902DFFCC8A}" dt="2024-09-21T20:28:53.268" v="9978" actId="20577"/>
          <ac:spMkLst>
            <pc:docMk/>
            <pc:sldMk cId="236058760" sldId="356"/>
            <ac:spMk id="3" creationId="{3FF48DDF-62CA-455C-A7CB-AB86D3378A86}"/>
          </ac:spMkLst>
        </pc:spChg>
        <pc:spChg chg="mod">
          <ac:chgData name="Giovanna Tonazzo" userId="f0c717e3-1c69-45f8-b254-4317ad764897" providerId="ADAL" clId="{253DD15A-91C6-4F9F-8DCE-EC902DFFCC8A}" dt="2024-09-21T14:38:24.262" v="9877"/>
          <ac:spMkLst>
            <pc:docMk/>
            <pc:sldMk cId="236058760" sldId="356"/>
            <ac:spMk id="6" creationId="{701FBF44-1F57-4664-8847-9214C41B42E9}"/>
          </ac:spMkLst>
        </pc:spChg>
        <pc:spChg chg="mod">
          <ac:chgData name="Giovanna Tonazzo" userId="f0c717e3-1c69-45f8-b254-4317ad764897" providerId="ADAL" clId="{253DD15A-91C6-4F9F-8DCE-EC902DFFCC8A}" dt="2024-09-23T21:07:54.825" v="14197" actId="108"/>
          <ac:spMkLst>
            <pc:docMk/>
            <pc:sldMk cId="236058760" sldId="356"/>
            <ac:spMk id="8" creationId="{F4813218-DAF0-6A56-C6AC-792DA234C0F2}"/>
          </ac:spMkLst>
        </pc:spChg>
        <pc:spChg chg="mod">
          <ac:chgData name="Giovanna Tonazzo" userId="f0c717e3-1c69-45f8-b254-4317ad764897" providerId="ADAL" clId="{253DD15A-91C6-4F9F-8DCE-EC902DFFCC8A}" dt="2024-09-23T14:56:36.499" v="13551" actId="555"/>
          <ac:spMkLst>
            <pc:docMk/>
            <pc:sldMk cId="236058760" sldId="356"/>
            <ac:spMk id="10" creationId="{71610EC6-88EF-47B3-7176-8B30C915D1EB}"/>
          </ac:spMkLst>
        </pc:spChg>
        <pc:picChg chg="add del mod">
          <ac:chgData name="Giovanna Tonazzo" userId="f0c717e3-1c69-45f8-b254-4317ad764897" providerId="ADAL" clId="{253DD15A-91C6-4F9F-8DCE-EC902DFFCC8A}" dt="2024-09-21T20:06:41.400" v="9926" actId="21"/>
          <ac:picMkLst>
            <pc:docMk/>
            <pc:sldMk cId="236058760" sldId="356"/>
            <ac:picMk id="5" creationId="{A194680F-1AF0-B50F-B0F2-A82F2D9CFB3C}"/>
          </ac:picMkLst>
        </pc:picChg>
        <pc:picChg chg="mod">
          <ac:chgData name="Giovanna Tonazzo" userId="f0c717e3-1c69-45f8-b254-4317ad764897" providerId="ADAL" clId="{253DD15A-91C6-4F9F-8DCE-EC902DFFCC8A}" dt="2024-09-23T21:07:48.675" v="14196" actId="1076"/>
          <ac:picMkLst>
            <pc:docMk/>
            <pc:sldMk cId="236058760" sldId="356"/>
            <ac:picMk id="7" creationId="{1AC33C92-9AF8-B965-1BB0-82253279A305}"/>
          </ac:picMkLst>
        </pc:picChg>
        <pc:picChg chg="mod">
          <ac:chgData name="Giovanna Tonazzo" userId="f0c717e3-1c69-45f8-b254-4317ad764897" providerId="ADAL" clId="{253DD15A-91C6-4F9F-8DCE-EC902DFFCC8A}" dt="2024-09-23T14:56:36.499" v="13551" actId="555"/>
          <ac:picMkLst>
            <pc:docMk/>
            <pc:sldMk cId="236058760" sldId="356"/>
            <ac:picMk id="9" creationId="{AD792E48-A468-33C4-0D31-2A5D11BBBEF7}"/>
          </ac:picMkLst>
        </pc:picChg>
      </pc:sldChg>
      <pc:sldChg chg="del">
        <pc:chgData name="Giovanna Tonazzo" userId="f0c717e3-1c69-45f8-b254-4317ad764897" providerId="ADAL" clId="{253DD15A-91C6-4F9F-8DCE-EC902DFFCC8A}" dt="2024-09-18T12:32:26.366" v="7166" actId="2696"/>
        <pc:sldMkLst>
          <pc:docMk/>
          <pc:sldMk cId="1257752888" sldId="359"/>
        </pc:sldMkLst>
      </pc:sldChg>
      <pc:sldChg chg="modSp mod">
        <pc:chgData name="Giovanna Tonazzo" userId="f0c717e3-1c69-45f8-b254-4317ad764897" providerId="ADAL" clId="{253DD15A-91C6-4F9F-8DCE-EC902DFFCC8A}" dt="2024-09-23T08:16:53.618" v="10773" actId="20577"/>
        <pc:sldMkLst>
          <pc:docMk/>
          <pc:sldMk cId="2964317283" sldId="361"/>
        </pc:sldMkLst>
        <pc:spChg chg="mod">
          <ac:chgData name="Giovanna Tonazzo" userId="f0c717e3-1c69-45f8-b254-4317ad764897" providerId="ADAL" clId="{253DD15A-91C6-4F9F-8DCE-EC902DFFCC8A}" dt="2024-09-21T14:38:24.262" v="9877"/>
          <ac:spMkLst>
            <pc:docMk/>
            <pc:sldMk cId="2964317283" sldId="361"/>
            <ac:spMk id="8" creationId="{817F3C7D-3E39-0BA8-1F4F-0EA28932CBA5}"/>
          </ac:spMkLst>
        </pc:spChg>
        <pc:spChg chg="mod">
          <ac:chgData name="Giovanna Tonazzo" userId="f0c717e3-1c69-45f8-b254-4317ad764897" providerId="ADAL" clId="{253DD15A-91C6-4F9F-8DCE-EC902DFFCC8A}" dt="2024-09-21T14:38:24.262" v="9877"/>
          <ac:spMkLst>
            <pc:docMk/>
            <pc:sldMk cId="2964317283" sldId="361"/>
            <ac:spMk id="34" creationId="{A321551E-04E0-0AEF-B5A5-6A033E9F4251}"/>
          </ac:spMkLst>
        </pc:spChg>
        <pc:spChg chg="mod">
          <ac:chgData name="Giovanna Tonazzo" userId="f0c717e3-1c69-45f8-b254-4317ad764897" providerId="ADAL" clId="{253DD15A-91C6-4F9F-8DCE-EC902DFFCC8A}" dt="2024-09-23T08:16:53.618" v="10773" actId="20577"/>
          <ac:spMkLst>
            <pc:docMk/>
            <pc:sldMk cId="2964317283" sldId="361"/>
            <ac:spMk id="36" creationId="{62A642E9-1669-E5CA-6AAA-98F658216B70}"/>
          </ac:spMkLst>
        </pc:spChg>
        <pc:graphicFrameChg chg="mod modGraphic">
          <ac:chgData name="Giovanna Tonazzo" userId="f0c717e3-1c69-45f8-b254-4317ad764897" providerId="ADAL" clId="{253DD15A-91C6-4F9F-8DCE-EC902DFFCC8A}" dt="2024-09-17T20:29:09.485" v="6987" actId="20577"/>
          <ac:graphicFrameMkLst>
            <pc:docMk/>
            <pc:sldMk cId="2964317283" sldId="361"/>
            <ac:graphicFrameMk id="37" creationId="{B1E4F5F2-6487-555A-4580-93AB2BE2CD24}"/>
          </ac:graphicFrameMkLst>
        </pc:graphicFrameChg>
      </pc:sldChg>
      <pc:sldChg chg="addSp delSp modSp mod setBg delDesignElem">
        <pc:chgData name="Giovanna Tonazzo" userId="f0c717e3-1c69-45f8-b254-4317ad764897" providerId="ADAL" clId="{253DD15A-91C6-4F9F-8DCE-EC902DFFCC8A}" dt="2024-09-23T20:26:21.630" v="14018" actId="20577"/>
        <pc:sldMkLst>
          <pc:docMk/>
          <pc:sldMk cId="2545449242" sldId="362"/>
        </pc:sldMkLst>
        <pc:spChg chg="mod">
          <ac:chgData name="Giovanna Tonazzo" userId="f0c717e3-1c69-45f8-b254-4317ad764897" providerId="ADAL" clId="{253DD15A-91C6-4F9F-8DCE-EC902DFFCC8A}" dt="2024-09-21T14:27:01.438" v="9828"/>
          <ac:spMkLst>
            <pc:docMk/>
            <pc:sldMk cId="2545449242" sldId="362"/>
            <ac:spMk id="8" creationId="{817F3C7D-3E39-0BA8-1F4F-0EA28932CBA5}"/>
          </ac:spMkLst>
        </pc:spChg>
        <pc:spChg chg="mod">
          <ac:chgData name="Giovanna Tonazzo" userId="f0c717e3-1c69-45f8-b254-4317ad764897" providerId="ADAL" clId="{253DD15A-91C6-4F9F-8DCE-EC902DFFCC8A}" dt="2024-09-23T20:26:21.630" v="14018" actId="20577"/>
          <ac:spMkLst>
            <pc:docMk/>
            <pc:sldMk cId="2545449242" sldId="362"/>
            <ac:spMk id="27" creationId="{52FC4AEE-0506-FF91-00ED-25F406967B5B}"/>
          </ac:spMkLst>
        </pc:spChg>
        <pc:spChg chg="add del">
          <ac:chgData name="Giovanna Tonazzo" userId="f0c717e3-1c69-45f8-b254-4317ad764897" providerId="ADAL" clId="{253DD15A-91C6-4F9F-8DCE-EC902DFFCC8A}" dt="2024-09-21T14:38:24.262" v="9877"/>
          <ac:spMkLst>
            <pc:docMk/>
            <pc:sldMk cId="2545449242" sldId="362"/>
            <ac:spMk id="89" creationId="{2D6FBB9D-1CAA-4D05-AB33-BABDFE17B843}"/>
          </ac:spMkLst>
        </pc:spChg>
        <pc:spChg chg="add del">
          <ac:chgData name="Giovanna Tonazzo" userId="f0c717e3-1c69-45f8-b254-4317ad764897" providerId="ADAL" clId="{253DD15A-91C6-4F9F-8DCE-EC902DFFCC8A}" dt="2024-09-21T14:38:24.262" v="9877"/>
          <ac:spMkLst>
            <pc:docMk/>
            <pc:sldMk cId="2545449242" sldId="362"/>
            <ac:spMk id="90" creationId="{04727B71-B4B6-4823-80A1-68C40B475118}"/>
          </ac:spMkLst>
        </pc:spChg>
        <pc:spChg chg="add del">
          <ac:chgData name="Giovanna Tonazzo" userId="f0c717e3-1c69-45f8-b254-4317ad764897" providerId="ADAL" clId="{253DD15A-91C6-4F9F-8DCE-EC902DFFCC8A}" dt="2024-09-21T14:38:24.262" v="9877"/>
          <ac:spMkLst>
            <pc:docMk/>
            <pc:sldMk cId="2545449242" sldId="362"/>
            <ac:spMk id="91" creationId="{79A6DB05-9FB5-4B07-8675-74C23D4FD89D}"/>
          </ac:spMkLst>
        </pc:spChg>
        <pc:spChg chg="add del">
          <ac:chgData name="Giovanna Tonazzo" userId="f0c717e3-1c69-45f8-b254-4317ad764897" providerId="ADAL" clId="{253DD15A-91C6-4F9F-8DCE-EC902DFFCC8A}" dt="2024-09-21T14:38:24.262" v="9877"/>
          <ac:spMkLst>
            <pc:docMk/>
            <pc:sldMk cId="2545449242" sldId="362"/>
            <ac:spMk id="92" creationId="{92468898-5A6E-4D55-85EC-308E785EE06C}"/>
          </ac:spMkLst>
        </pc:spChg>
        <pc:spChg chg="add del">
          <ac:chgData name="Giovanna Tonazzo" userId="f0c717e3-1c69-45f8-b254-4317ad764897" providerId="ADAL" clId="{253DD15A-91C6-4F9F-8DCE-EC902DFFCC8A}" dt="2024-09-21T14:38:24.262" v="9877"/>
          <ac:spMkLst>
            <pc:docMk/>
            <pc:sldMk cId="2545449242" sldId="362"/>
            <ac:spMk id="93" creationId="{3E23A947-2D45-4208-AE2B-64948C87A3EB}"/>
          </ac:spMkLst>
        </pc:spChg>
        <pc:spChg chg="add del">
          <ac:chgData name="Giovanna Tonazzo" userId="f0c717e3-1c69-45f8-b254-4317ad764897" providerId="ADAL" clId="{253DD15A-91C6-4F9F-8DCE-EC902DFFCC8A}" dt="2024-09-21T14:38:24.262" v="9877"/>
          <ac:spMkLst>
            <pc:docMk/>
            <pc:sldMk cId="2545449242" sldId="362"/>
            <ac:spMk id="94" creationId="{E5BBB0F9-6A59-4D02-A9C7-A2D6516684CE}"/>
          </ac:spMkLst>
        </pc:spChg>
      </pc:sldChg>
      <pc:sldChg chg="addSp delSp modSp mod setBg delDesignElem">
        <pc:chgData name="Giovanna Tonazzo" userId="f0c717e3-1c69-45f8-b254-4317ad764897" providerId="ADAL" clId="{253DD15A-91C6-4F9F-8DCE-EC902DFFCC8A}" dt="2024-09-21T14:39:16.091" v="9883"/>
        <pc:sldMkLst>
          <pc:docMk/>
          <pc:sldMk cId="1201183394" sldId="363"/>
        </pc:sldMkLst>
        <pc:spChg chg="mod">
          <ac:chgData name="Giovanna Tonazzo" userId="f0c717e3-1c69-45f8-b254-4317ad764897" providerId="ADAL" clId="{253DD15A-91C6-4F9F-8DCE-EC902DFFCC8A}" dt="2024-09-21T14:27:01.438" v="9828"/>
          <ac:spMkLst>
            <pc:docMk/>
            <pc:sldMk cId="1201183394" sldId="363"/>
            <ac:spMk id="7" creationId="{276DAC84-AF49-159A-73AB-1737557CEC1C}"/>
          </ac:spMkLst>
        </pc:spChg>
        <pc:spChg chg="mod">
          <ac:chgData name="Giovanna Tonazzo" userId="f0c717e3-1c69-45f8-b254-4317ad764897" providerId="ADAL" clId="{253DD15A-91C6-4F9F-8DCE-EC902DFFCC8A}" dt="2024-09-21T14:27:00.492" v="9826"/>
          <ac:spMkLst>
            <pc:docMk/>
            <pc:sldMk cId="1201183394" sldId="363"/>
            <ac:spMk id="20" creationId="{C63624F4-7754-4ACD-3C26-F6F6A180BFF0}"/>
          </ac:spMkLst>
        </pc:spChg>
        <pc:spChg chg="add del">
          <ac:chgData name="Giovanna Tonazzo" userId="f0c717e3-1c69-45f8-b254-4317ad764897" providerId="ADAL" clId="{253DD15A-91C6-4F9F-8DCE-EC902DFFCC8A}" dt="2024-09-21T14:38:24.262" v="9877"/>
          <ac:spMkLst>
            <pc:docMk/>
            <pc:sldMk cId="1201183394" sldId="363"/>
            <ac:spMk id="23" creationId="{2D6FBB9D-1CAA-4D05-AB33-BABDFE17B843}"/>
          </ac:spMkLst>
        </pc:spChg>
        <pc:spChg chg="add del">
          <ac:chgData name="Giovanna Tonazzo" userId="f0c717e3-1c69-45f8-b254-4317ad764897" providerId="ADAL" clId="{253DD15A-91C6-4F9F-8DCE-EC902DFFCC8A}" dt="2024-09-21T14:38:24.262" v="9877"/>
          <ac:spMkLst>
            <pc:docMk/>
            <pc:sldMk cId="1201183394" sldId="363"/>
            <ac:spMk id="25" creationId="{04727B71-B4B6-4823-80A1-68C40B475118}"/>
          </ac:spMkLst>
        </pc:spChg>
        <pc:spChg chg="add del">
          <ac:chgData name="Giovanna Tonazzo" userId="f0c717e3-1c69-45f8-b254-4317ad764897" providerId="ADAL" clId="{253DD15A-91C6-4F9F-8DCE-EC902DFFCC8A}" dt="2024-09-21T14:38:24.262" v="9877"/>
          <ac:spMkLst>
            <pc:docMk/>
            <pc:sldMk cId="1201183394" sldId="363"/>
            <ac:spMk id="27" creationId="{79A6DB05-9FB5-4B07-8675-74C23D4FD89D}"/>
          </ac:spMkLst>
        </pc:spChg>
        <pc:spChg chg="add del">
          <ac:chgData name="Giovanna Tonazzo" userId="f0c717e3-1c69-45f8-b254-4317ad764897" providerId="ADAL" clId="{253DD15A-91C6-4F9F-8DCE-EC902DFFCC8A}" dt="2024-09-21T14:38:24.262" v="9877"/>
          <ac:spMkLst>
            <pc:docMk/>
            <pc:sldMk cId="1201183394" sldId="363"/>
            <ac:spMk id="29" creationId="{385E1BDC-A9B0-4A87-82E3-F3187F69A802}"/>
          </ac:spMkLst>
        </pc:spChg>
        <pc:spChg chg="add del">
          <ac:chgData name="Giovanna Tonazzo" userId="f0c717e3-1c69-45f8-b254-4317ad764897" providerId="ADAL" clId="{253DD15A-91C6-4F9F-8DCE-EC902DFFCC8A}" dt="2024-09-21T14:38:24.262" v="9877"/>
          <ac:spMkLst>
            <pc:docMk/>
            <pc:sldMk cId="1201183394" sldId="363"/>
            <ac:spMk id="31" creationId="{0990C621-3B8B-4820-8328-D47EF7CE823C}"/>
          </ac:spMkLst>
        </pc:spChg>
        <pc:spChg chg="add del">
          <ac:chgData name="Giovanna Tonazzo" userId="f0c717e3-1c69-45f8-b254-4317ad764897" providerId="ADAL" clId="{253DD15A-91C6-4F9F-8DCE-EC902DFFCC8A}" dt="2024-09-21T14:38:24.262" v="9877"/>
          <ac:spMkLst>
            <pc:docMk/>
            <pc:sldMk cId="1201183394" sldId="363"/>
            <ac:spMk id="33" creationId="{C1A2385B-1D2A-4E17-84FA-6CB7F0AAE473}"/>
          </ac:spMkLst>
        </pc:spChg>
        <pc:spChg chg="add del">
          <ac:chgData name="Giovanna Tonazzo" userId="f0c717e3-1c69-45f8-b254-4317ad764897" providerId="ADAL" clId="{253DD15A-91C6-4F9F-8DCE-EC902DFFCC8A}" dt="2024-09-21T14:38:24.262" v="9877"/>
          <ac:spMkLst>
            <pc:docMk/>
            <pc:sldMk cId="1201183394" sldId="363"/>
            <ac:spMk id="35" creationId="{5E791F2F-79DB-4CC0-9FA1-001E3E91E8B7}"/>
          </ac:spMkLst>
        </pc:spChg>
        <pc:picChg chg="mod">
          <ac:chgData name="Giovanna Tonazzo" userId="f0c717e3-1c69-45f8-b254-4317ad764897" providerId="ADAL" clId="{253DD15A-91C6-4F9F-8DCE-EC902DFFCC8A}" dt="2024-09-21T14:27:00.492" v="9826"/>
          <ac:picMkLst>
            <pc:docMk/>
            <pc:sldMk cId="1201183394" sldId="363"/>
            <ac:picMk id="16" creationId="{2709364D-E11F-D16E-6682-FAAA2E912140}"/>
          </ac:picMkLst>
        </pc:picChg>
      </pc:sldChg>
      <pc:sldChg chg="addSp delSp modSp mod setBg modClrScheme delDesignElem chgLayout">
        <pc:chgData name="Giovanna Tonazzo" userId="f0c717e3-1c69-45f8-b254-4317ad764897" providerId="ADAL" clId="{253DD15A-91C6-4F9F-8DCE-EC902DFFCC8A}" dt="2024-09-23T16:39:41.653" v="13701" actId="20577"/>
        <pc:sldMkLst>
          <pc:docMk/>
          <pc:sldMk cId="938989388" sldId="364"/>
        </pc:sldMkLst>
        <pc:spChg chg="add mod ord">
          <ac:chgData name="Giovanna Tonazzo" userId="f0c717e3-1c69-45f8-b254-4317ad764897" providerId="ADAL" clId="{253DD15A-91C6-4F9F-8DCE-EC902DFFCC8A}" dt="2024-09-17T08:59:55.574" v="6144" actId="26606"/>
          <ac:spMkLst>
            <pc:docMk/>
            <pc:sldMk cId="938989388" sldId="364"/>
            <ac:spMk id="2" creationId="{02190123-9182-9B0A-A6E3-F99019A4E736}"/>
          </ac:spMkLst>
        </pc:spChg>
        <pc:spChg chg="add mod ord">
          <ac:chgData name="Giovanna Tonazzo" userId="f0c717e3-1c69-45f8-b254-4317ad764897" providerId="ADAL" clId="{253DD15A-91C6-4F9F-8DCE-EC902DFFCC8A}" dt="2024-09-23T16:39:41.653" v="13701" actId="20577"/>
          <ac:spMkLst>
            <pc:docMk/>
            <pc:sldMk cId="938989388" sldId="364"/>
            <ac:spMk id="3" creationId="{99B77BE8-DAA2-FFBE-0B5E-74682534FA7F}"/>
          </ac:spMkLst>
        </pc:spChg>
        <pc:spChg chg="add del mod ord">
          <ac:chgData name="Giovanna Tonazzo" userId="f0c717e3-1c69-45f8-b254-4317ad764897" providerId="ADAL" clId="{253DD15A-91C6-4F9F-8DCE-EC902DFFCC8A}" dt="2024-09-17T08:52:45.446" v="5919" actId="931"/>
          <ac:spMkLst>
            <pc:docMk/>
            <pc:sldMk cId="938989388" sldId="364"/>
            <ac:spMk id="4" creationId="{D7B6B2E9-31AB-157A-5218-D87FDE7FBE4F}"/>
          </ac:spMkLst>
        </pc:spChg>
        <pc:spChg chg="add del mod ord">
          <ac:chgData name="Giovanna Tonazzo" userId="f0c717e3-1c69-45f8-b254-4317ad764897" providerId="ADAL" clId="{253DD15A-91C6-4F9F-8DCE-EC902DFFCC8A}" dt="2024-09-17T08:52:39.019" v="5916" actId="931"/>
          <ac:spMkLst>
            <pc:docMk/>
            <pc:sldMk cId="938989388" sldId="364"/>
            <ac:spMk id="5" creationId="{239F80E3-7C16-5096-EDDA-4CA025AC7BF3}"/>
          </ac:spMkLst>
        </pc:spChg>
        <pc:spChg chg="mod ord">
          <ac:chgData name="Giovanna Tonazzo" userId="f0c717e3-1c69-45f8-b254-4317ad764897" providerId="ADAL" clId="{253DD15A-91C6-4F9F-8DCE-EC902DFFCC8A}" dt="2024-09-21T14:27:01.438" v="9828"/>
          <ac:spMkLst>
            <pc:docMk/>
            <pc:sldMk cId="938989388" sldId="364"/>
            <ac:spMk id="9" creationId="{B7132135-D9EA-E9DA-61E9-6CF81F99531A}"/>
          </ac:spMkLst>
        </pc:spChg>
        <pc:spChg chg="add del mod">
          <ac:chgData name="Giovanna Tonazzo" userId="f0c717e3-1c69-45f8-b254-4317ad764897" providerId="ADAL" clId="{253DD15A-91C6-4F9F-8DCE-EC902DFFCC8A}" dt="2024-09-17T08:53:15.649" v="5923" actId="931"/>
          <ac:spMkLst>
            <pc:docMk/>
            <pc:sldMk cId="938989388" sldId="364"/>
            <ac:spMk id="12" creationId="{1E52F6CB-E570-FCC9-4135-A7FCCFDBF565}"/>
          </ac:spMkLst>
        </pc:spChg>
        <pc:spChg chg="del mod ord">
          <ac:chgData name="Giovanna Tonazzo" userId="f0c717e3-1c69-45f8-b254-4317ad764897" providerId="ADAL" clId="{253DD15A-91C6-4F9F-8DCE-EC902DFFCC8A}" dt="2024-09-17T08:49:02.083" v="5822" actId="700"/>
          <ac:spMkLst>
            <pc:docMk/>
            <pc:sldMk cId="938989388" sldId="364"/>
            <ac:spMk id="17" creationId="{36CDFCE6-BEF3-94CD-1CB9-513C1D6C8B9C}"/>
          </ac:spMkLst>
        </pc:spChg>
        <pc:spChg chg="add del">
          <ac:chgData name="Giovanna Tonazzo" userId="f0c717e3-1c69-45f8-b254-4317ad764897" providerId="ADAL" clId="{253DD15A-91C6-4F9F-8DCE-EC902DFFCC8A}" dt="2024-09-17T08:54:33.979" v="5941" actId="26606"/>
          <ac:spMkLst>
            <pc:docMk/>
            <pc:sldMk cId="938989388" sldId="364"/>
            <ac:spMk id="18" creationId="{79A6DB05-9FB5-4B07-8675-74C23D4FD89D}"/>
          </ac:spMkLst>
        </pc:spChg>
        <pc:spChg chg="add del">
          <ac:chgData name="Giovanna Tonazzo" userId="f0c717e3-1c69-45f8-b254-4317ad764897" providerId="ADAL" clId="{253DD15A-91C6-4F9F-8DCE-EC902DFFCC8A}" dt="2024-09-17T08:54:33.979" v="5941" actId="26606"/>
          <ac:spMkLst>
            <pc:docMk/>
            <pc:sldMk cId="938989388" sldId="364"/>
            <ac:spMk id="19" creationId="{DB90EDA9-2517-46EC-B6D4-3918D04786C1}"/>
          </ac:spMkLst>
        </pc:spChg>
        <pc:spChg chg="add del">
          <ac:chgData name="Giovanna Tonazzo" userId="f0c717e3-1c69-45f8-b254-4317ad764897" providerId="ADAL" clId="{253DD15A-91C6-4F9F-8DCE-EC902DFFCC8A}" dt="2024-09-17T08:54:33.979" v="5941" actId="26606"/>
          <ac:spMkLst>
            <pc:docMk/>
            <pc:sldMk cId="938989388" sldId="364"/>
            <ac:spMk id="20" creationId="{2D6FBB9D-1CAA-4D05-AB33-BABDFE17B843}"/>
          </ac:spMkLst>
        </pc:spChg>
        <pc:spChg chg="add del">
          <ac:chgData name="Giovanna Tonazzo" userId="f0c717e3-1c69-45f8-b254-4317ad764897" providerId="ADAL" clId="{253DD15A-91C6-4F9F-8DCE-EC902DFFCC8A}" dt="2024-09-17T08:59:44.294" v="6143" actId="26606"/>
          <ac:spMkLst>
            <pc:docMk/>
            <pc:sldMk cId="938989388" sldId="364"/>
            <ac:spMk id="21" creationId="{2D6FBB9D-1CAA-4D05-AB33-BABDFE17B843}"/>
          </ac:spMkLst>
        </pc:spChg>
        <pc:spChg chg="add del">
          <ac:chgData name="Giovanna Tonazzo" userId="f0c717e3-1c69-45f8-b254-4317ad764897" providerId="ADAL" clId="{253DD15A-91C6-4F9F-8DCE-EC902DFFCC8A}" dt="2024-09-17T08:54:33.979" v="5941" actId="26606"/>
          <ac:spMkLst>
            <pc:docMk/>
            <pc:sldMk cId="938989388" sldId="364"/>
            <ac:spMk id="22" creationId="{04727B71-B4B6-4823-80A1-68C40B475118}"/>
          </ac:spMkLst>
        </pc:spChg>
        <pc:spChg chg="add del">
          <ac:chgData name="Giovanna Tonazzo" userId="f0c717e3-1c69-45f8-b254-4317ad764897" providerId="ADAL" clId="{253DD15A-91C6-4F9F-8DCE-EC902DFFCC8A}" dt="2024-09-17T08:59:44.294" v="6143" actId="26606"/>
          <ac:spMkLst>
            <pc:docMk/>
            <pc:sldMk cId="938989388" sldId="364"/>
            <ac:spMk id="23" creationId="{04727B71-B4B6-4823-80A1-68C40B475118}"/>
          </ac:spMkLst>
        </pc:spChg>
        <pc:spChg chg="del">
          <ac:chgData name="Giovanna Tonazzo" userId="f0c717e3-1c69-45f8-b254-4317ad764897" providerId="ADAL" clId="{253DD15A-91C6-4F9F-8DCE-EC902DFFCC8A}" dt="2024-09-17T08:49:02.083" v="5822" actId="700"/>
          <ac:spMkLst>
            <pc:docMk/>
            <pc:sldMk cId="938989388" sldId="364"/>
            <ac:spMk id="24" creationId="{8D9CE0F4-2EB2-4F1F-8AAC-DB3571D9FE10}"/>
          </ac:spMkLst>
        </pc:spChg>
        <pc:spChg chg="del">
          <ac:chgData name="Giovanna Tonazzo" userId="f0c717e3-1c69-45f8-b254-4317ad764897" providerId="ADAL" clId="{253DD15A-91C6-4F9F-8DCE-EC902DFFCC8A}" dt="2024-09-17T08:49:02.083" v="5822" actId="700"/>
          <ac:spMkLst>
            <pc:docMk/>
            <pc:sldMk cId="938989388" sldId="364"/>
            <ac:spMk id="25" creationId="{0B9EE3F3-89B7-43C3-8651-C4C96830993D}"/>
          </ac:spMkLst>
        </pc:spChg>
        <pc:spChg chg="del mod ord">
          <ac:chgData name="Giovanna Tonazzo" userId="f0c717e3-1c69-45f8-b254-4317ad764897" providerId="ADAL" clId="{253DD15A-91C6-4F9F-8DCE-EC902DFFCC8A}" dt="2024-09-17T08:49:02.083" v="5822" actId="700"/>
          <ac:spMkLst>
            <pc:docMk/>
            <pc:sldMk cId="938989388" sldId="364"/>
            <ac:spMk id="26" creationId="{6311C359-B00A-35FE-AF5E-9AA82792DD32}"/>
          </ac:spMkLst>
        </pc:spChg>
        <pc:spChg chg="del">
          <ac:chgData name="Giovanna Tonazzo" userId="f0c717e3-1c69-45f8-b254-4317ad764897" providerId="ADAL" clId="{253DD15A-91C6-4F9F-8DCE-EC902DFFCC8A}" dt="2024-09-17T08:49:02.083" v="5822" actId="700"/>
          <ac:spMkLst>
            <pc:docMk/>
            <pc:sldMk cId="938989388" sldId="364"/>
            <ac:spMk id="27" creationId="{33AE4636-AEEC-45D6-84D4-7AC2DA48ECF8}"/>
          </ac:spMkLst>
        </pc:spChg>
        <pc:spChg chg="add del">
          <ac:chgData name="Giovanna Tonazzo" userId="f0c717e3-1c69-45f8-b254-4317ad764897" providerId="ADAL" clId="{253DD15A-91C6-4F9F-8DCE-EC902DFFCC8A}" dt="2024-09-17T08:54:33.979" v="5941" actId="26606"/>
          <ac:spMkLst>
            <pc:docMk/>
            <pc:sldMk cId="938989388" sldId="364"/>
            <ac:spMk id="28" creationId="{D449B1F2-532C-44C7-8AC7-28EA15EE02CB}"/>
          </ac:spMkLst>
        </pc:spChg>
        <pc:spChg chg="add del">
          <ac:chgData name="Giovanna Tonazzo" userId="f0c717e3-1c69-45f8-b254-4317ad764897" providerId="ADAL" clId="{253DD15A-91C6-4F9F-8DCE-EC902DFFCC8A}" dt="2024-09-17T08:59:44.294" v="6143" actId="26606"/>
          <ac:spMkLst>
            <pc:docMk/>
            <pc:sldMk cId="938989388" sldId="364"/>
            <ac:spMk id="29" creationId="{79A6DB05-9FB5-4B07-8675-74C23D4FD89D}"/>
          </ac:spMkLst>
        </pc:spChg>
        <pc:spChg chg="add del">
          <ac:chgData name="Giovanna Tonazzo" userId="f0c717e3-1c69-45f8-b254-4317ad764897" providerId="ADAL" clId="{253DD15A-91C6-4F9F-8DCE-EC902DFFCC8A}" dt="2024-09-17T08:54:33.979" v="5941" actId="26606"/>
          <ac:spMkLst>
            <pc:docMk/>
            <pc:sldMk cId="938989388" sldId="364"/>
            <ac:spMk id="30" creationId="{EE7D3784-5CF9-4282-9B1C-523957852BF6}"/>
          </ac:spMkLst>
        </pc:spChg>
        <pc:spChg chg="add del">
          <ac:chgData name="Giovanna Tonazzo" userId="f0c717e3-1c69-45f8-b254-4317ad764897" providerId="ADAL" clId="{253DD15A-91C6-4F9F-8DCE-EC902DFFCC8A}" dt="2024-09-17T08:59:44.294" v="6143" actId="26606"/>
          <ac:spMkLst>
            <pc:docMk/>
            <pc:sldMk cId="938989388" sldId="364"/>
            <ac:spMk id="31" creationId="{38468727-63BE-4191-B4A6-C30C82C0E986}"/>
          </ac:spMkLst>
        </pc:spChg>
        <pc:spChg chg="add del">
          <ac:chgData name="Giovanna Tonazzo" userId="f0c717e3-1c69-45f8-b254-4317ad764897" providerId="ADAL" clId="{253DD15A-91C6-4F9F-8DCE-EC902DFFCC8A}" dt="2024-09-17T08:59:44.294" v="6143" actId="26606"/>
          <ac:spMkLst>
            <pc:docMk/>
            <pc:sldMk cId="938989388" sldId="364"/>
            <ac:spMk id="32" creationId="{9D355BB6-1BB8-4828-B246-CFB31742D7B8}"/>
          </ac:spMkLst>
        </pc:spChg>
        <pc:spChg chg="add del">
          <ac:chgData name="Giovanna Tonazzo" userId="f0c717e3-1c69-45f8-b254-4317ad764897" providerId="ADAL" clId="{253DD15A-91C6-4F9F-8DCE-EC902DFFCC8A}" dt="2024-09-17T08:59:44.294" v="6143" actId="26606"/>
          <ac:spMkLst>
            <pc:docMk/>
            <pc:sldMk cId="938989388" sldId="364"/>
            <ac:spMk id="33" creationId="{CA52A9B9-B2B3-46F0-9D53-0EFF9905BF8F}"/>
          </ac:spMkLst>
        </pc:spChg>
        <pc:spChg chg="add del">
          <ac:chgData name="Giovanna Tonazzo" userId="f0c717e3-1c69-45f8-b254-4317ad764897" providerId="ADAL" clId="{253DD15A-91C6-4F9F-8DCE-EC902DFFCC8A}" dt="2024-09-21T14:38:24.262" v="9877"/>
          <ac:spMkLst>
            <pc:docMk/>
            <pc:sldMk cId="938989388" sldId="364"/>
            <ac:spMk id="34" creationId="{2D6FBB9D-1CAA-4D05-AB33-BABDFE17B843}"/>
          </ac:spMkLst>
        </pc:spChg>
        <pc:spChg chg="add del">
          <ac:chgData name="Giovanna Tonazzo" userId="f0c717e3-1c69-45f8-b254-4317ad764897" providerId="ADAL" clId="{253DD15A-91C6-4F9F-8DCE-EC902DFFCC8A}" dt="2024-09-21T14:38:24.262" v="9877"/>
          <ac:spMkLst>
            <pc:docMk/>
            <pc:sldMk cId="938989388" sldId="364"/>
            <ac:spMk id="35" creationId="{04727B71-B4B6-4823-80A1-68C40B475118}"/>
          </ac:spMkLst>
        </pc:spChg>
        <pc:spChg chg="add del">
          <ac:chgData name="Giovanna Tonazzo" userId="f0c717e3-1c69-45f8-b254-4317ad764897" providerId="ADAL" clId="{253DD15A-91C6-4F9F-8DCE-EC902DFFCC8A}" dt="2024-09-21T14:38:24.262" v="9877"/>
          <ac:spMkLst>
            <pc:docMk/>
            <pc:sldMk cId="938989388" sldId="364"/>
            <ac:spMk id="36" creationId="{79A6DB05-9FB5-4B07-8675-74C23D4FD89D}"/>
          </ac:spMkLst>
        </pc:spChg>
        <pc:spChg chg="add del">
          <ac:chgData name="Giovanna Tonazzo" userId="f0c717e3-1c69-45f8-b254-4317ad764897" providerId="ADAL" clId="{253DD15A-91C6-4F9F-8DCE-EC902DFFCC8A}" dt="2024-09-21T14:38:24.262" v="9877"/>
          <ac:spMkLst>
            <pc:docMk/>
            <pc:sldMk cId="938989388" sldId="364"/>
            <ac:spMk id="37" creationId="{385E1BDC-A9B0-4A87-82E3-F3187F69A802}"/>
          </ac:spMkLst>
        </pc:spChg>
        <pc:spChg chg="add del">
          <ac:chgData name="Giovanna Tonazzo" userId="f0c717e3-1c69-45f8-b254-4317ad764897" providerId="ADAL" clId="{253DD15A-91C6-4F9F-8DCE-EC902DFFCC8A}" dt="2024-09-21T14:38:24.262" v="9877"/>
          <ac:spMkLst>
            <pc:docMk/>
            <pc:sldMk cId="938989388" sldId="364"/>
            <ac:spMk id="38" creationId="{0990C621-3B8B-4820-8328-D47EF7CE823C}"/>
          </ac:spMkLst>
        </pc:spChg>
        <pc:spChg chg="add del">
          <ac:chgData name="Giovanna Tonazzo" userId="f0c717e3-1c69-45f8-b254-4317ad764897" providerId="ADAL" clId="{253DD15A-91C6-4F9F-8DCE-EC902DFFCC8A}" dt="2024-09-21T14:38:24.262" v="9877"/>
          <ac:spMkLst>
            <pc:docMk/>
            <pc:sldMk cId="938989388" sldId="364"/>
            <ac:spMk id="39" creationId="{C1A2385B-1D2A-4E17-84FA-6CB7F0AAE473}"/>
          </ac:spMkLst>
        </pc:spChg>
        <pc:spChg chg="add del">
          <ac:chgData name="Giovanna Tonazzo" userId="f0c717e3-1c69-45f8-b254-4317ad764897" providerId="ADAL" clId="{253DD15A-91C6-4F9F-8DCE-EC902DFFCC8A}" dt="2024-09-21T14:38:24.262" v="9877"/>
          <ac:spMkLst>
            <pc:docMk/>
            <pc:sldMk cId="938989388" sldId="364"/>
            <ac:spMk id="40" creationId="{5E791F2F-79DB-4CC0-9FA1-001E3E91E8B7}"/>
          </ac:spMkLst>
        </pc:spChg>
        <pc:picChg chg="add mod ord">
          <ac:chgData name="Giovanna Tonazzo" userId="f0c717e3-1c69-45f8-b254-4317ad764897" providerId="ADAL" clId="{253DD15A-91C6-4F9F-8DCE-EC902DFFCC8A}" dt="2024-09-17T09:00:43.656" v="6153" actId="1076"/>
          <ac:picMkLst>
            <pc:docMk/>
            <pc:sldMk cId="938989388" sldId="364"/>
            <ac:picMk id="7" creationId="{0935CA19-00F5-3C46-FF15-4552817DB538}"/>
          </ac:picMkLst>
        </pc:picChg>
        <pc:picChg chg="add del mod">
          <ac:chgData name="Giovanna Tonazzo" userId="f0c717e3-1c69-45f8-b254-4317ad764897" providerId="ADAL" clId="{253DD15A-91C6-4F9F-8DCE-EC902DFFCC8A}" dt="2024-09-17T08:52:56.912" v="5921" actId="478"/>
          <ac:picMkLst>
            <pc:docMk/>
            <pc:sldMk cId="938989388" sldId="364"/>
            <ac:picMk id="10" creationId="{A1AC7101-B5DE-7753-A0A2-9349E30051C3}"/>
          </ac:picMkLst>
        </pc:picChg>
        <pc:picChg chg="del">
          <ac:chgData name="Giovanna Tonazzo" userId="f0c717e3-1c69-45f8-b254-4317ad764897" providerId="ADAL" clId="{253DD15A-91C6-4F9F-8DCE-EC902DFFCC8A}" dt="2024-09-17T08:49:09.193" v="5823" actId="478"/>
          <ac:picMkLst>
            <pc:docMk/>
            <pc:sldMk cId="938989388" sldId="364"/>
            <ac:picMk id="13" creationId="{C5298FF5-AF59-968E-C324-AFB68079986D}"/>
          </ac:picMkLst>
        </pc:picChg>
        <pc:picChg chg="add mod modCrop">
          <ac:chgData name="Giovanna Tonazzo" userId="f0c717e3-1c69-45f8-b254-4317ad764897" providerId="ADAL" clId="{253DD15A-91C6-4F9F-8DCE-EC902DFFCC8A}" dt="2024-09-17T16:38:28.338" v="6394" actId="1076"/>
          <ac:picMkLst>
            <pc:docMk/>
            <pc:sldMk cId="938989388" sldId="364"/>
            <ac:picMk id="15" creationId="{0ABD0EAD-A3D9-0CF8-DE53-A3DC4B912546}"/>
          </ac:picMkLst>
        </pc:picChg>
      </pc:sldChg>
      <pc:sldChg chg="modSp mod chgLayout">
        <pc:chgData name="Giovanna Tonazzo" userId="f0c717e3-1c69-45f8-b254-4317ad764897" providerId="ADAL" clId="{253DD15A-91C6-4F9F-8DCE-EC902DFFCC8A}" dt="2024-09-24T10:28:27.259" v="14429" actId="20577"/>
        <pc:sldMkLst>
          <pc:docMk/>
          <pc:sldMk cId="856089548" sldId="365"/>
        </pc:sldMkLst>
        <pc:spChg chg="mod ord">
          <ac:chgData name="Giovanna Tonazzo" userId="f0c717e3-1c69-45f8-b254-4317ad764897" providerId="ADAL" clId="{253DD15A-91C6-4F9F-8DCE-EC902DFFCC8A}" dt="2024-09-23T17:32:19.460" v="13745" actId="700"/>
          <ac:spMkLst>
            <pc:docMk/>
            <pc:sldMk cId="856089548" sldId="365"/>
            <ac:spMk id="6" creationId="{CBB539FB-3FB8-2398-BDC3-FFD4FE918745}"/>
          </ac:spMkLst>
        </pc:spChg>
        <pc:spChg chg="mod ord">
          <ac:chgData name="Giovanna Tonazzo" userId="f0c717e3-1c69-45f8-b254-4317ad764897" providerId="ADAL" clId="{253DD15A-91C6-4F9F-8DCE-EC902DFFCC8A}" dt="2024-09-23T17:32:19.460" v="13745" actId="700"/>
          <ac:spMkLst>
            <pc:docMk/>
            <pc:sldMk cId="856089548" sldId="365"/>
            <ac:spMk id="8" creationId="{D071E010-E143-33E8-979F-935316674BE4}"/>
          </ac:spMkLst>
        </pc:spChg>
        <pc:spChg chg="mod ord">
          <ac:chgData name="Giovanna Tonazzo" userId="f0c717e3-1c69-45f8-b254-4317ad764897" providerId="ADAL" clId="{253DD15A-91C6-4F9F-8DCE-EC902DFFCC8A}" dt="2024-09-24T10:28:27.259" v="14429" actId="20577"/>
          <ac:spMkLst>
            <pc:docMk/>
            <pc:sldMk cId="856089548" sldId="365"/>
            <ac:spMk id="9" creationId="{68F0A5CD-8DDD-4C13-EB90-E757442B4EAF}"/>
          </ac:spMkLst>
        </pc:spChg>
      </pc:sldChg>
      <pc:sldChg chg="addSp delSp modSp mod chgLayout">
        <pc:chgData name="Giovanna Tonazzo" userId="f0c717e3-1c69-45f8-b254-4317ad764897" providerId="ADAL" clId="{253DD15A-91C6-4F9F-8DCE-EC902DFFCC8A}" dt="2024-09-23T19:25:45.324" v="13820" actId="12"/>
        <pc:sldMkLst>
          <pc:docMk/>
          <pc:sldMk cId="2787864321" sldId="366"/>
        </pc:sldMkLst>
        <pc:spChg chg="mod ord">
          <ac:chgData name="Giovanna Tonazzo" userId="f0c717e3-1c69-45f8-b254-4317ad764897" providerId="ADAL" clId="{253DD15A-91C6-4F9F-8DCE-EC902DFFCC8A}" dt="2024-09-23T17:32:26.993" v="13747" actId="700"/>
          <ac:spMkLst>
            <pc:docMk/>
            <pc:sldMk cId="2787864321" sldId="366"/>
            <ac:spMk id="6" creationId="{CBB539FB-3FB8-2398-BDC3-FFD4FE918745}"/>
          </ac:spMkLst>
        </pc:spChg>
        <pc:spChg chg="add del mod">
          <ac:chgData name="Giovanna Tonazzo" userId="f0c717e3-1c69-45f8-b254-4317ad764897" providerId="ADAL" clId="{253DD15A-91C6-4F9F-8DCE-EC902DFFCC8A}" dt="2024-09-22T08:11:31.114" v="9990" actId="478"/>
          <ac:spMkLst>
            <pc:docMk/>
            <pc:sldMk cId="2787864321" sldId="366"/>
            <ac:spMk id="7" creationId="{D92DF12B-238E-1C4E-891A-06B63E5E68D8}"/>
          </ac:spMkLst>
        </pc:spChg>
        <pc:spChg chg="mod ord">
          <ac:chgData name="Giovanna Tonazzo" userId="f0c717e3-1c69-45f8-b254-4317ad764897" providerId="ADAL" clId="{253DD15A-91C6-4F9F-8DCE-EC902DFFCC8A}" dt="2024-09-23T17:32:26.993" v="13747" actId="700"/>
          <ac:spMkLst>
            <pc:docMk/>
            <pc:sldMk cId="2787864321" sldId="366"/>
            <ac:spMk id="8" creationId="{D071E010-E143-33E8-979F-935316674BE4}"/>
          </ac:spMkLst>
        </pc:spChg>
        <pc:spChg chg="mod ord">
          <ac:chgData name="Giovanna Tonazzo" userId="f0c717e3-1c69-45f8-b254-4317ad764897" providerId="ADAL" clId="{253DD15A-91C6-4F9F-8DCE-EC902DFFCC8A}" dt="2024-09-23T19:25:45.324" v="13820" actId="12"/>
          <ac:spMkLst>
            <pc:docMk/>
            <pc:sldMk cId="2787864321" sldId="366"/>
            <ac:spMk id="9" creationId="{68F0A5CD-8DDD-4C13-EB90-E757442B4EAF}"/>
          </ac:spMkLst>
        </pc:spChg>
      </pc:sldChg>
      <pc:sldChg chg="modSp mod">
        <pc:chgData name="Giovanna Tonazzo" userId="f0c717e3-1c69-45f8-b254-4317ad764897" providerId="ADAL" clId="{253DD15A-91C6-4F9F-8DCE-EC902DFFCC8A}" dt="2024-09-21T14:38:24.262" v="9877"/>
        <pc:sldMkLst>
          <pc:docMk/>
          <pc:sldMk cId="3078803224" sldId="367"/>
        </pc:sldMkLst>
        <pc:spChg chg="mod">
          <ac:chgData name="Giovanna Tonazzo" userId="f0c717e3-1c69-45f8-b254-4317ad764897" providerId="ADAL" clId="{253DD15A-91C6-4F9F-8DCE-EC902DFFCC8A}" dt="2024-09-21T14:38:24.262" v="9877"/>
          <ac:spMkLst>
            <pc:docMk/>
            <pc:sldMk cId="3078803224" sldId="367"/>
            <ac:spMk id="2" creationId="{626D3A99-BC9D-4DC2-BE1B-9E2C93EDD294}"/>
          </ac:spMkLst>
        </pc:spChg>
        <pc:spChg chg="mod">
          <ac:chgData name="Giovanna Tonazzo" userId="f0c717e3-1c69-45f8-b254-4317ad764897" providerId="ADAL" clId="{253DD15A-91C6-4F9F-8DCE-EC902DFFCC8A}" dt="2024-09-21T14:38:24.262" v="9877"/>
          <ac:spMkLst>
            <pc:docMk/>
            <pc:sldMk cId="3078803224" sldId="367"/>
            <ac:spMk id="3" creationId="{817D061C-023A-4DD9-8847-DD7718553EA4}"/>
          </ac:spMkLst>
        </pc:spChg>
      </pc:sldChg>
      <pc:sldChg chg="modSp mod">
        <pc:chgData name="Giovanna Tonazzo" userId="f0c717e3-1c69-45f8-b254-4317ad764897" providerId="ADAL" clId="{253DD15A-91C6-4F9F-8DCE-EC902DFFCC8A}" dt="2024-09-21T14:38:24.262" v="9877"/>
        <pc:sldMkLst>
          <pc:docMk/>
          <pc:sldMk cId="3218114038" sldId="368"/>
        </pc:sldMkLst>
        <pc:spChg chg="mod">
          <ac:chgData name="Giovanna Tonazzo" userId="f0c717e3-1c69-45f8-b254-4317ad764897" providerId="ADAL" clId="{253DD15A-91C6-4F9F-8DCE-EC902DFFCC8A}" dt="2024-09-21T14:38:24.262" v="9877"/>
          <ac:spMkLst>
            <pc:docMk/>
            <pc:sldMk cId="3218114038" sldId="368"/>
            <ac:spMk id="2" creationId="{626D3A99-BC9D-4DC2-BE1B-9E2C93EDD294}"/>
          </ac:spMkLst>
        </pc:spChg>
        <pc:spChg chg="mod">
          <ac:chgData name="Giovanna Tonazzo" userId="f0c717e3-1c69-45f8-b254-4317ad764897" providerId="ADAL" clId="{253DD15A-91C6-4F9F-8DCE-EC902DFFCC8A}" dt="2024-09-21T14:38:24.262" v="9877"/>
          <ac:spMkLst>
            <pc:docMk/>
            <pc:sldMk cId="3218114038" sldId="368"/>
            <ac:spMk id="3" creationId="{817D061C-023A-4DD9-8847-DD7718553EA4}"/>
          </ac:spMkLst>
        </pc:spChg>
      </pc:sldChg>
      <pc:sldChg chg="modSp">
        <pc:chgData name="Giovanna Tonazzo" userId="f0c717e3-1c69-45f8-b254-4317ad764897" providerId="ADAL" clId="{253DD15A-91C6-4F9F-8DCE-EC902DFFCC8A}" dt="2024-09-21T14:38:24.262" v="9877"/>
        <pc:sldMkLst>
          <pc:docMk/>
          <pc:sldMk cId="2233880531" sldId="370"/>
        </pc:sldMkLst>
        <pc:spChg chg="mod">
          <ac:chgData name="Giovanna Tonazzo" userId="f0c717e3-1c69-45f8-b254-4317ad764897" providerId="ADAL" clId="{253DD15A-91C6-4F9F-8DCE-EC902DFFCC8A}" dt="2024-09-21T14:38:24.262" v="9877"/>
          <ac:spMkLst>
            <pc:docMk/>
            <pc:sldMk cId="2233880531" sldId="370"/>
            <ac:spMk id="2" creationId="{626D3A99-BC9D-4DC2-BE1B-9E2C93EDD294}"/>
          </ac:spMkLst>
        </pc:spChg>
        <pc:spChg chg="mod">
          <ac:chgData name="Giovanna Tonazzo" userId="f0c717e3-1c69-45f8-b254-4317ad764897" providerId="ADAL" clId="{253DD15A-91C6-4F9F-8DCE-EC902DFFCC8A}" dt="2024-09-21T14:38:24.262" v="9877"/>
          <ac:spMkLst>
            <pc:docMk/>
            <pc:sldMk cId="2233880531" sldId="370"/>
            <ac:spMk id="3" creationId="{817D061C-023A-4DD9-8847-DD7718553EA4}"/>
          </ac:spMkLst>
        </pc:spChg>
      </pc:sldChg>
      <pc:sldChg chg="modSp mod">
        <pc:chgData name="Giovanna Tonazzo" userId="f0c717e3-1c69-45f8-b254-4317ad764897" providerId="ADAL" clId="{253DD15A-91C6-4F9F-8DCE-EC902DFFCC8A}" dt="2024-09-21T14:38:24.262" v="9877"/>
        <pc:sldMkLst>
          <pc:docMk/>
          <pc:sldMk cId="2316556934" sldId="371"/>
        </pc:sldMkLst>
        <pc:spChg chg="mod">
          <ac:chgData name="Giovanna Tonazzo" userId="f0c717e3-1c69-45f8-b254-4317ad764897" providerId="ADAL" clId="{253DD15A-91C6-4F9F-8DCE-EC902DFFCC8A}" dt="2024-09-21T14:38:24.262" v="9877"/>
          <ac:spMkLst>
            <pc:docMk/>
            <pc:sldMk cId="2316556934" sldId="371"/>
            <ac:spMk id="2" creationId="{0F9DE289-E8F6-6F0A-4C49-616B1EEA3644}"/>
          </ac:spMkLst>
        </pc:spChg>
        <pc:spChg chg="mod">
          <ac:chgData name="Giovanna Tonazzo" userId="f0c717e3-1c69-45f8-b254-4317ad764897" providerId="ADAL" clId="{253DD15A-91C6-4F9F-8DCE-EC902DFFCC8A}" dt="2024-09-21T14:38:24.262" v="9877"/>
          <ac:spMkLst>
            <pc:docMk/>
            <pc:sldMk cId="2316556934" sldId="371"/>
            <ac:spMk id="3" creationId="{9339F50B-D882-2F96-3CD6-27A6A9566DF4}"/>
          </ac:spMkLst>
        </pc:spChg>
      </pc:sldChg>
      <pc:sldChg chg="del">
        <pc:chgData name="Giovanna Tonazzo" userId="f0c717e3-1c69-45f8-b254-4317ad764897" providerId="ADAL" clId="{253DD15A-91C6-4F9F-8DCE-EC902DFFCC8A}" dt="2024-09-17T13:27:06.596" v="6309" actId="2696"/>
        <pc:sldMkLst>
          <pc:docMk/>
          <pc:sldMk cId="1784905454" sldId="372"/>
        </pc:sldMkLst>
      </pc:sldChg>
      <pc:sldChg chg="modSp mod">
        <pc:chgData name="Giovanna Tonazzo" userId="f0c717e3-1c69-45f8-b254-4317ad764897" providerId="ADAL" clId="{253DD15A-91C6-4F9F-8DCE-EC902DFFCC8A}" dt="2024-09-23T19:25:56.876" v="13822" actId="12"/>
        <pc:sldMkLst>
          <pc:docMk/>
          <pc:sldMk cId="2750289146" sldId="373"/>
        </pc:sldMkLst>
        <pc:spChg chg="mod">
          <ac:chgData name="Giovanna Tonazzo" userId="f0c717e3-1c69-45f8-b254-4317ad764897" providerId="ADAL" clId="{253DD15A-91C6-4F9F-8DCE-EC902DFFCC8A}" dt="2024-09-21T14:38:24.262" v="9877"/>
          <ac:spMkLst>
            <pc:docMk/>
            <pc:sldMk cId="2750289146" sldId="373"/>
            <ac:spMk id="6" creationId="{CBB539FB-3FB8-2398-BDC3-FFD4FE918745}"/>
          </ac:spMkLst>
        </pc:spChg>
        <pc:spChg chg="mod">
          <ac:chgData name="Giovanna Tonazzo" userId="f0c717e3-1c69-45f8-b254-4317ad764897" providerId="ADAL" clId="{253DD15A-91C6-4F9F-8DCE-EC902DFFCC8A}" dt="2024-09-21T14:38:24.262" v="9877"/>
          <ac:spMkLst>
            <pc:docMk/>
            <pc:sldMk cId="2750289146" sldId="373"/>
            <ac:spMk id="8" creationId="{D071E010-E143-33E8-979F-935316674BE4}"/>
          </ac:spMkLst>
        </pc:spChg>
        <pc:spChg chg="mod">
          <ac:chgData name="Giovanna Tonazzo" userId="f0c717e3-1c69-45f8-b254-4317ad764897" providerId="ADAL" clId="{253DD15A-91C6-4F9F-8DCE-EC902DFFCC8A}" dt="2024-09-23T19:25:56.876" v="13822" actId="12"/>
          <ac:spMkLst>
            <pc:docMk/>
            <pc:sldMk cId="2750289146" sldId="373"/>
            <ac:spMk id="9" creationId="{68F0A5CD-8DDD-4C13-EB90-E757442B4EAF}"/>
          </ac:spMkLst>
        </pc:spChg>
      </pc:sldChg>
      <pc:sldChg chg="modSp mod">
        <pc:chgData name="Giovanna Tonazzo" userId="f0c717e3-1c69-45f8-b254-4317ad764897" providerId="ADAL" clId="{253DD15A-91C6-4F9F-8DCE-EC902DFFCC8A}" dt="2024-09-23T19:26:25.109" v="13827" actId="12"/>
        <pc:sldMkLst>
          <pc:docMk/>
          <pc:sldMk cId="3189100769" sldId="374"/>
        </pc:sldMkLst>
        <pc:spChg chg="mod">
          <ac:chgData name="Giovanna Tonazzo" userId="f0c717e3-1c69-45f8-b254-4317ad764897" providerId="ADAL" clId="{253DD15A-91C6-4F9F-8DCE-EC902DFFCC8A}" dt="2024-09-21T14:38:24.262" v="9877"/>
          <ac:spMkLst>
            <pc:docMk/>
            <pc:sldMk cId="3189100769" sldId="374"/>
            <ac:spMk id="6" creationId="{CBB539FB-3FB8-2398-BDC3-FFD4FE918745}"/>
          </ac:spMkLst>
        </pc:spChg>
        <pc:spChg chg="mod">
          <ac:chgData name="Giovanna Tonazzo" userId="f0c717e3-1c69-45f8-b254-4317ad764897" providerId="ADAL" clId="{253DD15A-91C6-4F9F-8DCE-EC902DFFCC8A}" dt="2024-09-21T14:38:24.262" v="9877"/>
          <ac:spMkLst>
            <pc:docMk/>
            <pc:sldMk cId="3189100769" sldId="374"/>
            <ac:spMk id="8" creationId="{D071E010-E143-33E8-979F-935316674BE4}"/>
          </ac:spMkLst>
        </pc:spChg>
        <pc:spChg chg="mod">
          <ac:chgData name="Giovanna Tonazzo" userId="f0c717e3-1c69-45f8-b254-4317ad764897" providerId="ADAL" clId="{253DD15A-91C6-4F9F-8DCE-EC902DFFCC8A}" dt="2024-09-23T19:26:25.109" v="13827" actId="12"/>
          <ac:spMkLst>
            <pc:docMk/>
            <pc:sldMk cId="3189100769" sldId="374"/>
            <ac:spMk id="9" creationId="{68F0A5CD-8DDD-4C13-EB90-E757442B4EAF}"/>
          </ac:spMkLst>
        </pc:spChg>
      </pc:sldChg>
      <pc:sldChg chg="modSp mod">
        <pc:chgData name="Giovanna Tonazzo" userId="f0c717e3-1c69-45f8-b254-4317ad764897" providerId="ADAL" clId="{253DD15A-91C6-4F9F-8DCE-EC902DFFCC8A}" dt="2024-09-24T10:31:40.408" v="14430" actId="20577"/>
        <pc:sldMkLst>
          <pc:docMk/>
          <pc:sldMk cId="2441705099" sldId="375"/>
        </pc:sldMkLst>
        <pc:spChg chg="mod">
          <ac:chgData name="Giovanna Tonazzo" userId="f0c717e3-1c69-45f8-b254-4317ad764897" providerId="ADAL" clId="{253DD15A-91C6-4F9F-8DCE-EC902DFFCC8A}" dt="2024-09-21T14:38:24.262" v="9877"/>
          <ac:spMkLst>
            <pc:docMk/>
            <pc:sldMk cId="2441705099" sldId="375"/>
            <ac:spMk id="6" creationId="{CBB539FB-3FB8-2398-BDC3-FFD4FE918745}"/>
          </ac:spMkLst>
        </pc:spChg>
        <pc:spChg chg="mod">
          <ac:chgData name="Giovanna Tonazzo" userId="f0c717e3-1c69-45f8-b254-4317ad764897" providerId="ADAL" clId="{253DD15A-91C6-4F9F-8DCE-EC902DFFCC8A}" dt="2024-09-21T14:38:24.262" v="9877"/>
          <ac:spMkLst>
            <pc:docMk/>
            <pc:sldMk cId="2441705099" sldId="375"/>
            <ac:spMk id="8" creationId="{D071E010-E143-33E8-979F-935316674BE4}"/>
          </ac:spMkLst>
        </pc:spChg>
        <pc:spChg chg="mod">
          <ac:chgData name="Giovanna Tonazzo" userId="f0c717e3-1c69-45f8-b254-4317ad764897" providerId="ADAL" clId="{253DD15A-91C6-4F9F-8DCE-EC902DFFCC8A}" dt="2024-09-24T10:31:40.408" v="14430" actId="20577"/>
          <ac:spMkLst>
            <pc:docMk/>
            <pc:sldMk cId="2441705099" sldId="375"/>
            <ac:spMk id="9" creationId="{68F0A5CD-8DDD-4C13-EB90-E757442B4EAF}"/>
          </ac:spMkLst>
        </pc:spChg>
      </pc:sldChg>
      <pc:sldChg chg="modSp mod">
        <pc:chgData name="Giovanna Tonazzo" userId="f0c717e3-1c69-45f8-b254-4317ad764897" providerId="ADAL" clId="{253DD15A-91C6-4F9F-8DCE-EC902DFFCC8A}" dt="2024-09-23T19:26:31.993" v="13829" actId="12"/>
        <pc:sldMkLst>
          <pc:docMk/>
          <pc:sldMk cId="1251229751" sldId="376"/>
        </pc:sldMkLst>
        <pc:spChg chg="mod">
          <ac:chgData name="Giovanna Tonazzo" userId="f0c717e3-1c69-45f8-b254-4317ad764897" providerId="ADAL" clId="{253DD15A-91C6-4F9F-8DCE-EC902DFFCC8A}" dt="2024-09-21T14:38:24.262" v="9877"/>
          <ac:spMkLst>
            <pc:docMk/>
            <pc:sldMk cId="1251229751" sldId="376"/>
            <ac:spMk id="6" creationId="{CBB539FB-3FB8-2398-BDC3-FFD4FE918745}"/>
          </ac:spMkLst>
        </pc:spChg>
        <pc:spChg chg="mod">
          <ac:chgData name="Giovanna Tonazzo" userId="f0c717e3-1c69-45f8-b254-4317ad764897" providerId="ADAL" clId="{253DD15A-91C6-4F9F-8DCE-EC902DFFCC8A}" dt="2024-09-21T14:38:24.262" v="9877"/>
          <ac:spMkLst>
            <pc:docMk/>
            <pc:sldMk cId="1251229751" sldId="376"/>
            <ac:spMk id="8" creationId="{D071E010-E143-33E8-979F-935316674BE4}"/>
          </ac:spMkLst>
        </pc:spChg>
        <pc:spChg chg="mod">
          <ac:chgData name="Giovanna Tonazzo" userId="f0c717e3-1c69-45f8-b254-4317ad764897" providerId="ADAL" clId="{253DD15A-91C6-4F9F-8DCE-EC902DFFCC8A}" dt="2024-09-23T19:26:31.993" v="13829" actId="12"/>
          <ac:spMkLst>
            <pc:docMk/>
            <pc:sldMk cId="1251229751" sldId="376"/>
            <ac:spMk id="9" creationId="{68F0A5CD-8DDD-4C13-EB90-E757442B4EAF}"/>
          </ac:spMkLst>
        </pc:spChg>
      </pc:sldChg>
      <pc:sldChg chg="modSp mod">
        <pc:chgData name="Giovanna Tonazzo" userId="f0c717e3-1c69-45f8-b254-4317ad764897" providerId="ADAL" clId="{253DD15A-91C6-4F9F-8DCE-EC902DFFCC8A}" dt="2024-09-24T06:49:43.561" v="14222" actId="20577"/>
        <pc:sldMkLst>
          <pc:docMk/>
          <pc:sldMk cId="1719364883" sldId="377"/>
        </pc:sldMkLst>
        <pc:spChg chg="mod">
          <ac:chgData name="Giovanna Tonazzo" userId="f0c717e3-1c69-45f8-b254-4317ad764897" providerId="ADAL" clId="{253DD15A-91C6-4F9F-8DCE-EC902DFFCC8A}" dt="2024-09-21T14:38:24.262" v="9877"/>
          <ac:spMkLst>
            <pc:docMk/>
            <pc:sldMk cId="1719364883" sldId="377"/>
            <ac:spMk id="6" creationId="{CBB539FB-3FB8-2398-BDC3-FFD4FE918745}"/>
          </ac:spMkLst>
        </pc:spChg>
        <pc:spChg chg="mod">
          <ac:chgData name="Giovanna Tonazzo" userId="f0c717e3-1c69-45f8-b254-4317ad764897" providerId="ADAL" clId="{253DD15A-91C6-4F9F-8DCE-EC902DFFCC8A}" dt="2024-09-21T14:38:24.262" v="9877"/>
          <ac:spMkLst>
            <pc:docMk/>
            <pc:sldMk cId="1719364883" sldId="377"/>
            <ac:spMk id="8" creationId="{D071E010-E143-33E8-979F-935316674BE4}"/>
          </ac:spMkLst>
        </pc:spChg>
        <pc:spChg chg="mod">
          <ac:chgData name="Giovanna Tonazzo" userId="f0c717e3-1c69-45f8-b254-4317ad764897" providerId="ADAL" clId="{253DD15A-91C6-4F9F-8DCE-EC902DFFCC8A}" dt="2024-09-24T06:49:43.561" v="14222" actId="20577"/>
          <ac:spMkLst>
            <pc:docMk/>
            <pc:sldMk cId="1719364883" sldId="377"/>
            <ac:spMk id="9" creationId="{68F0A5CD-8DDD-4C13-EB90-E757442B4EAF}"/>
          </ac:spMkLst>
        </pc:spChg>
      </pc:sldChg>
      <pc:sldChg chg="modSp mod">
        <pc:chgData name="Giovanna Tonazzo" userId="f0c717e3-1c69-45f8-b254-4317ad764897" providerId="ADAL" clId="{253DD15A-91C6-4F9F-8DCE-EC902DFFCC8A}" dt="2024-09-24T10:34:00.352" v="14437" actId="20577"/>
        <pc:sldMkLst>
          <pc:docMk/>
          <pc:sldMk cId="46506051" sldId="378"/>
        </pc:sldMkLst>
        <pc:spChg chg="mod">
          <ac:chgData name="Giovanna Tonazzo" userId="f0c717e3-1c69-45f8-b254-4317ad764897" providerId="ADAL" clId="{253DD15A-91C6-4F9F-8DCE-EC902DFFCC8A}" dt="2024-09-21T14:38:24.262" v="9877"/>
          <ac:spMkLst>
            <pc:docMk/>
            <pc:sldMk cId="46506051" sldId="378"/>
            <ac:spMk id="6" creationId="{CBB539FB-3FB8-2398-BDC3-FFD4FE918745}"/>
          </ac:spMkLst>
        </pc:spChg>
        <pc:spChg chg="mod">
          <ac:chgData name="Giovanna Tonazzo" userId="f0c717e3-1c69-45f8-b254-4317ad764897" providerId="ADAL" clId="{253DD15A-91C6-4F9F-8DCE-EC902DFFCC8A}" dt="2024-09-23T10:20:50.581" v="11898" actId="20577"/>
          <ac:spMkLst>
            <pc:docMk/>
            <pc:sldMk cId="46506051" sldId="378"/>
            <ac:spMk id="8" creationId="{D071E010-E143-33E8-979F-935316674BE4}"/>
          </ac:spMkLst>
        </pc:spChg>
        <pc:spChg chg="mod">
          <ac:chgData name="Giovanna Tonazzo" userId="f0c717e3-1c69-45f8-b254-4317ad764897" providerId="ADAL" clId="{253DD15A-91C6-4F9F-8DCE-EC902DFFCC8A}" dt="2024-09-24T10:34:00.352" v="14437" actId="20577"/>
          <ac:spMkLst>
            <pc:docMk/>
            <pc:sldMk cId="46506051" sldId="378"/>
            <ac:spMk id="9" creationId="{68F0A5CD-8DDD-4C13-EB90-E757442B4EAF}"/>
          </ac:spMkLst>
        </pc:spChg>
      </pc:sldChg>
      <pc:sldChg chg="modSp mod">
        <pc:chgData name="Giovanna Tonazzo" userId="f0c717e3-1c69-45f8-b254-4317ad764897" providerId="ADAL" clId="{253DD15A-91C6-4F9F-8DCE-EC902DFFCC8A}" dt="2024-09-21T14:38:24.262" v="9877"/>
        <pc:sldMkLst>
          <pc:docMk/>
          <pc:sldMk cId="2603928820" sldId="379"/>
        </pc:sldMkLst>
        <pc:spChg chg="mod">
          <ac:chgData name="Giovanna Tonazzo" userId="f0c717e3-1c69-45f8-b254-4317ad764897" providerId="ADAL" clId="{253DD15A-91C6-4F9F-8DCE-EC902DFFCC8A}" dt="2024-09-21T14:38:24.262" v="9877"/>
          <ac:spMkLst>
            <pc:docMk/>
            <pc:sldMk cId="2603928820" sldId="379"/>
            <ac:spMk id="6" creationId="{93060B0C-67C1-A58C-FB00-38658632F7E5}"/>
          </ac:spMkLst>
        </pc:spChg>
        <pc:spChg chg="mod">
          <ac:chgData name="Giovanna Tonazzo" userId="f0c717e3-1c69-45f8-b254-4317ad764897" providerId="ADAL" clId="{253DD15A-91C6-4F9F-8DCE-EC902DFFCC8A}" dt="2024-09-21T14:38:24.262" v="9877"/>
          <ac:spMkLst>
            <pc:docMk/>
            <pc:sldMk cId="2603928820" sldId="379"/>
            <ac:spMk id="14" creationId="{7D2F9CD5-9CA5-E0D1-2645-A9DF8289599C}"/>
          </ac:spMkLst>
        </pc:spChg>
        <pc:graphicFrameChg chg="mod">
          <ac:chgData name="Giovanna Tonazzo" userId="f0c717e3-1c69-45f8-b254-4317ad764897" providerId="ADAL" clId="{253DD15A-91C6-4F9F-8DCE-EC902DFFCC8A}" dt="2024-09-17T16:31:14.221" v="6344" actId="12788"/>
          <ac:graphicFrameMkLst>
            <pc:docMk/>
            <pc:sldMk cId="2603928820" sldId="379"/>
            <ac:graphicFrameMk id="16" creationId="{B422470B-CA1B-63FC-359A-71F4380F3784}"/>
          </ac:graphicFrameMkLst>
        </pc:graphicFrameChg>
      </pc:sldChg>
      <pc:sldChg chg="modSp mod">
        <pc:chgData name="Giovanna Tonazzo" userId="f0c717e3-1c69-45f8-b254-4317ad764897" providerId="ADAL" clId="{253DD15A-91C6-4F9F-8DCE-EC902DFFCC8A}" dt="2024-09-24T06:55:55.054" v="14224" actId="14100"/>
        <pc:sldMkLst>
          <pc:docMk/>
          <pc:sldMk cId="1290357527" sldId="380"/>
        </pc:sldMkLst>
        <pc:spChg chg="mod">
          <ac:chgData name="Giovanna Tonazzo" userId="f0c717e3-1c69-45f8-b254-4317ad764897" providerId="ADAL" clId="{253DD15A-91C6-4F9F-8DCE-EC902DFFCC8A}" dt="2024-09-21T14:38:24.262" v="9877"/>
          <ac:spMkLst>
            <pc:docMk/>
            <pc:sldMk cId="1290357527" sldId="380"/>
            <ac:spMk id="6" creationId="{93060B0C-67C1-A58C-FB00-38658632F7E5}"/>
          </ac:spMkLst>
        </pc:spChg>
        <pc:spChg chg="mod">
          <ac:chgData name="Giovanna Tonazzo" userId="f0c717e3-1c69-45f8-b254-4317ad764897" providerId="ADAL" clId="{253DD15A-91C6-4F9F-8DCE-EC902DFFCC8A}" dt="2024-09-21T14:38:24.262" v="9877"/>
          <ac:spMkLst>
            <pc:docMk/>
            <pc:sldMk cId="1290357527" sldId="380"/>
            <ac:spMk id="14" creationId="{7D2F9CD5-9CA5-E0D1-2645-A9DF8289599C}"/>
          </ac:spMkLst>
        </pc:spChg>
        <pc:graphicFrameChg chg="mod modGraphic">
          <ac:chgData name="Giovanna Tonazzo" userId="f0c717e3-1c69-45f8-b254-4317ad764897" providerId="ADAL" clId="{253DD15A-91C6-4F9F-8DCE-EC902DFFCC8A}" dt="2024-09-24T06:55:55.054" v="14224" actId="14100"/>
          <ac:graphicFrameMkLst>
            <pc:docMk/>
            <pc:sldMk cId="1290357527" sldId="380"/>
            <ac:graphicFrameMk id="16" creationId="{B422470B-CA1B-63FC-359A-71F4380F3784}"/>
          </ac:graphicFrameMkLst>
        </pc:graphicFrameChg>
      </pc:sldChg>
      <pc:sldChg chg="modSp mod modNotesTx">
        <pc:chgData name="Giovanna Tonazzo" userId="f0c717e3-1c69-45f8-b254-4317ad764897" providerId="ADAL" clId="{253DD15A-91C6-4F9F-8DCE-EC902DFFCC8A}" dt="2024-09-24T06:56:21.014" v="14225" actId="20577"/>
        <pc:sldMkLst>
          <pc:docMk/>
          <pc:sldMk cId="2806377922" sldId="381"/>
        </pc:sldMkLst>
        <pc:spChg chg="mod">
          <ac:chgData name="Giovanna Tonazzo" userId="f0c717e3-1c69-45f8-b254-4317ad764897" providerId="ADAL" clId="{253DD15A-91C6-4F9F-8DCE-EC902DFFCC8A}" dt="2024-09-21T14:38:24.262" v="9877"/>
          <ac:spMkLst>
            <pc:docMk/>
            <pc:sldMk cId="2806377922" sldId="381"/>
            <ac:spMk id="6" creationId="{CBB539FB-3FB8-2398-BDC3-FFD4FE918745}"/>
          </ac:spMkLst>
        </pc:spChg>
        <pc:spChg chg="mod">
          <ac:chgData name="Giovanna Tonazzo" userId="f0c717e3-1c69-45f8-b254-4317ad764897" providerId="ADAL" clId="{253DD15A-91C6-4F9F-8DCE-EC902DFFCC8A}" dt="2024-09-21T14:38:24.262" v="9877"/>
          <ac:spMkLst>
            <pc:docMk/>
            <pc:sldMk cId="2806377922" sldId="381"/>
            <ac:spMk id="8" creationId="{D071E010-E143-33E8-979F-935316674BE4}"/>
          </ac:spMkLst>
        </pc:spChg>
        <pc:spChg chg="mod">
          <ac:chgData name="Giovanna Tonazzo" userId="f0c717e3-1c69-45f8-b254-4317ad764897" providerId="ADAL" clId="{253DD15A-91C6-4F9F-8DCE-EC902DFFCC8A}" dt="2024-09-24T06:56:21.014" v="14225" actId="20577"/>
          <ac:spMkLst>
            <pc:docMk/>
            <pc:sldMk cId="2806377922" sldId="381"/>
            <ac:spMk id="9" creationId="{68F0A5CD-8DDD-4C13-EB90-E757442B4EAF}"/>
          </ac:spMkLst>
        </pc:spChg>
      </pc:sldChg>
      <pc:sldChg chg="modSp mod">
        <pc:chgData name="Giovanna Tonazzo" userId="f0c717e3-1c69-45f8-b254-4317ad764897" providerId="ADAL" clId="{253DD15A-91C6-4F9F-8DCE-EC902DFFCC8A}" dt="2024-09-21T14:38:24.262" v="9877"/>
        <pc:sldMkLst>
          <pc:docMk/>
          <pc:sldMk cId="4240739800" sldId="382"/>
        </pc:sldMkLst>
        <pc:spChg chg="mod">
          <ac:chgData name="Giovanna Tonazzo" userId="f0c717e3-1c69-45f8-b254-4317ad764897" providerId="ADAL" clId="{253DD15A-91C6-4F9F-8DCE-EC902DFFCC8A}" dt="2024-09-21T14:38:24.262" v="9877"/>
          <ac:spMkLst>
            <pc:docMk/>
            <pc:sldMk cId="4240739800" sldId="382"/>
            <ac:spMk id="2" creationId="{270C969C-4817-8126-A71D-B923CE0F42E9}"/>
          </ac:spMkLst>
        </pc:spChg>
        <pc:spChg chg="mod">
          <ac:chgData name="Giovanna Tonazzo" userId="f0c717e3-1c69-45f8-b254-4317ad764897" providerId="ADAL" clId="{253DD15A-91C6-4F9F-8DCE-EC902DFFCC8A}" dt="2024-09-16T17:15:37.069" v="3440" actId="20577"/>
          <ac:spMkLst>
            <pc:docMk/>
            <pc:sldMk cId="4240739800" sldId="382"/>
            <ac:spMk id="3" creationId="{AA1D578E-F05E-A2BD-FA9D-06C0BA38F123}"/>
          </ac:spMkLst>
        </pc:spChg>
        <pc:spChg chg="mod">
          <ac:chgData name="Giovanna Tonazzo" userId="f0c717e3-1c69-45f8-b254-4317ad764897" providerId="ADAL" clId="{253DD15A-91C6-4F9F-8DCE-EC902DFFCC8A}" dt="2024-09-21T14:38:24.262" v="9877"/>
          <ac:spMkLst>
            <pc:docMk/>
            <pc:sldMk cId="4240739800" sldId="382"/>
            <ac:spMk id="6" creationId="{93239742-8A29-8FCA-6B00-B5807DD86DD8}"/>
          </ac:spMkLst>
        </pc:spChg>
      </pc:sldChg>
      <pc:sldChg chg="modSp mod">
        <pc:chgData name="Giovanna Tonazzo" userId="f0c717e3-1c69-45f8-b254-4317ad764897" providerId="ADAL" clId="{253DD15A-91C6-4F9F-8DCE-EC902DFFCC8A}" dt="2024-09-24T06:57:57.352" v="14237" actId="6549"/>
        <pc:sldMkLst>
          <pc:docMk/>
          <pc:sldMk cId="137030066" sldId="383"/>
        </pc:sldMkLst>
        <pc:spChg chg="mod">
          <ac:chgData name="Giovanna Tonazzo" userId="f0c717e3-1c69-45f8-b254-4317ad764897" providerId="ADAL" clId="{253DD15A-91C6-4F9F-8DCE-EC902DFFCC8A}" dt="2024-09-21T14:38:24.262" v="9877"/>
          <ac:spMkLst>
            <pc:docMk/>
            <pc:sldMk cId="137030066" sldId="383"/>
            <ac:spMk id="2" creationId="{DE88992C-D158-9FAE-2D6B-EE26C57F3BF1}"/>
          </ac:spMkLst>
        </pc:spChg>
        <pc:spChg chg="mod">
          <ac:chgData name="Giovanna Tonazzo" userId="f0c717e3-1c69-45f8-b254-4317ad764897" providerId="ADAL" clId="{253DD15A-91C6-4F9F-8DCE-EC902DFFCC8A}" dt="2024-09-24T06:57:57.352" v="14237" actId="6549"/>
          <ac:spMkLst>
            <pc:docMk/>
            <pc:sldMk cId="137030066" sldId="383"/>
            <ac:spMk id="3" creationId="{766FEDC6-07CB-ADFC-0DC1-2CFCBB0AB1C1}"/>
          </ac:spMkLst>
        </pc:spChg>
        <pc:spChg chg="mod">
          <ac:chgData name="Giovanna Tonazzo" userId="f0c717e3-1c69-45f8-b254-4317ad764897" providerId="ADAL" clId="{253DD15A-91C6-4F9F-8DCE-EC902DFFCC8A}" dt="2024-09-21T14:38:24.262" v="9877"/>
          <ac:spMkLst>
            <pc:docMk/>
            <pc:sldMk cId="137030066" sldId="383"/>
            <ac:spMk id="4" creationId="{82F7D0E2-0BFB-1CCC-F92A-F6F8F5F16C1B}"/>
          </ac:spMkLst>
        </pc:spChg>
        <pc:spChg chg="mod">
          <ac:chgData name="Giovanna Tonazzo" userId="f0c717e3-1c69-45f8-b254-4317ad764897" providerId="ADAL" clId="{253DD15A-91C6-4F9F-8DCE-EC902DFFCC8A}" dt="2024-09-21T14:38:24.262" v="9877"/>
          <ac:spMkLst>
            <pc:docMk/>
            <pc:sldMk cId="137030066" sldId="383"/>
            <ac:spMk id="7" creationId="{C59FFA87-40A6-75B0-AF25-2B71657D6737}"/>
          </ac:spMkLst>
        </pc:spChg>
      </pc:sldChg>
      <pc:sldChg chg="modSp mod">
        <pc:chgData name="Giovanna Tonazzo" userId="f0c717e3-1c69-45f8-b254-4317ad764897" providerId="ADAL" clId="{253DD15A-91C6-4F9F-8DCE-EC902DFFCC8A}" dt="2024-09-24T07:04:33.099" v="14411" actId="20577"/>
        <pc:sldMkLst>
          <pc:docMk/>
          <pc:sldMk cId="2961515104" sldId="384"/>
        </pc:sldMkLst>
        <pc:spChg chg="mod">
          <ac:chgData name="Giovanna Tonazzo" userId="f0c717e3-1c69-45f8-b254-4317ad764897" providerId="ADAL" clId="{253DD15A-91C6-4F9F-8DCE-EC902DFFCC8A}" dt="2024-09-21T14:38:24.262" v="9877"/>
          <ac:spMkLst>
            <pc:docMk/>
            <pc:sldMk cId="2961515104" sldId="384"/>
            <ac:spMk id="2" creationId="{DE88992C-D158-9FAE-2D6B-EE26C57F3BF1}"/>
          </ac:spMkLst>
        </pc:spChg>
        <pc:spChg chg="mod">
          <ac:chgData name="Giovanna Tonazzo" userId="f0c717e3-1c69-45f8-b254-4317ad764897" providerId="ADAL" clId="{253DD15A-91C6-4F9F-8DCE-EC902DFFCC8A}" dt="2024-09-24T07:04:33.099" v="14411" actId="20577"/>
          <ac:spMkLst>
            <pc:docMk/>
            <pc:sldMk cId="2961515104" sldId="384"/>
            <ac:spMk id="3" creationId="{766FEDC6-07CB-ADFC-0DC1-2CFCBB0AB1C1}"/>
          </ac:spMkLst>
        </pc:spChg>
        <pc:spChg chg="mod">
          <ac:chgData name="Giovanna Tonazzo" userId="f0c717e3-1c69-45f8-b254-4317ad764897" providerId="ADAL" clId="{253DD15A-91C6-4F9F-8DCE-EC902DFFCC8A}" dt="2024-09-21T14:38:24.262" v="9877"/>
          <ac:spMkLst>
            <pc:docMk/>
            <pc:sldMk cId="2961515104" sldId="384"/>
            <ac:spMk id="4" creationId="{82F7D0E2-0BFB-1CCC-F92A-F6F8F5F16C1B}"/>
          </ac:spMkLst>
        </pc:spChg>
        <pc:spChg chg="mod">
          <ac:chgData name="Giovanna Tonazzo" userId="f0c717e3-1c69-45f8-b254-4317ad764897" providerId="ADAL" clId="{253DD15A-91C6-4F9F-8DCE-EC902DFFCC8A}" dt="2024-09-21T14:38:24.262" v="9877"/>
          <ac:spMkLst>
            <pc:docMk/>
            <pc:sldMk cId="2961515104" sldId="384"/>
            <ac:spMk id="7" creationId="{C59FFA87-40A6-75B0-AF25-2B71657D6737}"/>
          </ac:spMkLst>
        </pc:spChg>
      </pc:sldChg>
      <pc:sldChg chg="modSp mod">
        <pc:chgData name="Giovanna Tonazzo" userId="f0c717e3-1c69-45f8-b254-4317ad764897" providerId="ADAL" clId="{253DD15A-91C6-4F9F-8DCE-EC902DFFCC8A}" dt="2024-09-23T10:32:11.851" v="11960" actId="20577"/>
        <pc:sldMkLst>
          <pc:docMk/>
          <pc:sldMk cId="1974002315" sldId="385"/>
        </pc:sldMkLst>
        <pc:spChg chg="mod">
          <ac:chgData name="Giovanna Tonazzo" userId="f0c717e3-1c69-45f8-b254-4317ad764897" providerId="ADAL" clId="{253DD15A-91C6-4F9F-8DCE-EC902DFFCC8A}" dt="2024-09-21T14:38:24.262" v="9877"/>
          <ac:spMkLst>
            <pc:docMk/>
            <pc:sldMk cId="1974002315" sldId="385"/>
            <ac:spMk id="2" creationId="{DE88992C-D158-9FAE-2D6B-EE26C57F3BF1}"/>
          </ac:spMkLst>
        </pc:spChg>
        <pc:spChg chg="mod">
          <ac:chgData name="Giovanna Tonazzo" userId="f0c717e3-1c69-45f8-b254-4317ad764897" providerId="ADAL" clId="{253DD15A-91C6-4F9F-8DCE-EC902DFFCC8A}" dt="2024-09-23T10:32:11.851" v="11960" actId="20577"/>
          <ac:spMkLst>
            <pc:docMk/>
            <pc:sldMk cId="1974002315" sldId="385"/>
            <ac:spMk id="3" creationId="{766FEDC6-07CB-ADFC-0DC1-2CFCBB0AB1C1}"/>
          </ac:spMkLst>
        </pc:spChg>
        <pc:spChg chg="mod">
          <ac:chgData name="Giovanna Tonazzo" userId="f0c717e3-1c69-45f8-b254-4317ad764897" providerId="ADAL" clId="{253DD15A-91C6-4F9F-8DCE-EC902DFFCC8A}" dt="2024-09-21T14:38:24.262" v="9877"/>
          <ac:spMkLst>
            <pc:docMk/>
            <pc:sldMk cId="1974002315" sldId="385"/>
            <ac:spMk id="4" creationId="{82F7D0E2-0BFB-1CCC-F92A-F6F8F5F16C1B}"/>
          </ac:spMkLst>
        </pc:spChg>
        <pc:spChg chg="mod">
          <ac:chgData name="Giovanna Tonazzo" userId="f0c717e3-1c69-45f8-b254-4317ad764897" providerId="ADAL" clId="{253DD15A-91C6-4F9F-8DCE-EC902DFFCC8A}" dt="2024-09-21T14:38:24.262" v="9877"/>
          <ac:spMkLst>
            <pc:docMk/>
            <pc:sldMk cId="1974002315" sldId="385"/>
            <ac:spMk id="7" creationId="{C59FFA87-40A6-75B0-AF25-2B71657D6737}"/>
          </ac:spMkLst>
        </pc:spChg>
      </pc:sldChg>
      <pc:sldChg chg="modSp mod">
        <pc:chgData name="Giovanna Tonazzo" userId="f0c717e3-1c69-45f8-b254-4317ad764897" providerId="ADAL" clId="{253DD15A-91C6-4F9F-8DCE-EC902DFFCC8A}" dt="2024-09-23T14:35:24.657" v="12927" actId="20577"/>
        <pc:sldMkLst>
          <pc:docMk/>
          <pc:sldMk cId="62222585" sldId="386"/>
        </pc:sldMkLst>
        <pc:spChg chg="mod">
          <ac:chgData name="Giovanna Tonazzo" userId="f0c717e3-1c69-45f8-b254-4317ad764897" providerId="ADAL" clId="{253DD15A-91C6-4F9F-8DCE-EC902DFFCC8A}" dt="2024-09-21T14:38:24.262" v="9877"/>
          <ac:spMkLst>
            <pc:docMk/>
            <pc:sldMk cId="62222585" sldId="386"/>
            <ac:spMk id="2" creationId="{DB366CD1-E899-0581-EBBB-15E236273FD9}"/>
          </ac:spMkLst>
        </pc:spChg>
        <pc:spChg chg="mod">
          <ac:chgData name="Giovanna Tonazzo" userId="f0c717e3-1c69-45f8-b254-4317ad764897" providerId="ADAL" clId="{253DD15A-91C6-4F9F-8DCE-EC902DFFCC8A}" dt="2024-09-21T14:38:24.262" v="9877"/>
          <ac:spMkLst>
            <pc:docMk/>
            <pc:sldMk cId="62222585" sldId="386"/>
            <ac:spMk id="6" creationId="{7AFD25F4-35DC-EE74-8267-F4E327A6FBBA}"/>
          </ac:spMkLst>
        </pc:spChg>
        <pc:spChg chg="mod">
          <ac:chgData name="Giovanna Tonazzo" userId="f0c717e3-1c69-45f8-b254-4317ad764897" providerId="ADAL" clId="{253DD15A-91C6-4F9F-8DCE-EC902DFFCC8A}" dt="2024-09-23T14:35:24.657" v="12927" actId="20577"/>
          <ac:spMkLst>
            <pc:docMk/>
            <pc:sldMk cId="62222585" sldId="386"/>
            <ac:spMk id="7" creationId="{0646D65C-C845-4C58-73D7-8852742898B5}"/>
          </ac:spMkLst>
        </pc:spChg>
        <pc:spChg chg="mod">
          <ac:chgData name="Giovanna Tonazzo" userId="f0c717e3-1c69-45f8-b254-4317ad764897" providerId="ADAL" clId="{253DD15A-91C6-4F9F-8DCE-EC902DFFCC8A}" dt="2024-09-21T14:38:24.262" v="9877"/>
          <ac:spMkLst>
            <pc:docMk/>
            <pc:sldMk cId="62222585" sldId="386"/>
            <ac:spMk id="8" creationId="{BFE806CA-4AAF-4956-E66B-43BD335D9576}"/>
          </ac:spMkLst>
        </pc:spChg>
        <pc:spChg chg="mod">
          <ac:chgData name="Giovanna Tonazzo" userId="f0c717e3-1c69-45f8-b254-4317ad764897" providerId="ADAL" clId="{253DD15A-91C6-4F9F-8DCE-EC902DFFCC8A}" dt="2024-09-21T14:38:24.262" v="9877"/>
          <ac:spMkLst>
            <pc:docMk/>
            <pc:sldMk cId="62222585" sldId="386"/>
            <ac:spMk id="9" creationId="{FA00032C-0B61-E621-5BFF-C86A3935BFF4}"/>
          </ac:spMkLst>
        </pc:spChg>
        <pc:spChg chg="mod">
          <ac:chgData name="Giovanna Tonazzo" userId="f0c717e3-1c69-45f8-b254-4317ad764897" providerId="ADAL" clId="{253DD15A-91C6-4F9F-8DCE-EC902DFFCC8A}" dt="2024-09-21T14:38:24.262" v="9877"/>
          <ac:spMkLst>
            <pc:docMk/>
            <pc:sldMk cId="62222585" sldId="386"/>
            <ac:spMk id="10" creationId="{A8FDC8BF-1CCD-6E9A-D623-88E011274F4A}"/>
          </ac:spMkLst>
        </pc:spChg>
        <pc:spChg chg="mod">
          <ac:chgData name="Giovanna Tonazzo" userId="f0c717e3-1c69-45f8-b254-4317ad764897" providerId="ADAL" clId="{253DD15A-91C6-4F9F-8DCE-EC902DFFCC8A}" dt="2024-09-21T14:38:24.262" v="9877"/>
          <ac:spMkLst>
            <pc:docMk/>
            <pc:sldMk cId="62222585" sldId="386"/>
            <ac:spMk id="11" creationId="{4DEBE712-9C36-9F5E-8487-83D8C5DC5C53}"/>
          </ac:spMkLst>
        </pc:spChg>
        <pc:spChg chg="mod">
          <ac:chgData name="Giovanna Tonazzo" userId="f0c717e3-1c69-45f8-b254-4317ad764897" providerId="ADAL" clId="{253DD15A-91C6-4F9F-8DCE-EC902DFFCC8A}" dt="2024-09-21T14:38:24.262" v="9877"/>
          <ac:spMkLst>
            <pc:docMk/>
            <pc:sldMk cId="62222585" sldId="386"/>
            <ac:spMk id="12" creationId="{A29DC781-C475-4AD2-B12D-CBEF503DABEF}"/>
          </ac:spMkLst>
        </pc:spChg>
      </pc:sldChg>
      <pc:sldChg chg="addSp delSp modSp mod setBg delDesignElem">
        <pc:chgData name="Giovanna Tonazzo" userId="f0c717e3-1c69-45f8-b254-4317ad764897" providerId="ADAL" clId="{253DD15A-91C6-4F9F-8DCE-EC902DFFCC8A}" dt="2024-09-23T19:29:11.163" v="13875" actId="6549"/>
        <pc:sldMkLst>
          <pc:docMk/>
          <pc:sldMk cId="2242760239" sldId="387"/>
        </pc:sldMkLst>
        <pc:spChg chg="mod">
          <ac:chgData name="Giovanna Tonazzo" userId="f0c717e3-1c69-45f8-b254-4317ad764897" providerId="ADAL" clId="{253DD15A-91C6-4F9F-8DCE-EC902DFFCC8A}" dt="2024-09-23T19:29:11.163" v="13875" actId="6549"/>
          <ac:spMkLst>
            <pc:docMk/>
            <pc:sldMk cId="2242760239" sldId="387"/>
            <ac:spMk id="2" creationId="{6BF1187E-1B5C-5032-2E88-B38EDD9911BB}"/>
          </ac:spMkLst>
        </pc:spChg>
        <pc:spChg chg="mod">
          <ac:chgData name="Giovanna Tonazzo" userId="f0c717e3-1c69-45f8-b254-4317ad764897" providerId="ADAL" clId="{253DD15A-91C6-4F9F-8DCE-EC902DFFCC8A}" dt="2024-09-21T14:27:01.438" v="9828"/>
          <ac:spMkLst>
            <pc:docMk/>
            <pc:sldMk cId="2242760239" sldId="387"/>
            <ac:spMk id="6" creationId="{0708CF16-C7DD-A0A2-35E7-A577D0513E4C}"/>
          </ac:spMkLst>
        </pc:spChg>
        <pc:spChg chg="add del">
          <ac:chgData name="Giovanna Tonazzo" userId="f0c717e3-1c69-45f8-b254-4317ad764897" providerId="ADAL" clId="{253DD15A-91C6-4F9F-8DCE-EC902DFFCC8A}" dt="2024-09-21T14:38:24.262" v="9877"/>
          <ac:spMkLst>
            <pc:docMk/>
            <pc:sldMk cId="2242760239" sldId="387"/>
            <ac:spMk id="11" creationId="{8D06CE56-3881-4ADA-8CEF-D18B02C242A3}"/>
          </ac:spMkLst>
        </pc:spChg>
        <pc:spChg chg="add del">
          <ac:chgData name="Giovanna Tonazzo" userId="f0c717e3-1c69-45f8-b254-4317ad764897" providerId="ADAL" clId="{253DD15A-91C6-4F9F-8DCE-EC902DFFCC8A}" dt="2024-09-21T14:38:24.262" v="9877"/>
          <ac:spMkLst>
            <pc:docMk/>
            <pc:sldMk cId="2242760239" sldId="387"/>
            <ac:spMk id="13" creationId="{79F3C543-62EC-4433-9C93-A2CD8764E9B4}"/>
          </ac:spMkLst>
        </pc:spChg>
        <pc:spChg chg="add del">
          <ac:chgData name="Giovanna Tonazzo" userId="f0c717e3-1c69-45f8-b254-4317ad764897" providerId="ADAL" clId="{253DD15A-91C6-4F9F-8DCE-EC902DFFCC8A}" dt="2024-09-21T14:38:24.262" v="9877"/>
          <ac:spMkLst>
            <pc:docMk/>
            <pc:sldMk cId="2242760239" sldId="387"/>
            <ac:spMk id="15" creationId="{B35D3C1D-A6AE-4FCA-BB76-A4748CE5DE55}"/>
          </ac:spMkLst>
        </pc:spChg>
        <pc:spChg chg="add del">
          <ac:chgData name="Giovanna Tonazzo" userId="f0c717e3-1c69-45f8-b254-4317ad764897" providerId="ADAL" clId="{253DD15A-91C6-4F9F-8DCE-EC902DFFCC8A}" dt="2024-09-21T14:38:24.262" v="9877"/>
          <ac:spMkLst>
            <pc:docMk/>
            <pc:sldMk cId="2242760239" sldId="387"/>
            <ac:spMk id="17" creationId="{6D5BF818-2283-4CC9-A120-9225CEDFA6D2}"/>
          </ac:spMkLst>
        </pc:spChg>
        <pc:spChg chg="add del">
          <ac:chgData name="Giovanna Tonazzo" userId="f0c717e3-1c69-45f8-b254-4317ad764897" providerId="ADAL" clId="{253DD15A-91C6-4F9F-8DCE-EC902DFFCC8A}" dt="2024-09-21T14:38:24.262" v="9877"/>
          <ac:spMkLst>
            <pc:docMk/>
            <pc:sldMk cId="2242760239" sldId="387"/>
            <ac:spMk id="19" creationId="{063A42EF-20CC-4BCC-9D0B-222CF3AAE8C9}"/>
          </ac:spMkLst>
        </pc:spChg>
      </pc:sldChg>
      <pc:sldChg chg="modSp mod">
        <pc:chgData name="Giovanna Tonazzo" userId="f0c717e3-1c69-45f8-b254-4317ad764897" providerId="ADAL" clId="{253DD15A-91C6-4F9F-8DCE-EC902DFFCC8A}" dt="2024-09-23T21:09:42.705" v="14198" actId="6549"/>
        <pc:sldMkLst>
          <pc:docMk/>
          <pc:sldMk cId="3611265133" sldId="388"/>
        </pc:sldMkLst>
        <pc:spChg chg="mod">
          <ac:chgData name="Giovanna Tonazzo" userId="f0c717e3-1c69-45f8-b254-4317ad764897" providerId="ADAL" clId="{253DD15A-91C6-4F9F-8DCE-EC902DFFCC8A}" dt="2024-09-23T21:09:42.705" v="14198" actId="6549"/>
          <ac:spMkLst>
            <pc:docMk/>
            <pc:sldMk cId="3611265133" sldId="388"/>
            <ac:spMk id="4" creationId="{344E84FA-8372-4A24-7C3A-0E4157A45F0B}"/>
          </ac:spMkLst>
        </pc:spChg>
        <pc:spChg chg="mod">
          <ac:chgData name="Giovanna Tonazzo" userId="f0c717e3-1c69-45f8-b254-4317ad764897" providerId="ADAL" clId="{253DD15A-91C6-4F9F-8DCE-EC902DFFCC8A}" dt="2024-09-21T14:38:24.262" v="9877"/>
          <ac:spMkLst>
            <pc:docMk/>
            <pc:sldMk cId="3611265133" sldId="388"/>
            <ac:spMk id="9" creationId="{9A8BD4DA-EDE3-F05D-A10D-DD62C7548F64}"/>
          </ac:spMkLst>
        </pc:spChg>
        <pc:spChg chg="mod">
          <ac:chgData name="Giovanna Tonazzo" userId="f0c717e3-1c69-45f8-b254-4317ad764897" providerId="ADAL" clId="{253DD15A-91C6-4F9F-8DCE-EC902DFFCC8A}" dt="2024-09-21T14:38:24.262" v="9877"/>
          <ac:spMkLst>
            <pc:docMk/>
            <pc:sldMk cId="3611265133" sldId="388"/>
            <ac:spMk id="10" creationId="{E2BAD24E-B901-D8E2-3171-EAFAA649264C}"/>
          </ac:spMkLst>
        </pc:spChg>
      </pc:sldChg>
      <pc:sldChg chg="modSp mod">
        <pc:chgData name="Giovanna Tonazzo" userId="f0c717e3-1c69-45f8-b254-4317ad764897" providerId="ADAL" clId="{253DD15A-91C6-4F9F-8DCE-EC902DFFCC8A}" dt="2024-09-23T10:33:01.903" v="11967" actId="27636"/>
        <pc:sldMkLst>
          <pc:docMk/>
          <pc:sldMk cId="2173780506" sldId="389"/>
        </pc:sldMkLst>
        <pc:spChg chg="mod">
          <ac:chgData name="Giovanna Tonazzo" userId="f0c717e3-1c69-45f8-b254-4317ad764897" providerId="ADAL" clId="{253DD15A-91C6-4F9F-8DCE-EC902DFFCC8A}" dt="2024-09-21T14:38:24.262" v="9877"/>
          <ac:spMkLst>
            <pc:docMk/>
            <pc:sldMk cId="2173780506" sldId="389"/>
            <ac:spMk id="2" creationId="{270C969C-4817-8126-A71D-B923CE0F42E9}"/>
          </ac:spMkLst>
        </pc:spChg>
        <pc:spChg chg="mod">
          <ac:chgData name="Giovanna Tonazzo" userId="f0c717e3-1c69-45f8-b254-4317ad764897" providerId="ADAL" clId="{253DD15A-91C6-4F9F-8DCE-EC902DFFCC8A}" dt="2024-09-23T10:33:01.903" v="11967" actId="27636"/>
          <ac:spMkLst>
            <pc:docMk/>
            <pc:sldMk cId="2173780506" sldId="389"/>
            <ac:spMk id="3" creationId="{AA1D578E-F05E-A2BD-FA9D-06C0BA38F123}"/>
          </ac:spMkLst>
        </pc:spChg>
        <pc:spChg chg="mod">
          <ac:chgData name="Giovanna Tonazzo" userId="f0c717e3-1c69-45f8-b254-4317ad764897" providerId="ADAL" clId="{253DD15A-91C6-4F9F-8DCE-EC902DFFCC8A}" dt="2024-09-21T14:38:24.262" v="9877"/>
          <ac:spMkLst>
            <pc:docMk/>
            <pc:sldMk cId="2173780506" sldId="389"/>
            <ac:spMk id="6" creationId="{93239742-8A29-8FCA-6B00-B5807DD86DD8}"/>
          </ac:spMkLst>
        </pc:spChg>
      </pc:sldChg>
      <pc:sldChg chg="modSp mod modNotesTx">
        <pc:chgData name="Giovanna Tonazzo" userId="f0c717e3-1c69-45f8-b254-4317ad764897" providerId="ADAL" clId="{253DD15A-91C6-4F9F-8DCE-EC902DFFCC8A}" dt="2024-09-21T14:38:24.262" v="9877"/>
        <pc:sldMkLst>
          <pc:docMk/>
          <pc:sldMk cId="2705696090" sldId="390"/>
        </pc:sldMkLst>
        <pc:spChg chg="mod">
          <ac:chgData name="Giovanna Tonazzo" userId="f0c717e3-1c69-45f8-b254-4317ad764897" providerId="ADAL" clId="{253DD15A-91C6-4F9F-8DCE-EC902DFFCC8A}" dt="2024-09-21T14:38:24.262" v="9877"/>
          <ac:spMkLst>
            <pc:docMk/>
            <pc:sldMk cId="2705696090" sldId="390"/>
            <ac:spMk id="2" creationId="{F6C144FF-E174-03D8-B925-831E29B8F1DA}"/>
          </ac:spMkLst>
        </pc:spChg>
        <pc:spChg chg="mod">
          <ac:chgData name="Giovanna Tonazzo" userId="f0c717e3-1c69-45f8-b254-4317ad764897" providerId="ADAL" clId="{253DD15A-91C6-4F9F-8DCE-EC902DFFCC8A}" dt="2024-09-21T14:38:24.262" v="9877"/>
          <ac:spMkLst>
            <pc:docMk/>
            <pc:sldMk cId="2705696090" sldId="390"/>
            <ac:spMk id="3" creationId="{DDF45B4F-E45B-52B4-7E64-CE66A2B56A4A}"/>
          </ac:spMkLst>
        </pc:spChg>
        <pc:spChg chg="mod">
          <ac:chgData name="Giovanna Tonazzo" userId="f0c717e3-1c69-45f8-b254-4317ad764897" providerId="ADAL" clId="{253DD15A-91C6-4F9F-8DCE-EC902DFFCC8A}" dt="2024-09-21T14:38:24.262" v="9877"/>
          <ac:spMkLst>
            <pc:docMk/>
            <pc:sldMk cId="2705696090" sldId="390"/>
            <ac:spMk id="4" creationId="{70351E24-9F2A-D483-A109-9C7798655229}"/>
          </ac:spMkLst>
        </pc:spChg>
        <pc:spChg chg="mod">
          <ac:chgData name="Giovanna Tonazzo" userId="f0c717e3-1c69-45f8-b254-4317ad764897" providerId="ADAL" clId="{253DD15A-91C6-4F9F-8DCE-EC902DFFCC8A}" dt="2024-09-21T14:38:24.262" v="9877"/>
          <ac:spMkLst>
            <pc:docMk/>
            <pc:sldMk cId="2705696090" sldId="390"/>
            <ac:spMk id="5" creationId="{ED192CD4-8099-1CD2-664B-3420100CD0E5}"/>
          </ac:spMkLst>
        </pc:spChg>
        <pc:spChg chg="mod">
          <ac:chgData name="Giovanna Tonazzo" userId="f0c717e3-1c69-45f8-b254-4317ad764897" providerId="ADAL" clId="{253DD15A-91C6-4F9F-8DCE-EC902DFFCC8A}" dt="2024-09-21T14:38:24.262" v="9877"/>
          <ac:spMkLst>
            <pc:docMk/>
            <pc:sldMk cId="2705696090" sldId="390"/>
            <ac:spMk id="6" creationId="{49A51AD9-FE0A-060C-225D-331D73909A9E}"/>
          </ac:spMkLst>
        </pc:spChg>
        <pc:spChg chg="mod">
          <ac:chgData name="Giovanna Tonazzo" userId="f0c717e3-1c69-45f8-b254-4317ad764897" providerId="ADAL" clId="{253DD15A-91C6-4F9F-8DCE-EC902DFFCC8A}" dt="2024-09-21T14:38:24.262" v="9877"/>
          <ac:spMkLst>
            <pc:docMk/>
            <pc:sldMk cId="2705696090" sldId="390"/>
            <ac:spMk id="9" creationId="{46E34A74-012F-8B89-6CA2-C7C869073600}"/>
          </ac:spMkLst>
        </pc:spChg>
        <pc:spChg chg="mod">
          <ac:chgData name="Giovanna Tonazzo" userId="f0c717e3-1c69-45f8-b254-4317ad764897" providerId="ADAL" clId="{253DD15A-91C6-4F9F-8DCE-EC902DFFCC8A}" dt="2024-09-21T14:38:24.262" v="9877"/>
          <ac:spMkLst>
            <pc:docMk/>
            <pc:sldMk cId="2705696090" sldId="390"/>
            <ac:spMk id="10" creationId="{61F6B046-6799-CDBA-CE4A-6659FBD31AA4}"/>
          </ac:spMkLst>
        </pc:spChg>
        <pc:spChg chg="mod">
          <ac:chgData name="Giovanna Tonazzo" userId="f0c717e3-1c69-45f8-b254-4317ad764897" providerId="ADAL" clId="{253DD15A-91C6-4F9F-8DCE-EC902DFFCC8A}" dt="2024-09-21T14:38:24.262" v="9877"/>
          <ac:spMkLst>
            <pc:docMk/>
            <pc:sldMk cId="2705696090" sldId="390"/>
            <ac:spMk id="11" creationId="{9DFCAC24-6ADC-B09C-8132-386411934444}"/>
          </ac:spMkLst>
        </pc:spChg>
      </pc:sldChg>
      <pc:sldChg chg="modSp mod modNotesTx">
        <pc:chgData name="Giovanna Tonazzo" userId="f0c717e3-1c69-45f8-b254-4317ad764897" providerId="ADAL" clId="{253DD15A-91C6-4F9F-8DCE-EC902DFFCC8A}" dt="2024-09-23T08:13:33.968" v="10769" actId="20577"/>
        <pc:sldMkLst>
          <pc:docMk/>
          <pc:sldMk cId="4250915351" sldId="391"/>
        </pc:sldMkLst>
        <pc:spChg chg="mod">
          <ac:chgData name="Giovanna Tonazzo" userId="f0c717e3-1c69-45f8-b254-4317ad764897" providerId="ADAL" clId="{253DD15A-91C6-4F9F-8DCE-EC902DFFCC8A}" dt="2024-09-21T14:38:24.262" v="9877"/>
          <ac:spMkLst>
            <pc:docMk/>
            <pc:sldMk cId="4250915351" sldId="391"/>
            <ac:spMk id="2" creationId="{F6C144FF-E174-03D8-B925-831E29B8F1DA}"/>
          </ac:spMkLst>
        </pc:spChg>
        <pc:spChg chg="mod">
          <ac:chgData name="Giovanna Tonazzo" userId="f0c717e3-1c69-45f8-b254-4317ad764897" providerId="ADAL" clId="{253DD15A-91C6-4F9F-8DCE-EC902DFFCC8A}" dt="2024-09-21T14:38:24.262" v="9877"/>
          <ac:spMkLst>
            <pc:docMk/>
            <pc:sldMk cId="4250915351" sldId="391"/>
            <ac:spMk id="3" creationId="{DDF45B4F-E45B-52B4-7E64-CE66A2B56A4A}"/>
          </ac:spMkLst>
        </pc:spChg>
        <pc:spChg chg="mod">
          <ac:chgData name="Giovanna Tonazzo" userId="f0c717e3-1c69-45f8-b254-4317ad764897" providerId="ADAL" clId="{253DD15A-91C6-4F9F-8DCE-EC902DFFCC8A}" dt="2024-09-21T14:38:24.262" v="9877"/>
          <ac:spMkLst>
            <pc:docMk/>
            <pc:sldMk cId="4250915351" sldId="391"/>
            <ac:spMk id="4" creationId="{70351E24-9F2A-D483-A109-9C7798655229}"/>
          </ac:spMkLst>
        </pc:spChg>
        <pc:spChg chg="mod">
          <ac:chgData name="Giovanna Tonazzo" userId="f0c717e3-1c69-45f8-b254-4317ad764897" providerId="ADAL" clId="{253DD15A-91C6-4F9F-8DCE-EC902DFFCC8A}" dt="2024-09-21T14:38:24.262" v="9877"/>
          <ac:spMkLst>
            <pc:docMk/>
            <pc:sldMk cId="4250915351" sldId="391"/>
            <ac:spMk id="5" creationId="{ED192CD4-8099-1CD2-664B-3420100CD0E5}"/>
          </ac:spMkLst>
        </pc:spChg>
        <pc:spChg chg="mod">
          <ac:chgData name="Giovanna Tonazzo" userId="f0c717e3-1c69-45f8-b254-4317ad764897" providerId="ADAL" clId="{253DD15A-91C6-4F9F-8DCE-EC902DFFCC8A}" dt="2024-09-21T14:38:24.262" v="9877"/>
          <ac:spMkLst>
            <pc:docMk/>
            <pc:sldMk cId="4250915351" sldId="391"/>
            <ac:spMk id="6" creationId="{49A51AD9-FE0A-060C-225D-331D73909A9E}"/>
          </ac:spMkLst>
        </pc:spChg>
        <pc:spChg chg="mod">
          <ac:chgData name="Giovanna Tonazzo" userId="f0c717e3-1c69-45f8-b254-4317ad764897" providerId="ADAL" clId="{253DD15A-91C6-4F9F-8DCE-EC902DFFCC8A}" dt="2024-09-21T14:38:24.262" v="9877"/>
          <ac:spMkLst>
            <pc:docMk/>
            <pc:sldMk cId="4250915351" sldId="391"/>
            <ac:spMk id="9" creationId="{46E34A74-012F-8B89-6CA2-C7C869073600}"/>
          </ac:spMkLst>
        </pc:spChg>
        <pc:spChg chg="mod">
          <ac:chgData name="Giovanna Tonazzo" userId="f0c717e3-1c69-45f8-b254-4317ad764897" providerId="ADAL" clId="{253DD15A-91C6-4F9F-8DCE-EC902DFFCC8A}" dt="2024-09-21T14:38:24.262" v="9877"/>
          <ac:spMkLst>
            <pc:docMk/>
            <pc:sldMk cId="4250915351" sldId="391"/>
            <ac:spMk id="10" creationId="{61F6B046-6799-CDBA-CE4A-6659FBD31AA4}"/>
          </ac:spMkLst>
        </pc:spChg>
        <pc:spChg chg="mod">
          <ac:chgData name="Giovanna Tonazzo" userId="f0c717e3-1c69-45f8-b254-4317ad764897" providerId="ADAL" clId="{253DD15A-91C6-4F9F-8DCE-EC902DFFCC8A}" dt="2024-09-23T08:13:33.968" v="10769" actId="20577"/>
          <ac:spMkLst>
            <pc:docMk/>
            <pc:sldMk cId="4250915351" sldId="391"/>
            <ac:spMk id="11" creationId="{9DFCAC24-6ADC-B09C-8132-386411934444}"/>
          </ac:spMkLst>
        </pc:spChg>
      </pc:sldChg>
      <pc:sldChg chg="modSp mod">
        <pc:chgData name="Giovanna Tonazzo" userId="f0c717e3-1c69-45f8-b254-4317ad764897" providerId="ADAL" clId="{253DD15A-91C6-4F9F-8DCE-EC902DFFCC8A}" dt="2024-09-21T14:38:24.262" v="9877"/>
        <pc:sldMkLst>
          <pc:docMk/>
          <pc:sldMk cId="4109801801" sldId="392"/>
        </pc:sldMkLst>
        <pc:spChg chg="mod">
          <ac:chgData name="Giovanna Tonazzo" userId="f0c717e3-1c69-45f8-b254-4317ad764897" providerId="ADAL" clId="{253DD15A-91C6-4F9F-8DCE-EC902DFFCC8A}" dt="2024-09-21T14:27:01.438" v="9828"/>
          <ac:spMkLst>
            <pc:docMk/>
            <pc:sldMk cId="4109801801" sldId="392"/>
            <ac:spMk id="4" creationId="{344E84FA-8372-4A24-7C3A-0E4157A45F0B}"/>
          </ac:spMkLst>
        </pc:spChg>
        <pc:spChg chg="mod">
          <ac:chgData name="Giovanna Tonazzo" userId="f0c717e3-1c69-45f8-b254-4317ad764897" providerId="ADAL" clId="{253DD15A-91C6-4F9F-8DCE-EC902DFFCC8A}" dt="2024-09-21T14:38:24.262" v="9877"/>
          <ac:spMkLst>
            <pc:docMk/>
            <pc:sldMk cId="4109801801" sldId="392"/>
            <ac:spMk id="9" creationId="{9A8BD4DA-EDE3-F05D-A10D-DD62C7548F64}"/>
          </ac:spMkLst>
        </pc:spChg>
        <pc:spChg chg="mod">
          <ac:chgData name="Giovanna Tonazzo" userId="f0c717e3-1c69-45f8-b254-4317ad764897" providerId="ADAL" clId="{253DD15A-91C6-4F9F-8DCE-EC902DFFCC8A}" dt="2024-09-21T14:38:24.262" v="9877"/>
          <ac:spMkLst>
            <pc:docMk/>
            <pc:sldMk cId="4109801801" sldId="392"/>
            <ac:spMk id="10" creationId="{E2BAD24E-B901-D8E2-3171-EAFAA649264C}"/>
          </ac:spMkLst>
        </pc:spChg>
      </pc:sldChg>
      <pc:sldChg chg="modSp mod">
        <pc:chgData name="Giovanna Tonazzo" userId="f0c717e3-1c69-45f8-b254-4317ad764897" providerId="ADAL" clId="{253DD15A-91C6-4F9F-8DCE-EC902DFFCC8A}" dt="2024-09-23T21:10:33.044" v="14205" actId="20577"/>
        <pc:sldMkLst>
          <pc:docMk/>
          <pc:sldMk cId="2816313309" sldId="393"/>
        </pc:sldMkLst>
        <pc:spChg chg="mod">
          <ac:chgData name="Giovanna Tonazzo" userId="f0c717e3-1c69-45f8-b254-4317ad764897" providerId="ADAL" clId="{253DD15A-91C6-4F9F-8DCE-EC902DFFCC8A}" dt="2024-09-23T21:10:33.044" v="14205" actId="20577"/>
          <ac:spMkLst>
            <pc:docMk/>
            <pc:sldMk cId="2816313309" sldId="393"/>
            <ac:spMk id="4" creationId="{344E84FA-8372-4A24-7C3A-0E4157A45F0B}"/>
          </ac:spMkLst>
        </pc:spChg>
        <pc:spChg chg="mod">
          <ac:chgData name="Giovanna Tonazzo" userId="f0c717e3-1c69-45f8-b254-4317ad764897" providerId="ADAL" clId="{253DD15A-91C6-4F9F-8DCE-EC902DFFCC8A}" dt="2024-09-21T14:38:24.262" v="9877"/>
          <ac:spMkLst>
            <pc:docMk/>
            <pc:sldMk cId="2816313309" sldId="393"/>
            <ac:spMk id="9" creationId="{9A8BD4DA-EDE3-F05D-A10D-DD62C7548F64}"/>
          </ac:spMkLst>
        </pc:spChg>
        <pc:spChg chg="mod">
          <ac:chgData name="Giovanna Tonazzo" userId="f0c717e3-1c69-45f8-b254-4317ad764897" providerId="ADAL" clId="{253DD15A-91C6-4F9F-8DCE-EC902DFFCC8A}" dt="2024-09-21T14:38:24.262" v="9877"/>
          <ac:spMkLst>
            <pc:docMk/>
            <pc:sldMk cId="2816313309" sldId="393"/>
            <ac:spMk id="10" creationId="{E2BAD24E-B901-D8E2-3171-EAFAA649264C}"/>
          </ac:spMkLst>
        </pc:spChg>
      </pc:sldChg>
      <pc:sldChg chg="modSp del mod">
        <pc:chgData name="Giovanna Tonazzo" userId="f0c717e3-1c69-45f8-b254-4317ad764897" providerId="ADAL" clId="{253DD15A-91C6-4F9F-8DCE-EC902DFFCC8A}" dt="2024-09-23T14:34:40.239" v="12904" actId="2696"/>
        <pc:sldMkLst>
          <pc:docMk/>
          <pc:sldMk cId="373150921" sldId="394"/>
        </pc:sldMkLst>
        <pc:spChg chg="mod">
          <ac:chgData name="Giovanna Tonazzo" userId="f0c717e3-1c69-45f8-b254-4317ad764897" providerId="ADAL" clId="{253DD15A-91C6-4F9F-8DCE-EC902DFFCC8A}" dt="2024-09-23T08:15:03.931" v="10771" actId="20577"/>
          <ac:spMkLst>
            <pc:docMk/>
            <pc:sldMk cId="373150921" sldId="394"/>
            <ac:spMk id="4" creationId="{344E84FA-8372-4A24-7C3A-0E4157A45F0B}"/>
          </ac:spMkLst>
        </pc:spChg>
        <pc:spChg chg="mod">
          <ac:chgData name="Giovanna Tonazzo" userId="f0c717e3-1c69-45f8-b254-4317ad764897" providerId="ADAL" clId="{253DD15A-91C6-4F9F-8DCE-EC902DFFCC8A}" dt="2024-09-21T14:38:24.262" v="9877"/>
          <ac:spMkLst>
            <pc:docMk/>
            <pc:sldMk cId="373150921" sldId="394"/>
            <ac:spMk id="9" creationId="{9A8BD4DA-EDE3-F05D-A10D-DD62C7548F64}"/>
          </ac:spMkLst>
        </pc:spChg>
        <pc:spChg chg="mod">
          <ac:chgData name="Giovanna Tonazzo" userId="f0c717e3-1c69-45f8-b254-4317ad764897" providerId="ADAL" clId="{253DD15A-91C6-4F9F-8DCE-EC902DFFCC8A}" dt="2024-09-21T14:38:24.262" v="9877"/>
          <ac:spMkLst>
            <pc:docMk/>
            <pc:sldMk cId="373150921" sldId="394"/>
            <ac:spMk id="10" creationId="{E2BAD24E-B901-D8E2-3171-EAFAA649264C}"/>
          </ac:spMkLst>
        </pc:spChg>
      </pc:sldChg>
      <pc:sldChg chg="modSp">
        <pc:chgData name="Giovanna Tonazzo" userId="f0c717e3-1c69-45f8-b254-4317ad764897" providerId="ADAL" clId="{253DD15A-91C6-4F9F-8DCE-EC902DFFCC8A}" dt="2024-09-21T14:38:24.262" v="9877"/>
        <pc:sldMkLst>
          <pc:docMk/>
          <pc:sldMk cId="1428840055" sldId="395"/>
        </pc:sldMkLst>
        <pc:spChg chg="mod">
          <ac:chgData name="Giovanna Tonazzo" userId="f0c717e3-1c69-45f8-b254-4317ad764897" providerId="ADAL" clId="{253DD15A-91C6-4F9F-8DCE-EC902DFFCC8A}" dt="2024-09-21T14:38:24.262" v="9877"/>
          <ac:spMkLst>
            <pc:docMk/>
            <pc:sldMk cId="1428840055" sldId="395"/>
            <ac:spMk id="6" creationId="{261102B7-F174-38E9-F3F8-5A3E4C031F7F}"/>
          </ac:spMkLst>
        </pc:spChg>
        <pc:spChg chg="mod">
          <ac:chgData name="Giovanna Tonazzo" userId="f0c717e3-1c69-45f8-b254-4317ad764897" providerId="ADAL" clId="{253DD15A-91C6-4F9F-8DCE-EC902DFFCC8A}" dt="2024-09-21T14:38:24.262" v="9877"/>
          <ac:spMkLst>
            <pc:docMk/>
            <pc:sldMk cId="1428840055" sldId="395"/>
            <ac:spMk id="7" creationId="{CAE31CC6-69B2-4695-8CD7-91AF1B926342}"/>
          </ac:spMkLst>
        </pc:spChg>
      </pc:sldChg>
      <pc:sldChg chg="del">
        <pc:chgData name="Giovanna Tonazzo" userId="f0c717e3-1c69-45f8-b254-4317ad764897" providerId="ADAL" clId="{253DD15A-91C6-4F9F-8DCE-EC902DFFCC8A}" dt="2024-09-16T07:49:26.182" v="7" actId="2696"/>
        <pc:sldMkLst>
          <pc:docMk/>
          <pc:sldMk cId="1526407055" sldId="398"/>
        </pc:sldMkLst>
      </pc:sldChg>
      <pc:sldChg chg="modSp mod">
        <pc:chgData name="Giovanna Tonazzo" userId="f0c717e3-1c69-45f8-b254-4317ad764897" providerId="ADAL" clId="{253DD15A-91C6-4F9F-8DCE-EC902DFFCC8A}" dt="2024-09-23T16:08:27.315" v="13651" actId="113"/>
        <pc:sldMkLst>
          <pc:docMk/>
          <pc:sldMk cId="1363119819" sldId="400"/>
        </pc:sldMkLst>
        <pc:spChg chg="mod">
          <ac:chgData name="Giovanna Tonazzo" userId="f0c717e3-1c69-45f8-b254-4317ad764897" providerId="ADAL" clId="{253DD15A-91C6-4F9F-8DCE-EC902DFFCC8A}" dt="2024-09-21T14:38:24.262" v="9877"/>
          <ac:spMkLst>
            <pc:docMk/>
            <pc:sldMk cId="1363119819" sldId="400"/>
            <ac:spMk id="2" creationId="{32EFF089-4DC5-475F-EC06-1ACE92C63401}"/>
          </ac:spMkLst>
        </pc:spChg>
        <pc:spChg chg="mod">
          <ac:chgData name="Giovanna Tonazzo" userId="f0c717e3-1c69-45f8-b254-4317ad764897" providerId="ADAL" clId="{253DD15A-91C6-4F9F-8DCE-EC902DFFCC8A}" dt="2024-09-23T16:08:27.315" v="13651" actId="113"/>
          <ac:spMkLst>
            <pc:docMk/>
            <pc:sldMk cId="1363119819" sldId="400"/>
            <ac:spMk id="3" creationId="{5B6679B9-49C8-7103-D822-EF1D380DC2BB}"/>
          </ac:spMkLst>
        </pc:spChg>
        <pc:spChg chg="mod">
          <ac:chgData name="Giovanna Tonazzo" userId="f0c717e3-1c69-45f8-b254-4317ad764897" providerId="ADAL" clId="{253DD15A-91C6-4F9F-8DCE-EC902DFFCC8A}" dt="2024-09-21T14:38:24.262" v="9877"/>
          <ac:spMkLst>
            <pc:docMk/>
            <pc:sldMk cId="1363119819" sldId="400"/>
            <ac:spMk id="6" creationId="{C5049567-2E77-EC52-5988-6FE2E1951D93}"/>
          </ac:spMkLst>
        </pc:spChg>
      </pc:sldChg>
      <pc:sldChg chg="modSp mod">
        <pc:chgData name="Giovanna Tonazzo" userId="f0c717e3-1c69-45f8-b254-4317ad764897" providerId="ADAL" clId="{253DD15A-91C6-4F9F-8DCE-EC902DFFCC8A}" dt="2024-09-23T16:39:45.053" v="13702" actId="20577"/>
        <pc:sldMkLst>
          <pc:docMk/>
          <pc:sldMk cId="1546445460" sldId="401"/>
        </pc:sldMkLst>
        <pc:spChg chg="mod">
          <ac:chgData name="Giovanna Tonazzo" userId="f0c717e3-1c69-45f8-b254-4317ad764897" providerId="ADAL" clId="{253DD15A-91C6-4F9F-8DCE-EC902DFFCC8A}" dt="2024-09-21T14:38:24.262" v="9877"/>
          <ac:spMkLst>
            <pc:docMk/>
            <pc:sldMk cId="1546445460" sldId="401"/>
            <ac:spMk id="2" creationId="{14CFFE5D-A45B-55F1-00C2-27CBF9C9F35F}"/>
          </ac:spMkLst>
        </pc:spChg>
        <pc:spChg chg="mod">
          <ac:chgData name="Giovanna Tonazzo" userId="f0c717e3-1c69-45f8-b254-4317ad764897" providerId="ADAL" clId="{253DD15A-91C6-4F9F-8DCE-EC902DFFCC8A}" dt="2024-09-23T16:39:45.053" v="13702" actId="20577"/>
          <ac:spMkLst>
            <pc:docMk/>
            <pc:sldMk cId="1546445460" sldId="401"/>
            <ac:spMk id="4" creationId="{72C462EA-B1EB-1210-4DB2-3D83C1BBA3AD}"/>
          </ac:spMkLst>
        </pc:spChg>
        <pc:spChg chg="mod">
          <ac:chgData name="Giovanna Tonazzo" userId="f0c717e3-1c69-45f8-b254-4317ad764897" providerId="ADAL" clId="{253DD15A-91C6-4F9F-8DCE-EC902DFFCC8A}" dt="2024-09-21T14:38:24.262" v="9877"/>
          <ac:spMkLst>
            <pc:docMk/>
            <pc:sldMk cId="1546445460" sldId="401"/>
            <ac:spMk id="7" creationId="{E1B74F9D-B44C-8050-0D7B-715BC455A879}"/>
          </ac:spMkLst>
        </pc:spChg>
        <pc:picChg chg="mod">
          <ac:chgData name="Giovanna Tonazzo" userId="f0c717e3-1c69-45f8-b254-4317ad764897" providerId="ADAL" clId="{253DD15A-91C6-4F9F-8DCE-EC902DFFCC8A}" dt="2024-09-21T14:38:24.262" v="9877"/>
          <ac:picMkLst>
            <pc:docMk/>
            <pc:sldMk cId="1546445460" sldId="401"/>
            <ac:picMk id="9" creationId="{7691F214-D75B-EFD9-7123-B35038984ED2}"/>
          </ac:picMkLst>
        </pc:picChg>
      </pc:sldChg>
      <pc:sldChg chg="modSp">
        <pc:chgData name="Giovanna Tonazzo" userId="f0c717e3-1c69-45f8-b254-4317ad764897" providerId="ADAL" clId="{253DD15A-91C6-4F9F-8DCE-EC902DFFCC8A}" dt="2024-09-21T14:38:24.262" v="9877"/>
        <pc:sldMkLst>
          <pc:docMk/>
          <pc:sldMk cId="944902324" sldId="402"/>
        </pc:sldMkLst>
        <pc:spChg chg="mod">
          <ac:chgData name="Giovanna Tonazzo" userId="f0c717e3-1c69-45f8-b254-4317ad764897" providerId="ADAL" clId="{253DD15A-91C6-4F9F-8DCE-EC902DFFCC8A}" dt="2024-09-21T14:38:24.262" v="9877"/>
          <ac:spMkLst>
            <pc:docMk/>
            <pc:sldMk cId="944902324" sldId="402"/>
            <ac:spMk id="7" creationId="{69C74BCF-86CF-DE59-102D-0897FEEE649F}"/>
          </ac:spMkLst>
        </pc:spChg>
        <pc:spChg chg="mod">
          <ac:chgData name="Giovanna Tonazzo" userId="f0c717e3-1c69-45f8-b254-4317ad764897" providerId="ADAL" clId="{253DD15A-91C6-4F9F-8DCE-EC902DFFCC8A}" dt="2024-09-21T14:38:24.262" v="9877"/>
          <ac:spMkLst>
            <pc:docMk/>
            <pc:sldMk cId="944902324" sldId="402"/>
            <ac:spMk id="21" creationId="{61A6C2DD-6111-AE5F-09DD-28D2E0D1D779}"/>
          </ac:spMkLst>
        </pc:spChg>
      </pc:sldChg>
      <pc:sldChg chg="modSp mod">
        <pc:chgData name="Giovanna Tonazzo" userId="f0c717e3-1c69-45f8-b254-4317ad764897" providerId="ADAL" clId="{253DD15A-91C6-4F9F-8DCE-EC902DFFCC8A}" dt="2024-09-24T07:13:22.287" v="14417" actId="1076"/>
        <pc:sldMkLst>
          <pc:docMk/>
          <pc:sldMk cId="2366821614" sldId="403"/>
        </pc:sldMkLst>
        <pc:spChg chg="mod">
          <ac:chgData name="Giovanna Tonazzo" userId="f0c717e3-1c69-45f8-b254-4317ad764897" providerId="ADAL" clId="{253DD15A-91C6-4F9F-8DCE-EC902DFFCC8A}" dt="2024-09-21T14:38:24.262" v="9877"/>
          <ac:spMkLst>
            <pc:docMk/>
            <pc:sldMk cId="2366821614" sldId="403"/>
            <ac:spMk id="2" creationId="{C3E7B872-9D5C-4BDE-F9BA-9CC3E0171A59}"/>
          </ac:spMkLst>
        </pc:spChg>
        <pc:spChg chg="mod">
          <ac:chgData name="Giovanna Tonazzo" userId="f0c717e3-1c69-45f8-b254-4317ad764897" providerId="ADAL" clId="{253DD15A-91C6-4F9F-8DCE-EC902DFFCC8A}" dt="2024-09-21T14:38:24.262" v="9877"/>
          <ac:spMkLst>
            <pc:docMk/>
            <pc:sldMk cId="2366821614" sldId="403"/>
            <ac:spMk id="3" creationId="{D0BB2191-F6D2-A02B-1793-4C48EBD72ECE}"/>
          </ac:spMkLst>
        </pc:spChg>
        <pc:spChg chg="mod">
          <ac:chgData name="Giovanna Tonazzo" userId="f0c717e3-1c69-45f8-b254-4317ad764897" providerId="ADAL" clId="{253DD15A-91C6-4F9F-8DCE-EC902DFFCC8A}" dt="2024-09-24T07:13:19.975" v="14416" actId="1076"/>
          <ac:spMkLst>
            <pc:docMk/>
            <pc:sldMk cId="2366821614" sldId="403"/>
            <ac:spMk id="4" creationId="{344E84FA-8372-4A24-7C3A-0E4157A45F0B}"/>
          </ac:spMkLst>
        </pc:spChg>
        <pc:spChg chg="mod">
          <ac:chgData name="Giovanna Tonazzo" userId="f0c717e3-1c69-45f8-b254-4317ad764897" providerId="ADAL" clId="{253DD15A-91C6-4F9F-8DCE-EC902DFFCC8A}" dt="2024-09-24T07:13:22.287" v="14417" actId="1076"/>
          <ac:spMkLst>
            <pc:docMk/>
            <pc:sldMk cId="2366821614" sldId="403"/>
            <ac:spMk id="5" creationId="{1722C1D8-DA22-EABA-07B7-89B61BDCB34E}"/>
          </ac:spMkLst>
        </pc:spChg>
        <pc:spChg chg="mod">
          <ac:chgData name="Giovanna Tonazzo" userId="f0c717e3-1c69-45f8-b254-4317ad764897" providerId="ADAL" clId="{253DD15A-91C6-4F9F-8DCE-EC902DFFCC8A}" dt="2024-09-21T14:38:24.262" v="9877"/>
          <ac:spMkLst>
            <pc:docMk/>
            <pc:sldMk cId="2366821614" sldId="403"/>
            <ac:spMk id="9" creationId="{9A8BD4DA-EDE3-F05D-A10D-DD62C7548F64}"/>
          </ac:spMkLst>
        </pc:spChg>
        <pc:spChg chg="mod">
          <ac:chgData name="Giovanna Tonazzo" userId="f0c717e3-1c69-45f8-b254-4317ad764897" providerId="ADAL" clId="{253DD15A-91C6-4F9F-8DCE-EC902DFFCC8A}" dt="2024-09-21T14:38:24.262" v="9877"/>
          <ac:spMkLst>
            <pc:docMk/>
            <pc:sldMk cId="2366821614" sldId="403"/>
            <ac:spMk id="10" creationId="{E2BAD24E-B901-D8E2-3171-EAFAA649264C}"/>
          </ac:spMkLst>
        </pc:spChg>
        <pc:spChg chg="mod">
          <ac:chgData name="Giovanna Tonazzo" userId="f0c717e3-1c69-45f8-b254-4317ad764897" providerId="ADAL" clId="{253DD15A-91C6-4F9F-8DCE-EC902DFFCC8A}" dt="2024-09-24T07:13:12.863" v="14415" actId="1076"/>
          <ac:spMkLst>
            <pc:docMk/>
            <pc:sldMk cId="2366821614" sldId="403"/>
            <ac:spMk id="13" creationId="{6642A822-9824-E928-EED8-F3F903C47AD4}"/>
          </ac:spMkLst>
        </pc:spChg>
        <pc:spChg chg="mod">
          <ac:chgData name="Giovanna Tonazzo" userId="f0c717e3-1c69-45f8-b254-4317ad764897" providerId="ADAL" clId="{253DD15A-91C6-4F9F-8DCE-EC902DFFCC8A}" dt="2024-09-24T07:13:09.527" v="14414" actId="1076"/>
          <ac:spMkLst>
            <pc:docMk/>
            <pc:sldMk cId="2366821614" sldId="403"/>
            <ac:spMk id="14" creationId="{93BD52E1-8B6F-6C2F-74E2-82CE08AB7467}"/>
          </ac:spMkLst>
        </pc:spChg>
      </pc:sldChg>
      <pc:sldChg chg="addSp delSp modSp mod setBg delDesignElem">
        <pc:chgData name="Giovanna Tonazzo" userId="f0c717e3-1c69-45f8-b254-4317ad764897" providerId="ADAL" clId="{253DD15A-91C6-4F9F-8DCE-EC902DFFCC8A}" dt="2024-09-22T20:24:22.770" v="10636" actId="20577"/>
        <pc:sldMkLst>
          <pc:docMk/>
          <pc:sldMk cId="688806318" sldId="404"/>
        </pc:sldMkLst>
        <pc:spChg chg="mod">
          <ac:chgData name="Giovanna Tonazzo" userId="f0c717e3-1c69-45f8-b254-4317ad764897" providerId="ADAL" clId="{253DD15A-91C6-4F9F-8DCE-EC902DFFCC8A}" dt="2024-09-22T20:24:22.770" v="10636" actId="20577"/>
          <ac:spMkLst>
            <pc:docMk/>
            <pc:sldMk cId="688806318" sldId="404"/>
            <ac:spMk id="4" creationId="{853E271B-F2F8-467B-0F2D-E3F4836B5E1A}"/>
          </ac:spMkLst>
        </pc:spChg>
        <pc:spChg chg="mod">
          <ac:chgData name="Giovanna Tonazzo" userId="f0c717e3-1c69-45f8-b254-4317ad764897" providerId="ADAL" clId="{253DD15A-91C6-4F9F-8DCE-EC902DFFCC8A}" dt="2024-09-21T14:27:01.438" v="9828"/>
          <ac:spMkLst>
            <pc:docMk/>
            <pc:sldMk cId="688806318" sldId="404"/>
            <ac:spMk id="7" creationId="{F10E7110-96E0-BCFF-4CC5-B4EC0236BECB}"/>
          </ac:spMkLst>
        </pc:spChg>
        <pc:spChg chg="add del">
          <ac:chgData name="Giovanna Tonazzo" userId="f0c717e3-1c69-45f8-b254-4317ad764897" providerId="ADAL" clId="{253DD15A-91C6-4F9F-8DCE-EC902DFFCC8A}" dt="2024-09-21T14:38:24.262" v="9877"/>
          <ac:spMkLst>
            <pc:docMk/>
            <pc:sldMk cId="688806318" sldId="404"/>
            <ac:spMk id="75" creationId="{2D6FBB9D-1CAA-4D05-AB33-BABDFE17B843}"/>
          </ac:spMkLst>
        </pc:spChg>
        <pc:spChg chg="add del">
          <ac:chgData name="Giovanna Tonazzo" userId="f0c717e3-1c69-45f8-b254-4317ad764897" providerId="ADAL" clId="{253DD15A-91C6-4F9F-8DCE-EC902DFFCC8A}" dt="2024-09-21T14:38:24.262" v="9877"/>
          <ac:spMkLst>
            <pc:docMk/>
            <pc:sldMk cId="688806318" sldId="404"/>
            <ac:spMk id="76" creationId="{04727B71-B4B6-4823-80A1-68C40B475118}"/>
          </ac:spMkLst>
        </pc:spChg>
        <pc:spChg chg="add del">
          <ac:chgData name="Giovanna Tonazzo" userId="f0c717e3-1c69-45f8-b254-4317ad764897" providerId="ADAL" clId="{253DD15A-91C6-4F9F-8DCE-EC902DFFCC8A}" dt="2024-09-21T14:38:24.262" v="9877"/>
          <ac:spMkLst>
            <pc:docMk/>
            <pc:sldMk cId="688806318" sldId="404"/>
            <ac:spMk id="77" creationId="{79A6DB05-9FB5-4B07-8675-74C23D4FD89D}"/>
          </ac:spMkLst>
        </pc:spChg>
        <pc:spChg chg="add del">
          <ac:chgData name="Giovanna Tonazzo" userId="f0c717e3-1c69-45f8-b254-4317ad764897" providerId="ADAL" clId="{253DD15A-91C6-4F9F-8DCE-EC902DFFCC8A}" dt="2024-09-21T14:38:24.262" v="9877"/>
          <ac:spMkLst>
            <pc:docMk/>
            <pc:sldMk cId="688806318" sldId="404"/>
            <ac:spMk id="78" creationId="{0B9EE3F3-89B7-43C3-8651-C4C96830993D}"/>
          </ac:spMkLst>
        </pc:spChg>
        <pc:spChg chg="add del">
          <ac:chgData name="Giovanna Tonazzo" userId="f0c717e3-1c69-45f8-b254-4317ad764897" providerId="ADAL" clId="{253DD15A-91C6-4F9F-8DCE-EC902DFFCC8A}" dt="2024-09-21T14:38:24.262" v="9877"/>
          <ac:spMkLst>
            <pc:docMk/>
            <pc:sldMk cId="688806318" sldId="404"/>
            <ac:spMk id="79" creationId="{33AE4636-AEEC-45D6-84D4-7AC2DA48ECF8}"/>
          </ac:spMkLst>
        </pc:spChg>
        <pc:spChg chg="add del">
          <ac:chgData name="Giovanna Tonazzo" userId="f0c717e3-1c69-45f8-b254-4317ad764897" providerId="ADAL" clId="{253DD15A-91C6-4F9F-8DCE-EC902DFFCC8A}" dt="2024-09-21T14:38:24.262" v="9877"/>
          <ac:spMkLst>
            <pc:docMk/>
            <pc:sldMk cId="688806318" sldId="404"/>
            <ac:spMk id="80" creationId="{8D9CE0F4-2EB2-4F1F-8AAC-DB3571D9FE10}"/>
          </ac:spMkLst>
        </pc:spChg>
      </pc:sldChg>
      <pc:sldChg chg="modSp mod">
        <pc:chgData name="Giovanna Tonazzo" userId="f0c717e3-1c69-45f8-b254-4317ad764897" providerId="ADAL" clId="{253DD15A-91C6-4F9F-8DCE-EC902DFFCC8A}" dt="2024-09-21T14:38:24.262" v="9877"/>
        <pc:sldMkLst>
          <pc:docMk/>
          <pc:sldMk cId="635273499" sldId="405"/>
        </pc:sldMkLst>
        <pc:spChg chg="mod">
          <ac:chgData name="Giovanna Tonazzo" userId="f0c717e3-1c69-45f8-b254-4317ad764897" providerId="ADAL" clId="{253DD15A-91C6-4F9F-8DCE-EC902DFFCC8A}" dt="2024-09-21T14:38:24.262" v="9877"/>
          <ac:spMkLst>
            <pc:docMk/>
            <pc:sldMk cId="635273499" sldId="405"/>
            <ac:spMk id="6" creationId="{93060B0C-67C1-A58C-FB00-38658632F7E5}"/>
          </ac:spMkLst>
        </pc:spChg>
        <pc:spChg chg="mod">
          <ac:chgData name="Giovanna Tonazzo" userId="f0c717e3-1c69-45f8-b254-4317ad764897" providerId="ADAL" clId="{253DD15A-91C6-4F9F-8DCE-EC902DFFCC8A}" dt="2024-09-21T14:38:24.262" v="9877"/>
          <ac:spMkLst>
            <pc:docMk/>
            <pc:sldMk cId="635273499" sldId="405"/>
            <ac:spMk id="14" creationId="{7D2F9CD5-9CA5-E0D1-2645-A9DF8289599C}"/>
          </ac:spMkLst>
        </pc:spChg>
        <pc:graphicFrameChg chg="modGraphic">
          <ac:chgData name="Giovanna Tonazzo" userId="f0c717e3-1c69-45f8-b254-4317ad764897" providerId="ADAL" clId="{253DD15A-91C6-4F9F-8DCE-EC902DFFCC8A}" dt="2024-09-18T06:59:31.024" v="7010" actId="20577"/>
          <ac:graphicFrameMkLst>
            <pc:docMk/>
            <pc:sldMk cId="635273499" sldId="405"/>
            <ac:graphicFrameMk id="16" creationId="{B422470B-CA1B-63FC-359A-71F4380F3784}"/>
          </ac:graphicFrameMkLst>
        </pc:graphicFrameChg>
      </pc:sldChg>
      <pc:sldChg chg="modSp mod">
        <pc:chgData name="Giovanna Tonazzo" userId="f0c717e3-1c69-45f8-b254-4317ad764897" providerId="ADAL" clId="{253DD15A-91C6-4F9F-8DCE-EC902DFFCC8A}" dt="2024-09-23T19:53:08.371" v="13877"/>
        <pc:sldMkLst>
          <pc:docMk/>
          <pc:sldMk cId="2692165944" sldId="406"/>
        </pc:sldMkLst>
        <pc:spChg chg="mod">
          <ac:chgData name="Giovanna Tonazzo" userId="f0c717e3-1c69-45f8-b254-4317ad764897" providerId="ADAL" clId="{253DD15A-91C6-4F9F-8DCE-EC902DFFCC8A}" dt="2024-09-21T14:38:24.262" v="9877"/>
          <ac:spMkLst>
            <pc:docMk/>
            <pc:sldMk cId="2692165944" sldId="406"/>
            <ac:spMk id="6" creationId="{93060B0C-67C1-A58C-FB00-38658632F7E5}"/>
          </ac:spMkLst>
        </pc:spChg>
        <pc:spChg chg="mod">
          <ac:chgData name="Giovanna Tonazzo" userId="f0c717e3-1c69-45f8-b254-4317ad764897" providerId="ADAL" clId="{253DD15A-91C6-4F9F-8DCE-EC902DFFCC8A}" dt="2024-09-21T14:38:24.262" v="9877"/>
          <ac:spMkLst>
            <pc:docMk/>
            <pc:sldMk cId="2692165944" sldId="406"/>
            <ac:spMk id="14" creationId="{7D2F9CD5-9CA5-E0D1-2645-A9DF8289599C}"/>
          </ac:spMkLst>
        </pc:spChg>
        <pc:graphicFrameChg chg="mod modGraphic">
          <ac:chgData name="Giovanna Tonazzo" userId="f0c717e3-1c69-45f8-b254-4317ad764897" providerId="ADAL" clId="{253DD15A-91C6-4F9F-8DCE-EC902DFFCC8A}" dt="2024-09-23T19:53:08.371" v="13877"/>
          <ac:graphicFrameMkLst>
            <pc:docMk/>
            <pc:sldMk cId="2692165944" sldId="406"/>
            <ac:graphicFrameMk id="16" creationId="{B422470B-CA1B-63FC-359A-71F4380F3784}"/>
          </ac:graphicFrameMkLst>
        </pc:graphicFrameChg>
      </pc:sldChg>
      <pc:sldChg chg="del">
        <pc:chgData name="Giovanna Tonazzo" userId="f0c717e3-1c69-45f8-b254-4317ad764897" providerId="ADAL" clId="{253DD15A-91C6-4F9F-8DCE-EC902DFFCC8A}" dt="2024-09-16T09:24:21.794" v="1218" actId="2696"/>
        <pc:sldMkLst>
          <pc:docMk/>
          <pc:sldMk cId="3435987445" sldId="407"/>
        </pc:sldMkLst>
      </pc:sldChg>
      <pc:sldChg chg="modSp mod">
        <pc:chgData name="Giovanna Tonazzo" userId="f0c717e3-1c69-45f8-b254-4317ad764897" providerId="ADAL" clId="{253DD15A-91C6-4F9F-8DCE-EC902DFFCC8A}" dt="2024-09-23T09:13:50.483" v="10943" actId="20577"/>
        <pc:sldMkLst>
          <pc:docMk/>
          <pc:sldMk cId="2676407384" sldId="408"/>
        </pc:sldMkLst>
        <pc:spChg chg="mod">
          <ac:chgData name="Giovanna Tonazzo" userId="f0c717e3-1c69-45f8-b254-4317ad764897" providerId="ADAL" clId="{253DD15A-91C6-4F9F-8DCE-EC902DFFCC8A}" dt="2024-09-22T20:25:07.076" v="10639" actId="255"/>
          <ac:spMkLst>
            <pc:docMk/>
            <pc:sldMk cId="2676407384" sldId="408"/>
            <ac:spMk id="2" creationId="{1C304294-B25F-3CE9-5680-F220890FD351}"/>
          </ac:spMkLst>
        </pc:spChg>
        <pc:spChg chg="mod">
          <ac:chgData name="Giovanna Tonazzo" userId="f0c717e3-1c69-45f8-b254-4317ad764897" providerId="ADAL" clId="{253DD15A-91C6-4F9F-8DCE-EC902DFFCC8A}" dt="2024-09-23T09:13:50.483" v="10943" actId="20577"/>
          <ac:spMkLst>
            <pc:docMk/>
            <pc:sldMk cId="2676407384" sldId="408"/>
            <ac:spMk id="4" creationId="{853E271B-F2F8-467B-0F2D-E3F4836B5E1A}"/>
          </ac:spMkLst>
        </pc:spChg>
        <pc:spChg chg="mod">
          <ac:chgData name="Giovanna Tonazzo" userId="f0c717e3-1c69-45f8-b254-4317ad764897" providerId="ADAL" clId="{253DD15A-91C6-4F9F-8DCE-EC902DFFCC8A}" dt="2024-09-21T14:38:24.262" v="9877"/>
          <ac:spMkLst>
            <pc:docMk/>
            <pc:sldMk cId="2676407384" sldId="408"/>
            <ac:spMk id="7" creationId="{F10E7110-96E0-BCFF-4CC5-B4EC0236BECB}"/>
          </ac:spMkLst>
        </pc:spChg>
        <pc:picChg chg="mod">
          <ac:chgData name="Giovanna Tonazzo" userId="f0c717e3-1c69-45f8-b254-4317ad764897" providerId="ADAL" clId="{253DD15A-91C6-4F9F-8DCE-EC902DFFCC8A}" dt="2024-09-21T14:38:24.262" v="9877"/>
          <ac:picMkLst>
            <pc:docMk/>
            <pc:sldMk cId="2676407384" sldId="408"/>
            <ac:picMk id="10" creationId="{194C34BC-82F2-BB3A-32CC-59F7F23FCBFD}"/>
          </ac:picMkLst>
        </pc:picChg>
      </pc:sldChg>
      <pc:sldChg chg="modSp mod">
        <pc:chgData name="Giovanna Tonazzo" userId="f0c717e3-1c69-45f8-b254-4317ad764897" providerId="ADAL" clId="{253DD15A-91C6-4F9F-8DCE-EC902DFFCC8A}" dt="2024-09-23T08:23:19.491" v="10774" actId="20577"/>
        <pc:sldMkLst>
          <pc:docMk/>
          <pc:sldMk cId="3618729209" sldId="409"/>
        </pc:sldMkLst>
        <pc:spChg chg="mod">
          <ac:chgData name="Giovanna Tonazzo" userId="f0c717e3-1c69-45f8-b254-4317ad764897" providerId="ADAL" clId="{253DD15A-91C6-4F9F-8DCE-EC902DFFCC8A}" dt="2024-09-21T14:38:24.262" v="9877"/>
          <ac:spMkLst>
            <pc:docMk/>
            <pc:sldMk cId="3618729209" sldId="409"/>
            <ac:spMk id="2" creationId="{1C304294-B25F-3CE9-5680-F220890FD351}"/>
          </ac:spMkLst>
        </pc:spChg>
        <pc:spChg chg="mod">
          <ac:chgData name="Giovanna Tonazzo" userId="f0c717e3-1c69-45f8-b254-4317ad764897" providerId="ADAL" clId="{253DD15A-91C6-4F9F-8DCE-EC902DFFCC8A}" dt="2024-09-23T08:23:19.491" v="10774" actId="20577"/>
          <ac:spMkLst>
            <pc:docMk/>
            <pc:sldMk cId="3618729209" sldId="409"/>
            <ac:spMk id="4" creationId="{853E271B-F2F8-467B-0F2D-E3F4836B5E1A}"/>
          </ac:spMkLst>
        </pc:spChg>
        <pc:spChg chg="mod">
          <ac:chgData name="Giovanna Tonazzo" userId="f0c717e3-1c69-45f8-b254-4317ad764897" providerId="ADAL" clId="{253DD15A-91C6-4F9F-8DCE-EC902DFFCC8A}" dt="2024-09-21T14:38:24.262" v="9877"/>
          <ac:spMkLst>
            <pc:docMk/>
            <pc:sldMk cId="3618729209" sldId="409"/>
            <ac:spMk id="7" creationId="{F10E7110-96E0-BCFF-4CC5-B4EC0236BECB}"/>
          </ac:spMkLst>
        </pc:spChg>
        <pc:picChg chg="mod">
          <ac:chgData name="Giovanna Tonazzo" userId="f0c717e3-1c69-45f8-b254-4317ad764897" providerId="ADAL" clId="{253DD15A-91C6-4F9F-8DCE-EC902DFFCC8A}" dt="2024-09-21T14:38:24.262" v="9877"/>
          <ac:picMkLst>
            <pc:docMk/>
            <pc:sldMk cId="3618729209" sldId="409"/>
            <ac:picMk id="15" creationId="{DF753428-4F95-9D18-7248-082425D99F25}"/>
          </ac:picMkLst>
        </pc:picChg>
      </pc:sldChg>
      <pc:sldChg chg="addSp delSp modSp mod setBg delDesignElem">
        <pc:chgData name="Giovanna Tonazzo" userId="f0c717e3-1c69-45f8-b254-4317ad764897" providerId="ADAL" clId="{253DD15A-91C6-4F9F-8DCE-EC902DFFCC8A}" dt="2024-09-24T07:22:39.122" v="14420" actId="20577"/>
        <pc:sldMkLst>
          <pc:docMk/>
          <pc:sldMk cId="535434226" sldId="410"/>
        </pc:sldMkLst>
        <pc:spChg chg="mod">
          <ac:chgData name="Giovanna Tonazzo" userId="f0c717e3-1c69-45f8-b254-4317ad764897" providerId="ADAL" clId="{253DD15A-91C6-4F9F-8DCE-EC902DFFCC8A}" dt="2024-09-16T09:28:40.713" v="1426" actId="20577"/>
          <ac:spMkLst>
            <pc:docMk/>
            <pc:sldMk cId="535434226" sldId="410"/>
            <ac:spMk id="2" creationId="{CA2E274D-491D-83ED-F4C2-83B3DE877A7A}"/>
          </ac:spMkLst>
        </pc:spChg>
        <pc:spChg chg="mod">
          <ac:chgData name="Giovanna Tonazzo" userId="f0c717e3-1c69-45f8-b254-4317ad764897" providerId="ADAL" clId="{253DD15A-91C6-4F9F-8DCE-EC902DFFCC8A}" dt="2024-09-21T14:27:01.438" v="9828"/>
          <ac:spMkLst>
            <pc:docMk/>
            <pc:sldMk cId="535434226" sldId="410"/>
            <ac:spMk id="6" creationId="{8AD7E035-4829-7A6C-BBB0-1D4DCB0ED2F4}"/>
          </ac:spMkLst>
        </pc:spChg>
        <pc:spChg chg="mod">
          <ac:chgData name="Giovanna Tonazzo" userId="f0c717e3-1c69-45f8-b254-4317ad764897" providerId="ADAL" clId="{253DD15A-91C6-4F9F-8DCE-EC902DFFCC8A}" dt="2024-09-24T07:22:39.122" v="14420" actId="20577"/>
          <ac:spMkLst>
            <pc:docMk/>
            <pc:sldMk cId="535434226" sldId="410"/>
            <ac:spMk id="18" creationId="{B1712AB9-6DD7-61EE-CF34-F6E2ED5B423D}"/>
          </ac:spMkLst>
        </pc:spChg>
        <pc:spChg chg="add del">
          <ac:chgData name="Giovanna Tonazzo" userId="f0c717e3-1c69-45f8-b254-4317ad764897" providerId="ADAL" clId="{253DD15A-91C6-4F9F-8DCE-EC902DFFCC8A}" dt="2024-09-21T14:38:24.262" v="9877"/>
          <ac:spMkLst>
            <pc:docMk/>
            <pc:sldMk cId="535434226" sldId="410"/>
            <ac:spMk id="20" creationId="{92468898-5A6E-4D55-85EC-308E785EE06C}"/>
          </ac:spMkLst>
        </pc:spChg>
        <pc:spChg chg="add del">
          <ac:chgData name="Giovanna Tonazzo" userId="f0c717e3-1c69-45f8-b254-4317ad764897" providerId="ADAL" clId="{253DD15A-91C6-4F9F-8DCE-EC902DFFCC8A}" dt="2024-09-21T14:38:24.262" v="9877"/>
          <ac:spMkLst>
            <pc:docMk/>
            <pc:sldMk cId="535434226" sldId="410"/>
            <ac:spMk id="22" creationId="{3E23A947-2D45-4208-AE2B-64948C87A3EB}"/>
          </ac:spMkLst>
        </pc:spChg>
        <pc:spChg chg="add del">
          <ac:chgData name="Giovanna Tonazzo" userId="f0c717e3-1c69-45f8-b254-4317ad764897" providerId="ADAL" clId="{253DD15A-91C6-4F9F-8DCE-EC902DFFCC8A}" dt="2024-09-21T14:38:24.262" v="9877"/>
          <ac:spMkLst>
            <pc:docMk/>
            <pc:sldMk cId="535434226" sldId="410"/>
            <ac:spMk id="27" creationId="{E5BBB0F9-6A59-4D02-A9C7-A2D6516684CE}"/>
          </ac:spMkLst>
        </pc:spChg>
      </pc:sldChg>
      <pc:sldChg chg="modSp mod">
        <pc:chgData name="Giovanna Tonazzo" userId="f0c717e3-1c69-45f8-b254-4317ad764897" providerId="ADAL" clId="{253DD15A-91C6-4F9F-8DCE-EC902DFFCC8A}" dt="2024-09-23T08:24:00.739" v="10778" actId="20577"/>
        <pc:sldMkLst>
          <pc:docMk/>
          <pc:sldMk cId="3229800528" sldId="411"/>
        </pc:sldMkLst>
        <pc:spChg chg="mod">
          <ac:chgData name="Giovanna Tonazzo" userId="f0c717e3-1c69-45f8-b254-4317ad764897" providerId="ADAL" clId="{253DD15A-91C6-4F9F-8DCE-EC902DFFCC8A}" dt="2024-09-17T20:31:57.500" v="6997" actId="27636"/>
          <ac:spMkLst>
            <pc:docMk/>
            <pc:sldMk cId="3229800528" sldId="411"/>
            <ac:spMk id="2" creationId="{1C304294-B25F-3CE9-5680-F220890FD351}"/>
          </ac:spMkLst>
        </pc:spChg>
        <pc:spChg chg="mod">
          <ac:chgData name="Giovanna Tonazzo" userId="f0c717e3-1c69-45f8-b254-4317ad764897" providerId="ADAL" clId="{253DD15A-91C6-4F9F-8DCE-EC902DFFCC8A}" dt="2024-09-23T08:24:00.739" v="10778" actId="20577"/>
          <ac:spMkLst>
            <pc:docMk/>
            <pc:sldMk cId="3229800528" sldId="411"/>
            <ac:spMk id="4" creationId="{853E271B-F2F8-467B-0F2D-E3F4836B5E1A}"/>
          </ac:spMkLst>
        </pc:spChg>
        <pc:spChg chg="mod">
          <ac:chgData name="Giovanna Tonazzo" userId="f0c717e3-1c69-45f8-b254-4317ad764897" providerId="ADAL" clId="{253DD15A-91C6-4F9F-8DCE-EC902DFFCC8A}" dt="2024-09-21T14:38:24.262" v="9877"/>
          <ac:spMkLst>
            <pc:docMk/>
            <pc:sldMk cId="3229800528" sldId="411"/>
            <ac:spMk id="7" creationId="{F10E7110-96E0-BCFF-4CC5-B4EC0236BECB}"/>
          </ac:spMkLst>
        </pc:spChg>
        <pc:picChg chg="mod">
          <ac:chgData name="Giovanna Tonazzo" userId="f0c717e3-1c69-45f8-b254-4317ad764897" providerId="ADAL" clId="{253DD15A-91C6-4F9F-8DCE-EC902DFFCC8A}" dt="2024-09-21T14:38:24.262" v="9877"/>
          <ac:picMkLst>
            <pc:docMk/>
            <pc:sldMk cId="3229800528" sldId="411"/>
            <ac:picMk id="8" creationId="{62E147F0-50D1-5E67-5778-FBB596B7F07E}"/>
          </ac:picMkLst>
        </pc:picChg>
      </pc:sldChg>
      <pc:sldChg chg="addSp delSp modSp mod setBg delDesignElem">
        <pc:chgData name="Giovanna Tonazzo" userId="f0c717e3-1c69-45f8-b254-4317ad764897" providerId="ADAL" clId="{253DD15A-91C6-4F9F-8DCE-EC902DFFCC8A}" dt="2024-09-21T14:39:16.091" v="9883"/>
        <pc:sldMkLst>
          <pc:docMk/>
          <pc:sldMk cId="817292007" sldId="412"/>
        </pc:sldMkLst>
        <pc:spChg chg="mod">
          <ac:chgData name="Giovanna Tonazzo" userId="f0c717e3-1c69-45f8-b254-4317ad764897" providerId="ADAL" clId="{253DD15A-91C6-4F9F-8DCE-EC902DFFCC8A}" dt="2024-09-21T14:38:24.262" v="9877"/>
          <ac:spMkLst>
            <pc:docMk/>
            <pc:sldMk cId="817292007" sldId="412"/>
            <ac:spMk id="4" creationId="{853E271B-F2F8-467B-0F2D-E3F4836B5E1A}"/>
          </ac:spMkLst>
        </pc:spChg>
        <pc:spChg chg="mod">
          <ac:chgData name="Giovanna Tonazzo" userId="f0c717e3-1c69-45f8-b254-4317ad764897" providerId="ADAL" clId="{253DD15A-91C6-4F9F-8DCE-EC902DFFCC8A}" dt="2024-09-21T14:27:01.438" v="9828"/>
          <ac:spMkLst>
            <pc:docMk/>
            <pc:sldMk cId="817292007" sldId="412"/>
            <ac:spMk id="7" creationId="{F10E7110-96E0-BCFF-4CC5-B4EC0236BECB}"/>
          </ac:spMkLst>
        </pc:spChg>
        <pc:spChg chg="add del">
          <ac:chgData name="Giovanna Tonazzo" userId="f0c717e3-1c69-45f8-b254-4317ad764897" providerId="ADAL" clId="{253DD15A-91C6-4F9F-8DCE-EC902DFFCC8A}" dt="2024-09-21T14:38:24.262" v="9877"/>
          <ac:spMkLst>
            <pc:docMk/>
            <pc:sldMk cId="817292007" sldId="412"/>
            <ac:spMk id="14" creationId="{2D6FBB9D-1CAA-4D05-AB33-BABDFE17B843}"/>
          </ac:spMkLst>
        </pc:spChg>
        <pc:spChg chg="add del">
          <ac:chgData name="Giovanna Tonazzo" userId="f0c717e3-1c69-45f8-b254-4317ad764897" providerId="ADAL" clId="{253DD15A-91C6-4F9F-8DCE-EC902DFFCC8A}" dt="2024-09-21T14:38:24.262" v="9877"/>
          <ac:spMkLst>
            <pc:docMk/>
            <pc:sldMk cId="817292007" sldId="412"/>
            <ac:spMk id="16" creationId="{04727B71-B4B6-4823-80A1-68C40B475118}"/>
          </ac:spMkLst>
        </pc:spChg>
        <pc:spChg chg="add del">
          <ac:chgData name="Giovanna Tonazzo" userId="f0c717e3-1c69-45f8-b254-4317ad764897" providerId="ADAL" clId="{253DD15A-91C6-4F9F-8DCE-EC902DFFCC8A}" dt="2024-09-21T14:38:24.262" v="9877"/>
          <ac:spMkLst>
            <pc:docMk/>
            <pc:sldMk cId="817292007" sldId="412"/>
            <ac:spMk id="18" creationId="{79A6DB05-9FB5-4B07-8675-74C23D4FD89D}"/>
          </ac:spMkLst>
        </pc:spChg>
        <pc:spChg chg="add del">
          <ac:chgData name="Giovanna Tonazzo" userId="f0c717e3-1c69-45f8-b254-4317ad764897" providerId="ADAL" clId="{253DD15A-91C6-4F9F-8DCE-EC902DFFCC8A}" dt="2024-09-21T14:38:24.262" v="9877"/>
          <ac:spMkLst>
            <pc:docMk/>
            <pc:sldMk cId="817292007" sldId="412"/>
            <ac:spMk id="20" creationId="{92468898-5A6E-4D55-85EC-308E785EE06C}"/>
          </ac:spMkLst>
        </pc:spChg>
        <pc:spChg chg="add del">
          <ac:chgData name="Giovanna Tonazzo" userId="f0c717e3-1c69-45f8-b254-4317ad764897" providerId="ADAL" clId="{253DD15A-91C6-4F9F-8DCE-EC902DFFCC8A}" dt="2024-09-21T14:38:24.262" v="9877"/>
          <ac:spMkLst>
            <pc:docMk/>
            <pc:sldMk cId="817292007" sldId="412"/>
            <ac:spMk id="22" creationId="{3E23A947-2D45-4208-AE2B-64948C87A3EB}"/>
          </ac:spMkLst>
        </pc:spChg>
        <pc:spChg chg="add del">
          <ac:chgData name="Giovanna Tonazzo" userId="f0c717e3-1c69-45f8-b254-4317ad764897" providerId="ADAL" clId="{253DD15A-91C6-4F9F-8DCE-EC902DFFCC8A}" dt="2024-09-21T14:38:24.262" v="9877"/>
          <ac:spMkLst>
            <pc:docMk/>
            <pc:sldMk cId="817292007" sldId="412"/>
            <ac:spMk id="24" creationId="{E5BBB0F9-6A59-4D02-A9C7-A2D6516684CE}"/>
          </ac:spMkLst>
        </pc:spChg>
      </pc:sldChg>
      <pc:sldChg chg="addSp delSp modSp del mod chgLayout">
        <pc:chgData name="Giovanna Tonazzo" userId="f0c717e3-1c69-45f8-b254-4317ad764897" providerId="ADAL" clId="{253DD15A-91C6-4F9F-8DCE-EC902DFFCC8A}" dt="2024-09-16T17:10:33.821" v="3353" actId="2696"/>
        <pc:sldMkLst>
          <pc:docMk/>
          <pc:sldMk cId="1958521489" sldId="413"/>
        </pc:sldMkLst>
        <pc:spChg chg="del">
          <ac:chgData name="Giovanna Tonazzo" userId="f0c717e3-1c69-45f8-b254-4317ad764897" providerId="ADAL" clId="{253DD15A-91C6-4F9F-8DCE-EC902DFFCC8A}" dt="2024-09-16T16:51:04.112" v="3058" actId="478"/>
          <ac:spMkLst>
            <pc:docMk/>
            <pc:sldMk cId="1958521489" sldId="413"/>
            <ac:spMk id="2" creationId="{163180E6-A106-B583-99A8-40234E4C4493}"/>
          </ac:spMkLst>
        </pc:spChg>
        <pc:spChg chg="add del mod">
          <ac:chgData name="Giovanna Tonazzo" userId="f0c717e3-1c69-45f8-b254-4317ad764897" providerId="ADAL" clId="{253DD15A-91C6-4F9F-8DCE-EC902DFFCC8A}" dt="2024-09-16T16:39:48.565" v="2435" actId="931"/>
          <ac:spMkLst>
            <pc:docMk/>
            <pc:sldMk cId="1958521489" sldId="413"/>
            <ac:spMk id="4" creationId="{DB0CA9FB-40C0-66C4-92EC-FC6275FB174E}"/>
          </ac:spMkLst>
        </pc:spChg>
        <pc:spChg chg="mod ord">
          <ac:chgData name="Giovanna Tonazzo" userId="f0c717e3-1c69-45f8-b254-4317ad764897" providerId="ADAL" clId="{253DD15A-91C6-4F9F-8DCE-EC902DFFCC8A}" dt="2024-09-16T17:03:46.197" v="3106" actId="700"/>
          <ac:spMkLst>
            <pc:docMk/>
            <pc:sldMk cId="1958521489" sldId="413"/>
            <ac:spMk id="6" creationId="{327F2781-1102-2774-F5B4-62CC4847A5B5}"/>
          </ac:spMkLst>
        </pc:spChg>
        <pc:spChg chg="add del mod">
          <ac:chgData name="Giovanna Tonazzo" userId="f0c717e3-1c69-45f8-b254-4317ad764897" providerId="ADAL" clId="{253DD15A-91C6-4F9F-8DCE-EC902DFFCC8A}" dt="2024-09-16T16:40:12.043" v="2439" actId="931"/>
          <ac:spMkLst>
            <pc:docMk/>
            <pc:sldMk cId="1958521489" sldId="413"/>
            <ac:spMk id="7" creationId="{AFABC9B9-A972-1D54-AB3C-DD6F9821904E}"/>
          </ac:spMkLst>
        </pc:spChg>
        <pc:spChg chg="add del mod ord">
          <ac:chgData name="Giovanna Tonazzo" userId="f0c717e3-1c69-45f8-b254-4317ad764897" providerId="ADAL" clId="{253DD15A-91C6-4F9F-8DCE-EC902DFFCC8A}" dt="2024-09-16T17:04:43.124" v="3108" actId="26606"/>
          <ac:spMkLst>
            <pc:docMk/>
            <pc:sldMk cId="1958521489" sldId="413"/>
            <ac:spMk id="8" creationId="{1ED796A4-DAB7-22FB-F9A5-D44E3ABFBE4C}"/>
          </ac:spMkLst>
        </pc:spChg>
        <pc:spChg chg="del">
          <ac:chgData name="Giovanna Tonazzo" userId="f0c717e3-1c69-45f8-b254-4317ad764897" providerId="ADAL" clId="{253DD15A-91C6-4F9F-8DCE-EC902DFFCC8A}" dt="2024-09-16T09:55:36.284" v="2338" actId="478"/>
          <ac:spMkLst>
            <pc:docMk/>
            <pc:sldMk cId="1958521489" sldId="413"/>
            <ac:spMk id="9" creationId="{413A51AA-D984-361F-187C-D0E4D6E1859B}"/>
          </ac:spMkLst>
        </pc:spChg>
        <pc:spChg chg="del">
          <ac:chgData name="Giovanna Tonazzo" userId="f0c717e3-1c69-45f8-b254-4317ad764897" providerId="ADAL" clId="{253DD15A-91C6-4F9F-8DCE-EC902DFFCC8A}" dt="2024-09-16T09:55:37.661" v="2339" actId="478"/>
          <ac:spMkLst>
            <pc:docMk/>
            <pc:sldMk cId="1958521489" sldId="413"/>
            <ac:spMk id="10" creationId="{B51A2CEE-EAE2-9221-63BF-095E06C04105}"/>
          </ac:spMkLst>
        </pc:spChg>
        <pc:spChg chg="del">
          <ac:chgData name="Giovanna Tonazzo" userId="f0c717e3-1c69-45f8-b254-4317ad764897" providerId="ADAL" clId="{253DD15A-91C6-4F9F-8DCE-EC902DFFCC8A}" dt="2024-09-16T09:55:20.864" v="2335" actId="478"/>
          <ac:spMkLst>
            <pc:docMk/>
            <pc:sldMk cId="1958521489" sldId="413"/>
            <ac:spMk id="11" creationId="{A62E9D60-3944-B6BD-45A9-FA63B168B2DF}"/>
          </ac:spMkLst>
        </pc:spChg>
        <pc:spChg chg="del">
          <ac:chgData name="Giovanna Tonazzo" userId="f0c717e3-1c69-45f8-b254-4317ad764897" providerId="ADAL" clId="{253DD15A-91C6-4F9F-8DCE-EC902DFFCC8A}" dt="2024-09-16T09:55:25.960" v="2336" actId="478"/>
          <ac:spMkLst>
            <pc:docMk/>
            <pc:sldMk cId="1958521489" sldId="413"/>
            <ac:spMk id="12" creationId="{9A821CF1-6163-95A4-5149-71F50276706C}"/>
          </ac:spMkLst>
        </pc:spChg>
        <pc:spChg chg="del">
          <ac:chgData name="Giovanna Tonazzo" userId="f0c717e3-1c69-45f8-b254-4317ad764897" providerId="ADAL" clId="{253DD15A-91C6-4F9F-8DCE-EC902DFFCC8A}" dt="2024-09-16T09:55:29.861" v="2337" actId="478"/>
          <ac:spMkLst>
            <pc:docMk/>
            <pc:sldMk cId="1958521489" sldId="413"/>
            <ac:spMk id="13" creationId="{DAB450F2-6A84-884A-CBAB-6AC4D0252170}"/>
          </ac:spMkLst>
        </pc:spChg>
        <pc:spChg chg="add del mod">
          <ac:chgData name="Giovanna Tonazzo" userId="f0c717e3-1c69-45f8-b254-4317ad764897" providerId="ADAL" clId="{253DD15A-91C6-4F9F-8DCE-EC902DFFCC8A}" dt="2024-09-16T16:40:59.486" v="2446" actId="931"/>
          <ac:spMkLst>
            <pc:docMk/>
            <pc:sldMk cId="1958521489" sldId="413"/>
            <ac:spMk id="16" creationId="{8B9E45D0-D704-0FB1-B362-724D4D63D7D0}"/>
          </ac:spMkLst>
        </pc:spChg>
        <pc:spChg chg="add del mod">
          <ac:chgData name="Giovanna Tonazzo" userId="f0c717e3-1c69-45f8-b254-4317ad764897" providerId="ADAL" clId="{253DD15A-91C6-4F9F-8DCE-EC902DFFCC8A}" dt="2024-09-16T16:41:06.074" v="2449" actId="931"/>
          <ac:spMkLst>
            <pc:docMk/>
            <pc:sldMk cId="1958521489" sldId="413"/>
            <ac:spMk id="20" creationId="{616CD185-2AC8-F884-6A2B-21FE9E7E031D}"/>
          </ac:spMkLst>
        </pc:spChg>
        <pc:spChg chg="add del mod">
          <ac:chgData name="Giovanna Tonazzo" userId="f0c717e3-1c69-45f8-b254-4317ad764897" providerId="ADAL" clId="{253DD15A-91C6-4F9F-8DCE-EC902DFFCC8A}" dt="2024-09-16T16:40:44.776" v="2443" actId="931"/>
          <ac:spMkLst>
            <pc:docMk/>
            <pc:sldMk cId="1958521489" sldId="413"/>
            <ac:spMk id="27" creationId="{BDCD73F8-5F55-1E06-9326-87455F328BE0}"/>
          </ac:spMkLst>
        </pc:spChg>
        <pc:spChg chg="add del mod ord">
          <ac:chgData name="Giovanna Tonazzo" userId="f0c717e3-1c69-45f8-b254-4317ad764897" providerId="ADAL" clId="{253DD15A-91C6-4F9F-8DCE-EC902DFFCC8A}" dt="2024-09-16T17:03:46.197" v="3106" actId="700"/>
          <ac:spMkLst>
            <pc:docMk/>
            <pc:sldMk cId="1958521489" sldId="413"/>
            <ac:spMk id="34" creationId="{A65AE0DF-9BE4-5DD0-8F65-E0BF8ACAE3FE}"/>
          </ac:spMkLst>
        </pc:spChg>
        <pc:spChg chg="add del mod ord">
          <ac:chgData name="Giovanna Tonazzo" userId="f0c717e3-1c69-45f8-b254-4317ad764897" providerId="ADAL" clId="{253DD15A-91C6-4F9F-8DCE-EC902DFFCC8A}" dt="2024-09-16T17:03:46.197" v="3106" actId="700"/>
          <ac:spMkLst>
            <pc:docMk/>
            <pc:sldMk cId="1958521489" sldId="413"/>
            <ac:spMk id="35" creationId="{69A6CECE-D3A4-D177-44B7-B852C0C58750}"/>
          </ac:spMkLst>
        </pc:spChg>
        <pc:spChg chg="add del mod ord">
          <ac:chgData name="Giovanna Tonazzo" userId="f0c717e3-1c69-45f8-b254-4317ad764897" providerId="ADAL" clId="{253DD15A-91C6-4F9F-8DCE-EC902DFFCC8A}" dt="2024-09-16T17:03:46.197" v="3106" actId="700"/>
          <ac:spMkLst>
            <pc:docMk/>
            <pc:sldMk cId="1958521489" sldId="413"/>
            <ac:spMk id="36" creationId="{0CCE5F2B-BBAE-A764-19F7-89897ED8C6BD}"/>
          </ac:spMkLst>
        </pc:spChg>
        <pc:spChg chg="add del mod ord">
          <ac:chgData name="Giovanna Tonazzo" userId="f0c717e3-1c69-45f8-b254-4317ad764897" providerId="ADAL" clId="{253DD15A-91C6-4F9F-8DCE-EC902DFFCC8A}" dt="2024-09-16T17:03:46.197" v="3106" actId="700"/>
          <ac:spMkLst>
            <pc:docMk/>
            <pc:sldMk cId="1958521489" sldId="413"/>
            <ac:spMk id="37" creationId="{619D0D8C-6E90-63B5-B6F8-F0F307AC2A70}"/>
          </ac:spMkLst>
        </pc:spChg>
        <pc:spChg chg="add del mod ord">
          <ac:chgData name="Giovanna Tonazzo" userId="f0c717e3-1c69-45f8-b254-4317ad764897" providerId="ADAL" clId="{253DD15A-91C6-4F9F-8DCE-EC902DFFCC8A}" dt="2024-09-16T17:03:46.197" v="3106" actId="700"/>
          <ac:spMkLst>
            <pc:docMk/>
            <pc:sldMk cId="1958521489" sldId="413"/>
            <ac:spMk id="38" creationId="{9B4CCB65-95EF-42B4-FEC0-2FF6A2A2F181}"/>
          </ac:spMkLst>
        </pc:spChg>
        <pc:spChg chg="add del mod ord">
          <ac:chgData name="Giovanna Tonazzo" userId="f0c717e3-1c69-45f8-b254-4317ad764897" providerId="ADAL" clId="{253DD15A-91C6-4F9F-8DCE-EC902DFFCC8A}" dt="2024-09-16T17:03:46.197" v="3106" actId="700"/>
          <ac:spMkLst>
            <pc:docMk/>
            <pc:sldMk cId="1958521489" sldId="413"/>
            <ac:spMk id="39" creationId="{74FD3779-AE59-CDFE-DFE7-BAC7179F6236}"/>
          </ac:spMkLst>
        </pc:spChg>
        <pc:graphicFrameChg chg="add del">
          <ac:chgData name="Giovanna Tonazzo" userId="f0c717e3-1c69-45f8-b254-4317ad764897" providerId="ADAL" clId="{253DD15A-91C6-4F9F-8DCE-EC902DFFCC8A}" dt="2024-09-16T17:04:43.124" v="3108" actId="26606"/>
          <ac:graphicFrameMkLst>
            <pc:docMk/>
            <pc:sldMk cId="1958521489" sldId="413"/>
            <ac:graphicFrameMk id="40" creationId="{29F84B1F-59AD-85C2-395D-EBB9D5FC0A64}"/>
          </ac:graphicFrameMkLst>
        </pc:graphicFrameChg>
        <pc:picChg chg="del">
          <ac:chgData name="Giovanna Tonazzo" userId="f0c717e3-1c69-45f8-b254-4317ad764897" providerId="ADAL" clId="{253DD15A-91C6-4F9F-8DCE-EC902DFFCC8A}" dt="2024-09-16T16:16:27.518" v="2345" actId="478"/>
          <ac:picMkLst>
            <pc:docMk/>
            <pc:sldMk cId="1958521489" sldId="413"/>
            <ac:picMk id="15" creationId="{37585A44-F91A-37FB-57E9-2E695AACA808}"/>
          </ac:picMkLst>
        </pc:picChg>
        <pc:picChg chg="del">
          <ac:chgData name="Giovanna Tonazzo" userId="f0c717e3-1c69-45f8-b254-4317ad764897" providerId="ADAL" clId="{253DD15A-91C6-4F9F-8DCE-EC902DFFCC8A}" dt="2024-09-16T16:16:27.518" v="2345" actId="478"/>
          <ac:picMkLst>
            <pc:docMk/>
            <pc:sldMk cId="1958521489" sldId="413"/>
            <ac:picMk id="17" creationId="{BA151C2B-9F07-0334-9F17-D13889C3A489}"/>
          </ac:picMkLst>
        </pc:picChg>
        <pc:picChg chg="del">
          <ac:chgData name="Giovanna Tonazzo" userId="f0c717e3-1c69-45f8-b254-4317ad764897" providerId="ADAL" clId="{253DD15A-91C6-4F9F-8DCE-EC902DFFCC8A}" dt="2024-09-16T16:16:27.518" v="2345" actId="478"/>
          <ac:picMkLst>
            <pc:docMk/>
            <pc:sldMk cId="1958521489" sldId="413"/>
            <ac:picMk id="19" creationId="{E3CE2910-2190-3C9D-0A83-03E96206BB62}"/>
          </ac:picMkLst>
        </pc:picChg>
        <pc:picChg chg="del">
          <ac:chgData name="Giovanna Tonazzo" userId="f0c717e3-1c69-45f8-b254-4317ad764897" providerId="ADAL" clId="{253DD15A-91C6-4F9F-8DCE-EC902DFFCC8A}" dt="2024-09-16T16:16:27.518" v="2345" actId="478"/>
          <ac:picMkLst>
            <pc:docMk/>
            <pc:sldMk cId="1958521489" sldId="413"/>
            <ac:picMk id="21" creationId="{4B374F24-1A3A-4662-21C8-BDF4F5AC7E51}"/>
          </ac:picMkLst>
        </pc:picChg>
        <pc:picChg chg="add mod ord">
          <ac:chgData name="Giovanna Tonazzo" userId="f0c717e3-1c69-45f8-b254-4317ad764897" providerId="ADAL" clId="{253DD15A-91C6-4F9F-8DCE-EC902DFFCC8A}" dt="2024-09-16T17:03:46.197" v="3106" actId="700"/>
          <ac:picMkLst>
            <pc:docMk/>
            <pc:sldMk cId="1958521489" sldId="413"/>
            <ac:picMk id="23" creationId="{1B004821-9AE4-15CD-193B-029D9B0913B0}"/>
          </ac:picMkLst>
        </pc:picChg>
        <pc:picChg chg="add del mod">
          <ac:chgData name="Giovanna Tonazzo" userId="f0c717e3-1c69-45f8-b254-4317ad764897" providerId="ADAL" clId="{253DD15A-91C6-4F9F-8DCE-EC902DFFCC8A}" dt="2024-09-16T16:40:21.407" v="2442" actId="478"/>
          <ac:picMkLst>
            <pc:docMk/>
            <pc:sldMk cId="1958521489" sldId="413"/>
            <ac:picMk id="25" creationId="{79AADE3A-6358-41E7-06E7-B7787E95FDA5}"/>
          </ac:picMkLst>
        </pc:picChg>
        <pc:picChg chg="add mod ord">
          <ac:chgData name="Giovanna Tonazzo" userId="f0c717e3-1c69-45f8-b254-4317ad764897" providerId="ADAL" clId="{253DD15A-91C6-4F9F-8DCE-EC902DFFCC8A}" dt="2024-09-16T17:03:46.197" v="3106" actId="700"/>
          <ac:picMkLst>
            <pc:docMk/>
            <pc:sldMk cId="1958521489" sldId="413"/>
            <ac:picMk id="29" creationId="{1768C852-554E-4BB2-067B-CDB712BA20C6}"/>
          </ac:picMkLst>
        </pc:picChg>
        <pc:picChg chg="add mod ord">
          <ac:chgData name="Giovanna Tonazzo" userId="f0c717e3-1c69-45f8-b254-4317ad764897" providerId="ADAL" clId="{253DD15A-91C6-4F9F-8DCE-EC902DFFCC8A}" dt="2024-09-16T17:03:46.197" v="3106" actId="700"/>
          <ac:picMkLst>
            <pc:docMk/>
            <pc:sldMk cId="1958521489" sldId="413"/>
            <ac:picMk id="31" creationId="{DFAF7A33-6504-02AB-C7E8-D5BE5E7ABCA5}"/>
          </ac:picMkLst>
        </pc:picChg>
        <pc:picChg chg="add mod ord">
          <ac:chgData name="Giovanna Tonazzo" userId="f0c717e3-1c69-45f8-b254-4317ad764897" providerId="ADAL" clId="{253DD15A-91C6-4F9F-8DCE-EC902DFFCC8A}" dt="2024-09-16T17:03:46.197" v="3106" actId="700"/>
          <ac:picMkLst>
            <pc:docMk/>
            <pc:sldMk cId="1958521489" sldId="413"/>
            <ac:picMk id="33" creationId="{0E87FD86-AFDE-7E55-FBDA-57A704435368}"/>
          </ac:picMkLst>
        </pc:picChg>
      </pc:sldChg>
      <pc:sldChg chg="addSp delSp modSp mod setBg delDesignElem">
        <pc:chgData name="Giovanna Tonazzo" userId="f0c717e3-1c69-45f8-b254-4317ad764897" providerId="ADAL" clId="{253DD15A-91C6-4F9F-8DCE-EC902DFFCC8A}" dt="2024-09-21T14:39:16.091" v="9883"/>
        <pc:sldMkLst>
          <pc:docMk/>
          <pc:sldMk cId="1821525996" sldId="414"/>
        </pc:sldMkLst>
        <pc:spChg chg="mod">
          <ac:chgData name="Giovanna Tonazzo" userId="f0c717e3-1c69-45f8-b254-4317ad764897" providerId="ADAL" clId="{253DD15A-91C6-4F9F-8DCE-EC902DFFCC8A}" dt="2024-09-21T14:26:52.441" v="9820"/>
          <ac:spMkLst>
            <pc:docMk/>
            <pc:sldMk cId="1821525996" sldId="414"/>
            <ac:spMk id="4" creationId="{853E271B-F2F8-467B-0F2D-E3F4836B5E1A}"/>
          </ac:spMkLst>
        </pc:spChg>
        <pc:spChg chg="mod">
          <ac:chgData name="Giovanna Tonazzo" userId="f0c717e3-1c69-45f8-b254-4317ad764897" providerId="ADAL" clId="{253DD15A-91C6-4F9F-8DCE-EC902DFFCC8A}" dt="2024-09-21T14:27:01.438" v="9828"/>
          <ac:spMkLst>
            <pc:docMk/>
            <pc:sldMk cId="1821525996" sldId="414"/>
            <ac:spMk id="7" creationId="{F10E7110-96E0-BCFF-4CC5-B4EC0236BECB}"/>
          </ac:spMkLst>
        </pc:spChg>
        <pc:spChg chg="add del">
          <ac:chgData name="Giovanna Tonazzo" userId="f0c717e3-1c69-45f8-b254-4317ad764897" providerId="ADAL" clId="{253DD15A-91C6-4F9F-8DCE-EC902DFFCC8A}" dt="2024-09-21T14:38:24.262" v="9877"/>
          <ac:spMkLst>
            <pc:docMk/>
            <pc:sldMk cId="1821525996" sldId="414"/>
            <ac:spMk id="13" creationId="{2D6FBB9D-1CAA-4D05-AB33-BABDFE17B843}"/>
          </ac:spMkLst>
        </pc:spChg>
        <pc:spChg chg="add del">
          <ac:chgData name="Giovanna Tonazzo" userId="f0c717e3-1c69-45f8-b254-4317ad764897" providerId="ADAL" clId="{253DD15A-91C6-4F9F-8DCE-EC902DFFCC8A}" dt="2024-09-21T14:38:24.262" v="9877"/>
          <ac:spMkLst>
            <pc:docMk/>
            <pc:sldMk cId="1821525996" sldId="414"/>
            <ac:spMk id="15" creationId="{04727B71-B4B6-4823-80A1-68C40B475118}"/>
          </ac:spMkLst>
        </pc:spChg>
        <pc:spChg chg="add del">
          <ac:chgData name="Giovanna Tonazzo" userId="f0c717e3-1c69-45f8-b254-4317ad764897" providerId="ADAL" clId="{253DD15A-91C6-4F9F-8DCE-EC902DFFCC8A}" dt="2024-09-21T14:38:24.262" v="9877"/>
          <ac:spMkLst>
            <pc:docMk/>
            <pc:sldMk cId="1821525996" sldId="414"/>
            <ac:spMk id="17" creationId="{79A6DB05-9FB5-4B07-8675-74C23D4FD89D}"/>
          </ac:spMkLst>
        </pc:spChg>
        <pc:spChg chg="add del">
          <ac:chgData name="Giovanna Tonazzo" userId="f0c717e3-1c69-45f8-b254-4317ad764897" providerId="ADAL" clId="{253DD15A-91C6-4F9F-8DCE-EC902DFFCC8A}" dt="2024-09-21T14:38:24.262" v="9877"/>
          <ac:spMkLst>
            <pc:docMk/>
            <pc:sldMk cId="1821525996" sldId="414"/>
            <ac:spMk id="19" creationId="{92468898-5A6E-4D55-85EC-308E785EE06C}"/>
          </ac:spMkLst>
        </pc:spChg>
        <pc:spChg chg="add del">
          <ac:chgData name="Giovanna Tonazzo" userId="f0c717e3-1c69-45f8-b254-4317ad764897" providerId="ADAL" clId="{253DD15A-91C6-4F9F-8DCE-EC902DFFCC8A}" dt="2024-09-21T14:38:24.262" v="9877"/>
          <ac:spMkLst>
            <pc:docMk/>
            <pc:sldMk cId="1821525996" sldId="414"/>
            <ac:spMk id="21" creationId="{3E23A947-2D45-4208-AE2B-64948C87A3EB}"/>
          </ac:spMkLst>
        </pc:spChg>
        <pc:spChg chg="add del">
          <ac:chgData name="Giovanna Tonazzo" userId="f0c717e3-1c69-45f8-b254-4317ad764897" providerId="ADAL" clId="{253DD15A-91C6-4F9F-8DCE-EC902DFFCC8A}" dt="2024-09-21T14:38:24.262" v="9877"/>
          <ac:spMkLst>
            <pc:docMk/>
            <pc:sldMk cId="1821525996" sldId="414"/>
            <ac:spMk id="23" creationId="{E5BBB0F9-6A59-4D02-A9C7-A2D6516684CE}"/>
          </ac:spMkLst>
        </pc:spChg>
      </pc:sldChg>
      <pc:sldChg chg="addSp delSp modSp mod setBg delDesignElem">
        <pc:chgData name="Giovanna Tonazzo" userId="f0c717e3-1c69-45f8-b254-4317ad764897" providerId="ADAL" clId="{253DD15A-91C6-4F9F-8DCE-EC902DFFCC8A}" dt="2024-09-21T14:39:16.091" v="9883"/>
        <pc:sldMkLst>
          <pc:docMk/>
          <pc:sldMk cId="2248583461" sldId="415"/>
        </pc:sldMkLst>
        <pc:spChg chg="mod">
          <ac:chgData name="Giovanna Tonazzo" userId="f0c717e3-1c69-45f8-b254-4317ad764897" providerId="ADAL" clId="{253DD15A-91C6-4F9F-8DCE-EC902DFFCC8A}" dt="2024-09-18T07:49:53.985" v="7021" actId="313"/>
          <ac:spMkLst>
            <pc:docMk/>
            <pc:sldMk cId="2248583461" sldId="415"/>
            <ac:spMk id="4" creationId="{853E271B-F2F8-467B-0F2D-E3F4836B5E1A}"/>
          </ac:spMkLst>
        </pc:spChg>
        <pc:spChg chg="mod">
          <ac:chgData name="Giovanna Tonazzo" userId="f0c717e3-1c69-45f8-b254-4317ad764897" providerId="ADAL" clId="{253DD15A-91C6-4F9F-8DCE-EC902DFFCC8A}" dt="2024-09-21T14:27:01.438" v="9828"/>
          <ac:spMkLst>
            <pc:docMk/>
            <pc:sldMk cId="2248583461" sldId="415"/>
            <ac:spMk id="7" creationId="{F10E7110-96E0-BCFF-4CC5-B4EC0236BECB}"/>
          </ac:spMkLst>
        </pc:spChg>
        <pc:spChg chg="add del">
          <ac:chgData name="Giovanna Tonazzo" userId="f0c717e3-1c69-45f8-b254-4317ad764897" providerId="ADAL" clId="{253DD15A-91C6-4F9F-8DCE-EC902DFFCC8A}" dt="2024-09-21T14:38:24.262" v="9877"/>
          <ac:spMkLst>
            <pc:docMk/>
            <pc:sldMk cId="2248583461" sldId="415"/>
            <ac:spMk id="13" creationId="{2D6FBB9D-1CAA-4D05-AB33-BABDFE17B843}"/>
          </ac:spMkLst>
        </pc:spChg>
        <pc:spChg chg="add del">
          <ac:chgData name="Giovanna Tonazzo" userId="f0c717e3-1c69-45f8-b254-4317ad764897" providerId="ADAL" clId="{253DD15A-91C6-4F9F-8DCE-EC902DFFCC8A}" dt="2024-09-21T14:38:24.262" v="9877"/>
          <ac:spMkLst>
            <pc:docMk/>
            <pc:sldMk cId="2248583461" sldId="415"/>
            <ac:spMk id="15" creationId="{04727B71-B4B6-4823-80A1-68C40B475118}"/>
          </ac:spMkLst>
        </pc:spChg>
        <pc:spChg chg="add del">
          <ac:chgData name="Giovanna Tonazzo" userId="f0c717e3-1c69-45f8-b254-4317ad764897" providerId="ADAL" clId="{253DD15A-91C6-4F9F-8DCE-EC902DFFCC8A}" dt="2024-09-21T14:38:24.262" v="9877"/>
          <ac:spMkLst>
            <pc:docMk/>
            <pc:sldMk cId="2248583461" sldId="415"/>
            <ac:spMk id="17" creationId="{79A6DB05-9FB5-4B07-8675-74C23D4FD89D}"/>
          </ac:spMkLst>
        </pc:spChg>
        <pc:spChg chg="add del">
          <ac:chgData name="Giovanna Tonazzo" userId="f0c717e3-1c69-45f8-b254-4317ad764897" providerId="ADAL" clId="{253DD15A-91C6-4F9F-8DCE-EC902DFFCC8A}" dt="2024-09-21T14:38:24.262" v="9877"/>
          <ac:spMkLst>
            <pc:docMk/>
            <pc:sldMk cId="2248583461" sldId="415"/>
            <ac:spMk id="19" creationId="{92468898-5A6E-4D55-85EC-308E785EE06C}"/>
          </ac:spMkLst>
        </pc:spChg>
        <pc:spChg chg="add del">
          <ac:chgData name="Giovanna Tonazzo" userId="f0c717e3-1c69-45f8-b254-4317ad764897" providerId="ADAL" clId="{253DD15A-91C6-4F9F-8DCE-EC902DFFCC8A}" dt="2024-09-21T14:38:24.262" v="9877"/>
          <ac:spMkLst>
            <pc:docMk/>
            <pc:sldMk cId="2248583461" sldId="415"/>
            <ac:spMk id="21" creationId="{3E23A947-2D45-4208-AE2B-64948C87A3EB}"/>
          </ac:spMkLst>
        </pc:spChg>
        <pc:spChg chg="add del">
          <ac:chgData name="Giovanna Tonazzo" userId="f0c717e3-1c69-45f8-b254-4317ad764897" providerId="ADAL" clId="{253DD15A-91C6-4F9F-8DCE-EC902DFFCC8A}" dt="2024-09-21T14:38:24.262" v="9877"/>
          <ac:spMkLst>
            <pc:docMk/>
            <pc:sldMk cId="2248583461" sldId="415"/>
            <ac:spMk id="23" creationId="{E5BBB0F9-6A59-4D02-A9C7-A2D6516684CE}"/>
          </ac:spMkLst>
        </pc:spChg>
        <pc:picChg chg="mod">
          <ac:chgData name="Giovanna Tonazzo" userId="f0c717e3-1c69-45f8-b254-4317ad764897" providerId="ADAL" clId="{253DD15A-91C6-4F9F-8DCE-EC902DFFCC8A}" dt="2024-09-16T18:58:58.133" v="4606" actId="1076"/>
          <ac:picMkLst>
            <pc:docMk/>
            <pc:sldMk cId="2248583461" sldId="415"/>
            <ac:picMk id="8" creationId="{15D37501-76A5-66E0-B385-7CE2EBC02708}"/>
          </ac:picMkLst>
        </pc:picChg>
      </pc:sldChg>
      <pc:sldChg chg="addSp delSp modSp mod setBg delDesignElem">
        <pc:chgData name="Giovanna Tonazzo" userId="f0c717e3-1c69-45f8-b254-4317ad764897" providerId="ADAL" clId="{253DD15A-91C6-4F9F-8DCE-EC902DFFCC8A}" dt="2024-09-21T14:39:16.091" v="9883"/>
        <pc:sldMkLst>
          <pc:docMk/>
          <pc:sldMk cId="2080314846" sldId="416"/>
        </pc:sldMkLst>
        <pc:spChg chg="mod">
          <ac:chgData name="Giovanna Tonazzo" userId="f0c717e3-1c69-45f8-b254-4317ad764897" providerId="ADAL" clId="{253DD15A-91C6-4F9F-8DCE-EC902DFFCC8A}" dt="2024-09-18T07:49:47.570" v="7018" actId="20577"/>
          <ac:spMkLst>
            <pc:docMk/>
            <pc:sldMk cId="2080314846" sldId="416"/>
            <ac:spMk id="4" creationId="{853E271B-F2F8-467B-0F2D-E3F4836B5E1A}"/>
          </ac:spMkLst>
        </pc:spChg>
        <pc:spChg chg="mod">
          <ac:chgData name="Giovanna Tonazzo" userId="f0c717e3-1c69-45f8-b254-4317ad764897" providerId="ADAL" clId="{253DD15A-91C6-4F9F-8DCE-EC902DFFCC8A}" dt="2024-09-21T14:27:01.438" v="9828"/>
          <ac:spMkLst>
            <pc:docMk/>
            <pc:sldMk cId="2080314846" sldId="416"/>
            <ac:spMk id="7" creationId="{F10E7110-96E0-BCFF-4CC5-B4EC0236BECB}"/>
          </ac:spMkLst>
        </pc:spChg>
        <pc:spChg chg="add del">
          <ac:chgData name="Giovanna Tonazzo" userId="f0c717e3-1c69-45f8-b254-4317ad764897" providerId="ADAL" clId="{253DD15A-91C6-4F9F-8DCE-EC902DFFCC8A}" dt="2024-09-21T14:38:24.262" v="9877"/>
          <ac:spMkLst>
            <pc:docMk/>
            <pc:sldMk cId="2080314846" sldId="416"/>
            <ac:spMk id="18" creationId="{2D6FBB9D-1CAA-4D05-AB33-BABDFE17B843}"/>
          </ac:spMkLst>
        </pc:spChg>
        <pc:spChg chg="add del">
          <ac:chgData name="Giovanna Tonazzo" userId="f0c717e3-1c69-45f8-b254-4317ad764897" providerId="ADAL" clId="{253DD15A-91C6-4F9F-8DCE-EC902DFFCC8A}" dt="2024-09-21T14:38:24.262" v="9877"/>
          <ac:spMkLst>
            <pc:docMk/>
            <pc:sldMk cId="2080314846" sldId="416"/>
            <ac:spMk id="20" creationId="{04727B71-B4B6-4823-80A1-68C40B475118}"/>
          </ac:spMkLst>
        </pc:spChg>
        <pc:spChg chg="add del">
          <ac:chgData name="Giovanna Tonazzo" userId="f0c717e3-1c69-45f8-b254-4317ad764897" providerId="ADAL" clId="{253DD15A-91C6-4F9F-8DCE-EC902DFFCC8A}" dt="2024-09-21T14:38:24.262" v="9877"/>
          <ac:spMkLst>
            <pc:docMk/>
            <pc:sldMk cId="2080314846" sldId="416"/>
            <ac:spMk id="22" creationId="{79A6DB05-9FB5-4B07-8675-74C23D4FD89D}"/>
          </ac:spMkLst>
        </pc:spChg>
        <pc:spChg chg="add del">
          <ac:chgData name="Giovanna Tonazzo" userId="f0c717e3-1c69-45f8-b254-4317ad764897" providerId="ADAL" clId="{253DD15A-91C6-4F9F-8DCE-EC902DFFCC8A}" dt="2024-09-21T14:38:24.262" v="9877"/>
          <ac:spMkLst>
            <pc:docMk/>
            <pc:sldMk cId="2080314846" sldId="416"/>
            <ac:spMk id="24" creationId="{92468898-5A6E-4D55-85EC-308E785EE06C}"/>
          </ac:spMkLst>
        </pc:spChg>
        <pc:spChg chg="add del">
          <ac:chgData name="Giovanna Tonazzo" userId="f0c717e3-1c69-45f8-b254-4317ad764897" providerId="ADAL" clId="{253DD15A-91C6-4F9F-8DCE-EC902DFFCC8A}" dt="2024-09-21T14:38:24.262" v="9877"/>
          <ac:spMkLst>
            <pc:docMk/>
            <pc:sldMk cId="2080314846" sldId="416"/>
            <ac:spMk id="26" creationId="{3E23A947-2D45-4208-AE2B-64948C87A3EB}"/>
          </ac:spMkLst>
        </pc:spChg>
        <pc:spChg chg="add del">
          <ac:chgData name="Giovanna Tonazzo" userId="f0c717e3-1c69-45f8-b254-4317ad764897" providerId="ADAL" clId="{253DD15A-91C6-4F9F-8DCE-EC902DFFCC8A}" dt="2024-09-21T14:38:24.262" v="9877"/>
          <ac:spMkLst>
            <pc:docMk/>
            <pc:sldMk cId="2080314846" sldId="416"/>
            <ac:spMk id="28" creationId="{E5BBB0F9-6A59-4D02-A9C7-A2D6516684CE}"/>
          </ac:spMkLst>
        </pc:spChg>
      </pc:sldChg>
      <pc:sldChg chg="addSp delSp modSp mod setBg delDesignElem">
        <pc:chgData name="Giovanna Tonazzo" userId="f0c717e3-1c69-45f8-b254-4317ad764897" providerId="ADAL" clId="{253DD15A-91C6-4F9F-8DCE-EC902DFFCC8A}" dt="2024-09-23T16:39:24.912" v="13700" actId="20577"/>
        <pc:sldMkLst>
          <pc:docMk/>
          <pc:sldMk cId="1446331400" sldId="417"/>
        </pc:sldMkLst>
        <pc:spChg chg="mod">
          <ac:chgData name="Giovanna Tonazzo" userId="f0c717e3-1c69-45f8-b254-4317ad764897" providerId="ADAL" clId="{253DD15A-91C6-4F9F-8DCE-EC902DFFCC8A}" dt="2024-09-21T14:38:24.262" v="9877"/>
          <ac:spMkLst>
            <pc:docMk/>
            <pc:sldMk cId="1446331400" sldId="417"/>
            <ac:spMk id="2" creationId="{5CFF7675-8E8E-84D2-5182-01A1C9EFDE2E}"/>
          </ac:spMkLst>
        </pc:spChg>
        <pc:spChg chg="mod">
          <ac:chgData name="Giovanna Tonazzo" userId="f0c717e3-1c69-45f8-b254-4317ad764897" providerId="ADAL" clId="{253DD15A-91C6-4F9F-8DCE-EC902DFFCC8A}" dt="2024-09-23T16:39:24.912" v="13700" actId="20577"/>
          <ac:spMkLst>
            <pc:docMk/>
            <pc:sldMk cId="1446331400" sldId="417"/>
            <ac:spMk id="4" creationId="{58EE41DD-E7FC-07C3-D41B-B38B88E3A39C}"/>
          </ac:spMkLst>
        </pc:spChg>
        <pc:spChg chg="mod">
          <ac:chgData name="Giovanna Tonazzo" userId="f0c717e3-1c69-45f8-b254-4317ad764897" providerId="ADAL" clId="{253DD15A-91C6-4F9F-8DCE-EC902DFFCC8A}" dt="2024-09-21T14:27:01.438" v="9828"/>
          <ac:spMkLst>
            <pc:docMk/>
            <pc:sldMk cId="1446331400" sldId="417"/>
            <ac:spMk id="5" creationId="{BF3E9B7D-54FE-0587-E073-83DD5BA083E4}"/>
          </ac:spMkLst>
        </pc:spChg>
        <pc:spChg chg="add del mod">
          <ac:chgData name="Giovanna Tonazzo" userId="f0c717e3-1c69-45f8-b254-4317ad764897" providerId="ADAL" clId="{253DD15A-91C6-4F9F-8DCE-EC902DFFCC8A}" dt="2024-09-16T20:05:49.841" v="5704" actId="931"/>
          <ac:spMkLst>
            <pc:docMk/>
            <pc:sldMk cId="1446331400" sldId="417"/>
            <ac:spMk id="6" creationId="{444F3FDC-1977-94FC-C1F8-8E9C9759FBFE}"/>
          </ac:spMkLst>
        </pc:spChg>
        <pc:spChg chg="add del">
          <ac:chgData name="Giovanna Tonazzo" userId="f0c717e3-1c69-45f8-b254-4317ad764897" providerId="ADAL" clId="{253DD15A-91C6-4F9F-8DCE-EC902DFFCC8A}" dt="2024-09-16T20:01:54.259" v="5673" actId="26606"/>
          <ac:spMkLst>
            <pc:docMk/>
            <pc:sldMk cId="1446331400" sldId="417"/>
            <ac:spMk id="12" creationId="{2D6FBB9D-1CAA-4D05-AB33-BABDFE17B843}"/>
          </ac:spMkLst>
        </pc:spChg>
        <pc:spChg chg="add del">
          <ac:chgData name="Giovanna Tonazzo" userId="f0c717e3-1c69-45f8-b254-4317ad764897" providerId="ADAL" clId="{253DD15A-91C6-4F9F-8DCE-EC902DFFCC8A}" dt="2024-09-16T20:01:54.259" v="5673" actId="26606"/>
          <ac:spMkLst>
            <pc:docMk/>
            <pc:sldMk cId="1446331400" sldId="417"/>
            <ac:spMk id="14" creationId="{04727B71-B4B6-4823-80A1-68C40B475118}"/>
          </ac:spMkLst>
        </pc:spChg>
        <pc:spChg chg="add del">
          <ac:chgData name="Giovanna Tonazzo" userId="f0c717e3-1c69-45f8-b254-4317ad764897" providerId="ADAL" clId="{253DD15A-91C6-4F9F-8DCE-EC902DFFCC8A}" dt="2024-09-16T20:01:54.259" v="5673" actId="26606"/>
          <ac:spMkLst>
            <pc:docMk/>
            <pc:sldMk cId="1446331400" sldId="417"/>
            <ac:spMk id="16" creationId="{79A6DB05-9FB5-4B07-8675-74C23D4FD89D}"/>
          </ac:spMkLst>
        </pc:spChg>
        <pc:spChg chg="add del">
          <ac:chgData name="Giovanna Tonazzo" userId="f0c717e3-1c69-45f8-b254-4317ad764897" providerId="ADAL" clId="{253DD15A-91C6-4F9F-8DCE-EC902DFFCC8A}" dt="2024-09-16T20:01:54.259" v="5673" actId="26606"/>
          <ac:spMkLst>
            <pc:docMk/>
            <pc:sldMk cId="1446331400" sldId="417"/>
            <ac:spMk id="18" creationId="{0B9EE3F3-89B7-43C3-8651-C4C96830993D}"/>
          </ac:spMkLst>
        </pc:spChg>
        <pc:spChg chg="add del">
          <ac:chgData name="Giovanna Tonazzo" userId="f0c717e3-1c69-45f8-b254-4317ad764897" providerId="ADAL" clId="{253DD15A-91C6-4F9F-8DCE-EC902DFFCC8A}" dt="2024-09-16T20:01:54.259" v="5673" actId="26606"/>
          <ac:spMkLst>
            <pc:docMk/>
            <pc:sldMk cId="1446331400" sldId="417"/>
            <ac:spMk id="20" creationId="{33AE4636-AEEC-45D6-84D4-7AC2DA48ECF8}"/>
          </ac:spMkLst>
        </pc:spChg>
        <pc:spChg chg="add del">
          <ac:chgData name="Giovanna Tonazzo" userId="f0c717e3-1c69-45f8-b254-4317ad764897" providerId="ADAL" clId="{253DD15A-91C6-4F9F-8DCE-EC902DFFCC8A}" dt="2024-09-16T20:01:54.259" v="5673" actId="26606"/>
          <ac:spMkLst>
            <pc:docMk/>
            <pc:sldMk cId="1446331400" sldId="417"/>
            <ac:spMk id="22" creationId="{8D9CE0F4-2EB2-4F1F-8AAC-DB3571D9FE10}"/>
          </ac:spMkLst>
        </pc:spChg>
        <pc:spChg chg="add del">
          <ac:chgData name="Giovanna Tonazzo" userId="f0c717e3-1c69-45f8-b254-4317ad764897" providerId="ADAL" clId="{253DD15A-91C6-4F9F-8DCE-EC902DFFCC8A}" dt="2024-09-16T20:01:58.476" v="5675" actId="26606"/>
          <ac:spMkLst>
            <pc:docMk/>
            <pc:sldMk cId="1446331400" sldId="417"/>
            <ac:spMk id="24" creationId="{55D4142C-5077-457F-A6AD-3FECFDB39685}"/>
          </ac:spMkLst>
        </pc:spChg>
        <pc:spChg chg="add del">
          <ac:chgData name="Giovanna Tonazzo" userId="f0c717e3-1c69-45f8-b254-4317ad764897" providerId="ADAL" clId="{253DD15A-91C6-4F9F-8DCE-EC902DFFCC8A}" dt="2024-09-16T20:01:58.476" v="5675" actId="26606"/>
          <ac:spMkLst>
            <pc:docMk/>
            <pc:sldMk cId="1446331400" sldId="417"/>
            <ac:spMk id="25" creationId="{2D6FBB9D-1CAA-4D05-AB33-BABDFE17B843}"/>
          </ac:spMkLst>
        </pc:spChg>
        <pc:spChg chg="add del">
          <ac:chgData name="Giovanna Tonazzo" userId="f0c717e3-1c69-45f8-b254-4317ad764897" providerId="ADAL" clId="{253DD15A-91C6-4F9F-8DCE-EC902DFFCC8A}" dt="2024-09-16T20:01:58.476" v="5675" actId="26606"/>
          <ac:spMkLst>
            <pc:docMk/>
            <pc:sldMk cId="1446331400" sldId="417"/>
            <ac:spMk id="26" creationId="{7A5F0580-5EE9-419F-96EE-B6529EF6E7D0}"/>
          </ac:spMkLst>
        </pc:spChg>
        <pc:spChg chg="add del">
          <ac:chgData name="Giovanna Tonazzo" userId="f0c717e3-1c69-45f8-b254-4317ad764897" providerId="ADAL" clId="{253DD15A-91C6-4F9F-8DCE-EC902DFFCC8A}" dt="2024-09-16T20:01:58.476" v="5675" actId="26606"/>
          <ac:spMkLst>
            <pc:docMk/>
            <pc:sldMk cId="1446331400" sldId="417"/>
            <ac:spMk id="27" creationId="{04727B71-B4B6-4823-80A1-68C40B475118}"/>
          </ac:spMkLst>
        </pc:spChg>
        <pc:spChg chg="add del">
          <ac:chgData name="Giovanna Tonazzo" userId="f0c717e3-1c69-45f8-b254-4317ad764897" providerId="ADAL" clId="{253DD15A-91C6-4F9F-8DCE-EC902DFFCC8A}" dt="2024-09-16T20:01:58.476" v="5675" actId="26606"/>
          <ac:spMkLst>
            <pc:docMk/>
            <pc:sldMk cId="1446331400" sldId="417"/>
            <ac:spMk id="28" creationId="{79A6DB05-9FB5-4B07-8675-74C23D4FD89D}"/>
          </ac:spMkLst>
        </pc:spChg>
        <pc:spChg chg="add del">
          <ac:chgData name="Giovanna Tonazzo" userId="f0c717e3-1c69-45f8-b254-4317ad764897" providerId="ADAL" clId="{253DD15A-91C6-4F9F-8DCE-EC902DFFCC8A}" dt="2024-09-16T20:01:58.476" v="5675" actId="26606"/>
          <ac:spMkLst>
            <pc:docMk/>
            <pc:sldMk cId="1446331400" sldId="417"/>
            <ac:spMk id="29" creationId="{5C9B446A-6343-4E56-90BA-061E4DDF0FFB}"/>
          </ac:spMkLst>
        </pc:spChg>
        <pc:spChg chg="add del">
          <ac:chgData name="Giovanna Tonazzo" userId="f0c717e3-1c69-45f8-b254-4317ad764897" providerId="ADAL" clId="{253DD15A-91C6-4F9F-8DCE-EC902DFFCC8A}" dt="2024-09-16T20:01:58.476" v="5675" actId="26606"/>
          <ac:spMkLst>
            <pc:docMk/>
            <pc:sldMk cId="1446331400" sldId="417"/>
            <ac:spMk id="30" creationId="{3EC72A1B-03D3-499C-B4BF-AC68EEC22B10}"/>
          </ac:spMkLst>
        </pc:spChg>
        <pc:spChg chg="add del">
          <ac:chgData name="Giovanna Tonazzo" userId="f0c717e3-1c69-45f8-b254-4317ad764897" providerId="ADAL" clId="{253DD15A-91C6-4F9F-8DCE-EC902DFFCC8A}" dt="2024-09-16T20:01:58.476" v="5675" actId="26606"/>
          <ac:spMkLst>
            <pc:docMk/>
            <pc:sldMk cId="1446331400" sldId="417"/>
            <ac:spMk id="31" creationId="{216322C2-3CF0-4D33-BF90-3F384CF6D232}"/>
          </ac:spMkLst>
        </pc:spChg>
        <pc:spChg chg="add del">
          <ac:chgData name="Giovanna Tonazzo" userId="f0c717e3-1c69-45f8-b254-4317ad764897" providerId="ADAL" clId="{253DD15A-91C6-4F9F-8DCE-EC902DFFCC8A}" dt="2024-09-16T20:02:07.517" v="5677" actId="26606"/>
          <ac:spMkLst>
            <pc:docMk/>
            <pc:sldMk cId="1446331400" sldId="417"/>
            <ac:spMk id="33" creationId="{2D6FBB9D-1CAA-4D05-AB33-BABDFE17B843}"/>
          </ac:spMkLst>
        </pc:spChg>
        <pc:spChg chg="add del">
          <ac:chgData name="Giovanna Tonazzo" userId="f0c717e3-1c69-45f8-b254-4317ad764897" providerId="ADAL" clId="{253DD15A-91C6-4F9F-8DCE-EC902DFFCC8A}" dt="2024-09-16T20:02:07.517" v="5677" actId="26606"/>
          <ac:spMkLst>
            <pc:docMk/>
            <pc:sldMk cId="1446331400" sldId="417"/>
            <ac:spMk id="34" creationId="{04727B71-B4B6-4823-80A1-68C40B475118}"/>
          </ac:spMkLst>
        </pc:spChg>
        <pc:spChg chg="add del">
          <ac:chgData name="Giovanna Tonazzo" userId="f0c717e3-1c69-45f8-b254-4317ad764897" providerId="ADAL" clId="{253DD15A-91C6-4F9F-8DCE-EC902DFFCC8A}" dt="2024-09-16T20:02:07.517" v="5677" actId="26606"/>
          <ac:spMkLst>
            <pc:docMk/>
            <pc:sldMk cId="1446331400" sldId="417"/>
            <ac:spMk id="35" creationId="{79A6DB05-9FB5-4B07-8675-74C23D4FD89D}"/>
          </ac:spMkLst>
        </pc:spChg>
        <pc:spChg chg="add del">
          <ac:chgData name="Giovanna Tonazzo" userId="f0c717e3-1c69-45f8-b254-4317ad764897" providerId="ADAL" clId="{253DD15A-91C6-4F9F-8DCE-EC902DFFCC8A}" dt="2024-09-16T20:02:07.517" v="5677" actId="26606"/>
          <ac:spMkLst>
            <pc:docMk/>
            <pc:sldMk cId="1446331400" sldId="417"/>
            <ac:spMk id="36" creationId="{2C9A9DA9-7DC8-488B-A882-123947B0F3D9}"/>
          </ac:spMkLst>
        </pc:spChg>
        <pc:spChg chg="add del">
          <ac:chgData name="Giovanna Tonazzo" userId="f0c717e3-1c69-45f8-b254-4317ad764897" providerId="ADAL" clId="{253DD15A-91C6-4F9F-8DCE-EC902DFFCC8A}" dt="2024-09-16T20:02:07.517" v="5677" actId="26606"/>
          <ac:spMkLst>
            <pc:docMk/>
            <pc:sldMk cId="1446331400" sldId="417"/>
            <ac:spMk id="37" creationId="{57F6BDD4-E066-4008-8011-6CC31AEB4556}"/>
          </ac:spMkLst>
        </pc:spChg>
        <pc:spChg chg="add del">
          <ac:chgData name="Giovanna Tonazzo" userId="f0c717e3-1c69-45f8-b254-4317ad764897" providerId="ADAL" clId="{253DD15A-91C6-4F9F-8DCE-EC902DFFCC8A}" dt="2024-09-16T20:02:07.517" v="5677" actId="26606"/>
          <ac:spMkLst>
            <pc:docMk/>
            <pc:sldMk cId="1446331400" sldId="417"/>
            <ac:spMk id="38" creationId="{2711A8FB-68FC-45FC-B01E-38F809E2D439}"/>
          </ac:spMkLst>
        </pc:spChg>
        <pc:spChg chg="add del">
          <ac:chgData name="Giovanna Tonazzo" userId="f0c717e3-1c69-45f8-b254-4317ad764897" providerId="ADAL" clId="{253DD15A-91C6-4F9F-8DCE-EC902DFFCC8A}" dt="2024-09-16T20:02:07.517" v="5677" actId="26606"/>
          <ac:spMkLst>
            <pc:docMk/>
            <pc:sldMk cId="1446331400" sldId="417"/>
            <ac:spMk id="39" creationId="{2A865FE3-5FC9-4049-87CF-30019C46C0F5}"/>
          </ac:spMkLst>
        </pc:spChg>
        <pc:spChg chg="add del">
          <ac:chgData name="Giovanna Tonazzo" userId="f0c717e3-1c69-45f8-b254-4317ad764897" providerId="ADAL" clId="{253DD15A-91C6-4F9F-8DCE-EC902DFFCC8A}" dt="2024-09-16T20:04:11.869" v="5702" actId="26606"/>
          <ac:spMkLst>
            <pc:docMk/>
            <pc:sldMk cId="1446331400" sldId="417"/>
            <ac:spMk id="41" creationId="{2D6FBB9D-1CAA-4D05-AB33-BABDFE17B843}"/>
          </ac:spMkLst>
        </pc:spChg>
        <pc:spChg chg="add del">
          <ac:chgData name="Giovanna Tonazzo" userId="f0c717e3-1c69-45f8-b254-4317ad764897" providerId="ADAL" clId="{253DD15A-91C6-4F9F-8DCE-EC902DFFCC8A}" dt="2024-09-16T20:04:11.869" v="5702" actId="26606"/>
          <ac:spMkLst>
            <pc:docMk/>
            <pc:sldMk cId="1446331400" sldId="417"/>
            <ac:spMk id="42" creationId="{04727B71-B4B6-4823-80A1-68C40B475118}"/>
          </ac:spMkLst>
        </pc:spChg>
        <pc:spChg chg="add del">
          <ac:chgData name="Giovanna Tonazzo" userId="f0c717e3-1c69-45f8-b254-4317ad764897" providerId="ADAL" clId="{253DD15A-91C6-4F9F-8DCE-EC902DFFCC8A}" dt="2024-09-16T20:04:11.869" v="5702" actId="26606"/>
          <ac:spMkLst>
            <pc:docMk/>
            <pc:sldMk cId="1446331400" sldId="417"/>
            <ac:spMk id="43" creationId="{79A6DB05-9FB5-4B07-8675-74C23D4FD89D}"/>
          </ac:spMkLst>
        </pc:spChg>
        <pc:spChg chg="add del">
          <ac:chgData name="Giovanna Tonazzo" userId="f0c717e3-1c69-45f8-b254-4317ad764897" providerId="ADAL" clId="{253DD15A-91C6-4F9F-8DCE-EC902DFFCC8A}" dt="2024-09-16T20:04:11.869" v="5702" actId="26606"/>
          <ac:spMkLst>
            <pc:docMk/>
            <pc:sldMk cId="1446331400" sldId="417"/>
            <ac:spMk id="44" creationId="{92468898-5A6E-4D55-85EC-308E785EE06C}"/>
          </ac:spMkLst>
        </pc:spChg>
        <pc:spChg chg="add del">
          <ac:chgData name="Giovanna Tonazzo" userId="f0c717e3-1c69-45f8-b254-4317ad764897" providerId="ADAL" clId="{253DD15A-91C6-4F9F-8DCE-EC902DFFCC8A}" dt="2024-09-16T20:04:11.869" v="5702" actId="26606"/>
          <ac:spMkLst>
            <pc:docMk/>
            <pc:sldMk cId="1446331400" sldId="417"/>
            <ac:spMk id="45" creationId="{3E23A947-2D45-4208-AE2B-64948C87A3EB}"/>
          </ac:spMkLst>
        </pc:spChg>
        <pc:spChg chg="add del">
          <ac:chgData name="Giovanna Tonazzo" userId="f0c717e3-1c69-45f8-b254-4317ad764897" providerId="ADAL" clId="{253DD15A-91C6-4F9F-8DCE-EC902DFFCC8A}" dt="2024-09-16T20:04:11.869" v="5702" actId="26606"/>
          <ac:spMkLst>
            <pc:docMk/>
            <pc:sldMk cId="1446331400" sldId="417"/>
            <ac:spMk id="46" creationId="{E5BBB0F9-6A59-4D02-A9C7-A2D6516684CE}"/>
          </ac:spMkLst>
        </pc:spChg>
        <pc:spChg chg="add del">
          <ac:chgData name="Giovanna Tonazzo" userId="f0c717e3-1c69-45f8-b254-4317ad764897" providerId="ADAL" clId="{253DD15A-91C6-4F9F-8DCE-EC902DFFCC8A}" dt="2024-09-16T20:04:11.859" v="5701" actId="26606"/>
          <ac:spMkLst>
            <pc:docMk/>
            <pc:sldMk cId="1446331400" sldId="417"/>
            <ac:spMk id="51" creationId="{2D6FBB9D-1CAA-4D05-AB33-BABDFE17B843}"/>
          </ac:spMkLst>
        </pc:spChg>
        <pc:spChg chg="add del">
          <ac:chgData name="Giovanna Tonazzo" userId="f0c717e3-1c69-45f8-b254-4317ad764897" providerId="ADAL" clId="{253DD15A-91C6-4F9F-8DCE-EC902DFFCC8A}" dt="2024-09-16T20:04:11.859" v="5701" actId="26606"/>
          <ac:spMkLst>
            <pc:docMk/>
            <pc:sldMk cId="1446331400" sldId="417"/>
            <ac:spMk id="53" creationId="{04727B71-B4B6-4823-80A1-68C40B475118}"/>
          </ac:spMkLst>
        </pc:spChg>
        <pc:spChg chg="add del">
          <ac:chgData name="Giovanna Tonazzo" userId="f0c717e3-1c69-45f8-b254-4317ad764897" providerId="ADAL" clId="{253DD15A-91C6-4F9F-8DCE-EC902DFFCC8A}" dt="2024-09-16T20:04:11.859" v="5701" actId="26606"/>
          <ac:spMkLst>
            <pc:docMk/>
            <pc:sldMk cId="1446331400" sldId="417"/>
            <ac:spMk id="55" creationId="{79A6DB05-9FB5-4B07-8675-74C23D4FD89D}"/>
          </ac:spMkLst>
        </pc:spChg>
        <pc:spChg chg="add del">
          <ac:chgData name="Giovanna Tonazzo" userId="f0c717e3-1c69-45f8-b254-4317ad764897" providerId="ADAL" clId="{253DD15A-91C6-4F9F-8DCE-EC902DFFCC8A}" dt="2024-09-16T20:04:11.859" v="5701" actId="26606"/>
          <ac:spMkLst>
            <pc:docMk/>
            <pc:sldMk cId="1446331400" sldId="417"/>
            <ac:spMk id="57" creationId="{2550BE34-C2B8-49B8-8519-67A8CAD51AE9}"/>
          </ac:spMkLst>
        </pc:spChg>
        <pc:spChg chg="add del">
          <ac:chgData name="Giovanna Tonazzo" userId="f0c717e3-1c69-45f8-b254-4317ad764897" providerId="ADAL" clId="{253DD15A-91C6-4F9F-8DCE-EC902DFFCC8A}" dt="2024-09-16T20:04:11.859" v="5701" actId="26606"/>
          <ac:spMkLst>
            <pc:docMk/>
            <pc:sldMk cId="1446331400" sldId="417"/>
            <ac:spMk id="59" creationId="{A7457DD9-5A45-400A-AB4B-4B4EDECA25F1}"/>
          </ac:spMkLst>
        </pc:spChg>
        <pc:spChg chg="add del">
          <ac:chgData name="Giovanna Tonazzo" userId="f0c717e3-1c69-45f8-b254-4317ad764897" providerId="ADAL" clId="{253DD15A-91C6-4F9F-8DCE-EC902DFFCC8A}" dt="2024-09-16T20:04:11.859" v="5701" actId="26606"/>
          <ac:spMkLst>
            <pc:docMk/>
            <pc:sldMk cId="1446331400" sldId="417"/>
            <ac:spMk id="61" creationId="{441CF7D6-A660-431A-B0BB-140A0D5556B6}"/>
          </ac:spMkLst>
        </pc:spChg>
        <pc:spChg chg="add del">
          <ac:chgData name="Giovanna Tonazzo" userId="f0c717e3-1c69-45f8-b254-4317ad764897" providerId="ADAL" clId="{253DD15A-91C6-4F9F-8DCE-EC902DFFCC8A}" dt="2024-09-16T20:04:11.859" v="5701" actId="26606"/>
          <ac:spMkLst>
            <pc:docMk/>
            <pc:sldMk cId="1446331400" sldId="417"/>
            <ac:spMk id="63" creationId="{0570A85B-3810-4F95-97B0-CBF4CCDB381C}"/>
          </ac:spMkLst>
        </pc:spChg>
        <pc:spChg chg="add del">
          <ac:chgData name="Giovanna Tonazzo" userId="f0c717e3-1c69-45f8-b254-4317ad764897" providerId="ADAL" clId="{253DD15A-91C6-4F9F-8DCE-EC902DFFCC8A}" dt="2024-09-16T20:05:56.571" v="5705" actId="26606"/>
          <ac:spMkLst>
            <pc:docMk/>
            <pc:sldMk cId="1446331400" sldId="417"/>
            <ac:spMk id="65" creationId="{2D6FBB9D-1CAA-4D05-AB33-BABDFE17B843}"/>
          </ac:spMkLst>
        </pc:spChg>
        <pc:spChg chg="add del">
          <ac:chgData name="Giovanna Tonazzo" userId="f0c717e3-1c69-45f8-b254-4317ad764897" providerId="ADAL" clId="{253DD15A-91C6-4F9F-8DCE-EC902DFFCC8A}" dt="2024-09-16T20:05:56.571" v="5705" actId="26606"/>
          <ac:spMkLst>
            <pc:docMk/>
            <pc:sldMk cId="1446331400" sldId="417"/>
            <ac:spMk id="66" creationId="{04727B71-B4B6-4823-80A1-68C40B475118}"/>
          </ac:spMkLst>
        </pc:spChg>
        <pc:spChg chg="add del">
          <ac:chgData name="Giovanna Tonazzo" userId="f0c717e3-1c69-45f8-b254-4317ad764897" providerId="ADAL" clId="{253DD15A-91C6-4F9F-8DCE-EC902DFFCC8A}" dt="2024-09-16T20:05:56.571" v="5705" actId="26606"/>
          <ac:spMkLst>
            <pc:docMk/>
            <pc:sldMk cId="1446331400" sldId="417"/>
            <ac:spMk id="67" creationId="{79A6DB05-9FB5-4B07-8675-74C23D4FD89D}"/>
          </ac:spMkLst>
        </pc:spChg>
        <pc:spChg chg="add del">
          <ac:chgData name="Giovanna Tonazzo" userId="f0c717e3-1c69-45f8-b254-4317ad764897" providerId="ADAL" clId="{253DD15A-91C6-4F9F-8DCE-EC902DFFCC8A}" dt="2024-09-16T20:05:56.571" v="5705" actId="26606"/>
          <ac:spMkLst>
            <pc:docMk/>
            <pc:sldMk cId="1446331400" sldId="417"/>
            <ac:spMk id="68" creationId="{2C9A9DA9-7DC8-488B-A882-123947B0F3D9}"/>
          </ac:spMkLst>
        </pc:spChg>
        <pc:spChg chg="add del">
          <ac:chgData name="Giovanna Tonazzo" userId="f0c717e3-1c69-45f8-b254-4317ad764897" providerId="ADAL" clId="{253DD15A-91C6-4F9F-8DCE-EC902DFFCC8A}" dt="2024-09-16T20:05:56.571" v="5705" actId="26606"/>
          <ac:spMkLst>
            <pc:docMk/>
            <pc:sldMk cId="1446331400" sldId="417"/>
            <ac:spMk id="69" creationId="{57F6BDD4-E066-4008-8011-6CC31AEB4556}"/>
          </ac:spMkLst>
        </pc:spChg>
        <pc:spChg chg="add del">
          <ac:chgData name="Giovanna Tonazzo" userId="f0c717e3-1c69-45f8-b254-4317ad764897" providerId="ADAL" clId="{253DD15A-91C6-4F9F-8DCE-EC902DFFCC8A}" dt="2024-09-16T20:05:56.571" v="5705" actId="26606"/>
          <ac:spMkLst>
            <pc:docMk/>
            <pc:sldMk cId="1446331400" sldId="417"/>
            <ac:spMk id="70" creationId="{2711A8FB-68FC-45FC-B01E-38F809E2D439}"/>
          </ac:spMkLst>
        </pc:spChg>
        <pc:spChg chg="add del">
          <ac:chgData name="Giovanna Tonazzo" userId="f0c717e3-1c69-45f8-b254-4317ad764897" providerId="ADAL" clId="{253DD15A-91C6-4F9F-8DCE-EC902DFFCC8A}" dt="2024-09-16T20:05:56.571" v="5705" actId="26606"/>
          <ac:spMkLst>
            <pc:docMk/>
            <pc:sldMk cId="1446331400" sldId="417"/>
            <ac:spMk id="71" creationId="{2A865FE3-5FC9-4049-87CF-30019C46C0F5}"/>
          </ac:spMkLst>
        </pc:spChg>
        <pc:spChg chg="add del">
          <ac:chgData name="Giovanna Tonazzo" userId="f0c717e3-1c69-45f8-b254-4317ad764897" providerId="ADAL" clId="{253DD15A-91C6-4F9F-8DCE-EC902DFFCC8A}" dt="2024-09-16T20:06:42.901" v="5709" actId="26606"/>
          <ac:spMkLst>
            <pc:docMk/>
            <pc:sldMk cId="1446331400" sldId="417"/>
            <ac:spMk id="76" creationId="{2D6FBB9D-1CAA-4D05-AB33-BABDFE17B843}"/>
          </ac:spMkLst>
        </pc:spChg>
        <pc:spChg chg="add del">
          <ac:chgData name="Giovanna Tonazzo" userId="f0c717e3-1c69-45f8-b254-4317ad764897" providerId="ADAL" clId="{253DD15A-91C6-4F9F-8DCE-EC902DFFCC8A}" dt="2024-09-16T20:06:42.901" v="5709" actId="26606"/>
          <ac:spMkLst>
            <pc:docMk/>
            <pc:sldMk cId="1446331400" sldId="417"/>
            <ac:spMk id="78" creationId="{04727B71-B4B6-4823-80A1-68C40B475118}"/>
          </ac:spMkLst>
        </pc:spChg>
        <pc:spChg chg="add del">
          <ac:chgData name="Giovanna Tonazzo" userId="f0c717e3-1c69-45f8-b254-4317ad764897" providerId="ADAL" clId="{253DD15A-91C6-4F9F-8DCE-EC902DFFCC8A}" dt="2024-09-16T20:06:42.901" v="5709" actId="26606"/>
          <ac:spMkLst>
            <pc:docMk/>
            <pc:sldMk cId="1446331400" sldId="417"/>
            <ac:spMk id="80" creationId="{79A6DB05-9FB5-4B07-8675-74C23D4FD89D}"/>
          </ac:spMkLst>
        </pc:spChg>
        <pc:spChg chg="add del">
          <ac:chgData name="Giovanna Tonazzo" userId="f0c717e3-1c69-45f8-b254-4317ad764897" providerId="ADAL" clId="{253DD15A-91C6-4F9F-8DCE-EC902DFFCC8A}" dt="2024-09-16T20:06:42.901" v="5709" actId="26606"/>
          <ac:spMkLst>
            <pc:docMk/>
            <pc:sldMk cId="1446331400" sldId="417"/>
            <ac:spMk id="82" creationId="{92468898-5A6E-4D55-85EC-308E785EE06C}"/>
          </ac:spMkLst>
        </pc:spChg>
        <pc:spChg chg="add del">
          <ac:chgData name="Giovanna Tonazzo" userId="f0c717e3-1c69-45f8-b254-4317ad764897" providerId="ADAL" clId="{253DD15A-91C6-4F9F-8DCE-EC902DFFCC8A}" dt="2024-09-16T20:06:42.901" v="5709" actId="26606"/>
          <ac:spMkLst>
            <pc:docMk/>
            <pc:sldMk cId="1446331400" sldId="417"/>
            <ac:spMk id="84" creationId="{3E23A947-2D45-4208-AE2B-64948C87A3EB}"/>
          </ac:spMkLst>
        </pc:spChg>
        <pc:spChg chg="add del">
          <ac:chgData name="Giovanna Tonazzo" userId="f0c717e3-1c69-45f8-b254-4317ad764897" providerId="ADAL" clId="{253DD15A-91C6-4F9F-8DCE-EC902DFFCC8A}" dt="2024-09-16T20:06:42.901" v="5709" actId="26606"/>
          <ac:spMkLst>
            <pc:docMk/>
            <pc:sldMk cId="1446331400" sldId="417"/>
            <ac:spMk id="86" creationId="{E5BBB0F9-6A59-4D02-A9C7-A2D6516684CE}"/>
          </ac:spMkLst>
        </pc:spChg>
        <pc:spChg chg="add del">
          <ac:chgData name="Giovanna Tonazzo" userId="f0c717e3-1c69-45f8-b254-4317ad764897" providerId="ADAL" clId="{253DD15A-91C6-4F9F-8DCE-EC902DFFCC8A}" dt="2024-09-16T20:06:42.893" v="5708" actId="26606"/>
          <ac:spMkLst>
            <pc:docMk/>
            <pc:sldMk cId="1446331400" sldId="417"/>
            <ac:spMk id="91" creationId="{2D6FBB9D-1CAA-4D05-AB33-BABDFE17B843}"/>
          </ac:spMkLst>
        </pc:spChg>
        <pc:spChg chg="add del">
          <ac:chgData name="Giovanna Tonazzo" userId="f0c717e3-1c69-45f8-b254-4317ad764897" providerId="ADAL" clId="{253DD15A-91C6-4F9F-8DCE-EC902DFFCC8A}" dt="2024-09-16T20:06:42.893" v="5708" actId="26606"/>
          <ac:spMkLst>
            <pc:docMk/>
            <pc:sldMk cId="1446331400" sldId="417"/>
            <ac:spMk id="93" creationId="{04727B71-B4B6-4823-80A1-68C40B475118}"/>
          </ac:spMkLst>
        </pc:spChg>
        <pc:spChg chg="add del">
          <ac:chgData name="Giovanna Tonazzo" userId="f0c717e3-1c69-45f8-b254-4317ad764897" providerId="ADAL" clId="{253DD15A-91C6-4F9F-8DCE-EC902DFFCC8A}" dt="2024-09-16T20:06:42.893" v="5708" actId="26606"/>
          <ac:spMkLst>
            <pc:docMk/>
            <pc:sldMk cId="1446331400" sldId="417"/>
            <ac:spMk id="95" creationId="{79A6DB05-9FB5-4B07-8675-74C23D4FD89D}"/>
          </ac:spMkLst>
        </pc:spChg>
        <pc:spChg chg="add del">
          <ac:chgData name="Giovanna Tonazzo" userId="f0c717e3-1c69-45f8-b254-4317ad764897" providerId="ADAL" clId="{253DD15A-91C6-4F9F-8DCE-EC902DFFCC8A}" dt="2024-09-16T20:06:42.893" v="5708" actId="26606"/>
          <ac:spMkLst>
            <pc:docMk/>
            <pc:sldMk cId="1446331400" sldId="417"/>
            <ac:spMk id="97" creationId="{0B9EE3F3-89B7-43C3-8651-C4C96830993D}"/>
          </ac:spMkLst>
        </pc:spChg>
        <pc:spChg chg="add del">
          <ac:chgData name="Giovanna Tonazzo" userId="f0c717e3-1c69-45f8-b254-4317ad764897" providerId="ADAL" clId="{253DD15A-91C6-4F9F-8DCE-EC902DFFCC8A}" dt="2024-09-16T20:06:42.893" v="5708" actId="26606"/>
          <ac:spMkLst>
            <pc:docMk/>
            <pc:sldMk cId="1446331400" sldId="417"/>
            <ac:spMk id="99" creationId="{33AE4636-AEEC-45D6-84D4-7AC2DA48ECF8}"/>
          </ac:spMkLst>
        </pc:spChg>
        <pc:spChg chg="add del">
          <ac:chgData name="Giovanna Tonazzo" userId="f0c717e3-1c69-45f8-b254-4317ad764897" providerId="ADAL" clId="{253DD15A-91C6-4F9F-8DCE-EC902DFFCC8A}" dt="2024-09-16T20:06:42.893" v="5708" actId="26606"/>
          <ac:spMkLst>
            <pc:docMk/>
            <pc:sldMk cId="1446331400" sldId="417"/>
            <ac:spMk id="101" creationId="{8D9CE0F4-2EB2-4F1F-8AAC-DB3571D9FE10}"/>
          </ac:spMkLst>
        </pc:spChg>
        <pc:spChg chg="add del">
          <ac:chgData name="Giovanna Tonazzo" userId="f0c717e3-1c69-45f8-b254-4317ad764897" providerId="ADAL" clId="{253DD15A-91C6-4F9F-8DCE-EC902DFFCC8A}" dt="2024-09-21T14:38:24.262" v="9877"/>
          <ac:spMkLst>
            <pc:docMk/>
            <pc:sldMk cId="1446331400" sldId="417"/>
            <ac:spMk id="103" creationId="{2A865FE3-5FC9-4049-87CF-30019C46C0F5}"/>
          </ac:spMkLst>
        </pc:spChg>
        <pc:spChg chg="add del">
          <ac:chgData name="Giovanna Tonazzo" userId="f0c717e3-1c69-45f8-b254-4317ad764897" providerId="ADAL" clId="{253DD15A-91C6-4F9F-8DCE-EC902DFFCC8A}" dt="2024-09-21T14:38:24.262" v="9877"/>
          <ac:spMkLst>
            <pc:docMk/>
            <pc:sldMk cId="1446331400" sldId="417"/>
            <ac:spMk id="104" creationId="{2D6FBB9D-1CAA-4D05-AB33-BABDFE17B843}"/>
          </ac:spMkLst>
        </pc:spChg>
        <pc:spChg chg="add del">
          <ac:chgData name="Giovanna Tonazzo" userId="f0c717e3-1c69-45f8-b254-4317ad764897" providerId="ADAL" clId="{253DD15A-91C6-4F9F-8DCE-EC902DFFCC8A}" dt="2024-09-21T14:38:24.262" v="9877"/>
          <ac:spMkLst>
            <pc:docMk/>
            <pc:sldMk cId="1446331400" sldId="417"/>
            <ac:spMk id="105" creationId="{04727B71-B4B6-4823-80A1-68C40B475118}"/>
          </ac:spMkLst>
        </pc:spChg>
        <pc:spChg chg="add del">
          <ac:chgData name="Giovanna Tonazzo" userId="f0c717e3-1c69-45f8-b254-4317ad764897" providerId="ADAL" clId="{253DD15A-91C6-4F9F-8DCE-EC902DFFCC8A}" dt="2024-09-21T14:38:24.262" v="9877"/>
          <ac:spMkLst>
            <pc:docMk/>
            <pc:sldMk cId="1446331400" sldId="417"/>
            <ac:spMk id="106" creationId="{79A6DB05-9FB5-4B07-8675-74C23D4FD89D}"/>
          </ac:spMkLst>
        </pc:spChg>
        <pc:spChg chg="add del">
          <ac:chgData name="Giovanna Tonazzo" userId="f0c717e3-1c69-45f8-b254-4317ad764897" providerId="ADAL" clId="{253DD15A-91C6-4F9F-8DCE-EC902DFFCC8A}" dt="2024-09-21T14:38:24.262" v="9877"/>
          <ac:spMkLst>
            <pc:docMk/>
            <pc:sldMk cId="1446331400" sldId="417"/>
            <ac:spMk id="107" creationId="{2C9A9DA9-7DC8-488B-A882-123947B0F3D9}"/>
          </ac:spMkLst>
        </pc:spChg>
        <pc:spChg chg="add del">
          <ac:chgData name="Giovanna Tonazzo" userId="f0c717e3-1c69-45f8-b254-4317ad764897" providerId="ADAL" clId="{253DD15A-91C6-4F9F-8DCE-EC902DFFCC8A}" dt="2024-09-21T14:38:24.262" v="9877"/>
          <ac:spMkLst>
            <pc:docMk/>
            <pc:sldMk cId="1446331400" sldId="417"/>
            <ac:spMk id="108" creationId="{57F6BDD4-E066-4008-8011-6CC31AEB4556}"/>
          </ac:spMkLst>
        </pc:spChg>
        <pc:spChg chg="add del">
          <ac:chgData name="Giovanna Tonazzo" userId="f0c717e3-1c69-45f8-b254-4317ad764897" providerId="ADAL" clId="{253DD15A-91C6-4F9F-8DCE-EC902DFFCC8A}" dt="2024-09-21T14:38:24.262" v="9877"/>
          <ac:spMkLst>
            <pc:docMk/>
            <pc:sldMk cId="1446331400" sldId="417"/>
            <ac:spMk id="109" creationId="{2711A8FB-68FC-45FC-B01E-38F809E2D439}"/>
          </ac:spMkLst>
        </pc:spChg>
        <pc:spChg chg="add del">
          <ac:chgData name="Giovanna Tonazzo" userId="f0c717e3-1c69-45f8-b254-4317ad764897" providerId="ADAL" clId="{253DD15A-91C6-4F9F-8DCE-EC902DFFCC8A}" dt="2024-09-16T20:07:36.723" v="5715" actId="26606"/>
          <ac:spMkLst>
            <pc:docMk/>
            <pc:sldMk cId="1446331400" sldId="417"/>
            <ac:spMk id="114" creationId="{2D6FBB9D-1CAA-4D05-AB33-BABDFE17B843}"/>
          </ac:spMkLst>
        </pc:spChg>
        <pc:spChg chg="add del">
          <ac:chgData name="Giovanna Tonazzo" userId="f0c717e3-1c69-45f8-b254-4317ad764897" providerId="ADAL" clId="{253DD15A-91C6-4F9F-8DCE-EC902DFFCC8A}" dt="2024-09-16T20:07:36.723" v="5715" actId="26606"/>
          <ac:spMkLst>
            <pc:docMk/>
            <pc:sldMk cId="1446331400" sldId="417"/>
            <ac:spMk id="116" creationId="{04727B71-B4B6-4823-80A1-68C40B475118}"/>
          </ac:spMkLst>
        </pc:spChg>
        <pc:spChg chg="add del">
          <ac:chgData name="Giovanna Tonazzo" userId="f0c717e3-1c69-45f8-b254-4317ad764897" providerId="ADAL" clId="{253DD15A-91C6-4F9F-8DCE-EC902DFFCC8A}" dt="2024-09-16T20:07:36.723" v="5715" actId="26606"/>
          <ac:spMkLst>
            <pc:docMk/>
            <pc:sldMk cId="1446331400" sldId="417"/>
            <ac:spMk id="118" creationId="{79A6DB05-9FB5-4B07-8675-74C23D4FD89D}"/>
          </ac:spMkLst>
        </pc:spChg>
        <pc:spChg chg="add del">
          <ac:chgData name="Giovanna Tonazzo" userId="f0c717e3-1c69-45f8-b254-4317ad764897" providerId="ADAL" clId="{253DD15A-91C6-4F9F-8DCE-EC902DFFCC8A}" dt="2024-09-16T20:07:36.723" v="5715" actId="26606"/>
          <ac:spMkLst>
            <pc:docMk/>
            <pc:sldMk cId="1446331400" sldId="417"/>
            <ac:spMk id="120" creationId="{0288C6B4-AFC3-407F-A595-EFFD38D4CCAF}"/>
          </ac:spMkLst>
        </pc:spChg>
        <pc:spChg chg="add del">
          <ac:chgData name="Giovanna Tonazzo" userId="f0c717e3-1c69-45f8-b254-4317ad764897" providerId="ADAL" clId="{253DD15A-91C6-4F9F-8DCE-EC902DFFCC8A}" dt="2024-09-16T20:07:36.723" v="5715" actId="26606"/>
          <ac:spMkLst>
            <pc:docMk/>
            <pc:sldMk cId="1446331400" sldId="417"/>
            <ac:spMk id="122" creationId="{CF236821-17FE-429B-8D2C-08E13A64EA40}"/>
          </ac:spMkLst>
        </pc:spChg>
        <pc:spChg chg="add del">
          <ac:chgData name="Giovanna Tonazzo" userId="f0c717e3-1c69-45f8-b254-4317ad764897" providerId="ADAL" clId="{253DD15A-91C6-4F9F-8DCE-EC902DFFCC8A}" dt="2024-09-16T20:07:36.723" v="5715" actId="26606"/>
          <ac:spMkLst>
            <pc:docMk/>
            <pc:sldMk cId="1446331400" sldId="417"/>
            <ac:spMk id="124" creationId="{C0BDBCD2-E081-43AB-9119-C55465E59757}"/>
          </ac:spMkLst>
        </pc:spChg>
        <pc:spChg chg="add del">
          <ac:chgData name="Giovanna Tonazzo" userId="f0c717e3-1c69-45f8-b254-4317ad764897" providerId="ADAL" clId="{253DD15A-91C6-4F9F-8DCE-EC902DFFCC8A}" dt="2024-09-16T20:07:36.723" v="5715" actId="26606"/>
          <ac:spMkLst>
            <pc:docMk/>
            <pc:sldMk cId="1446331400" sldId="417"/>
            <ac:spMk id="126" creationId="{98E79BE4-34FE-485A-98A5-92CE8F7C4743}"/>
          </ac:spMkLst>
        </pc:spChg>
        <pc:spChg chg="add del">
          <ac:chgData name="Giovanna Tonazzo" userId="f0c717e3-1c69-45f8-b254-4317ad764897" providerId="ADAL" clId="{253DD15A-91C6-4F9F-8DCE-EC902DFFCC8A}" dt="2024-09-16T20:07:36.723" v="5715" actId="26606"/>
          <ac:spMkLst>
            <pc:docMk/>
            <pc:sldMk cId="1446331400" sldId="417"/>
            <ac:spMk id="128" creationId="{7A5F0580-5EE9-419F-96EE-B6529EF6E7D0}"/>
          </ac:spMkLst>
        </pc:spChg>
        <pc:picChg chg="del mod ord">
          <ac:chgData name="Giovanna Tonazzo" userId="f0c717e3-1c69-45f8-b254-4317ad764897" providerId="ADAL" clId="{253DD15A-91C6-4F9F-8DCE-EC902DFFCC8A}" dt="2024-09-16T20:05:41.256" v="5703" actId="478"/>
          <ac:picMkLst>
            <pc:docMk/>
            <pc:sldMk cId="1446331400" sldId="417"/>
            <ac:picMk id="7" creationId="{24C80B6C-8335-BDB5-B809-97AA2AF7C0F1}"/>
          </ac:picMkLst>
        </pc:picChg>
        <pc:picChg chg="add mod ord">
          <ac:chgData name="Giovanna Tonazzo" userId="f0c717e3-1c69-45f8-b254-4317ad764897" providerId="ADAL" clId="{253DD15A-91C6-4F9F-8DCE-EC902DFFCC8A}" dt="2024-09-21T14:26:57.978" v="9824"/>
          <ac:picMkLst>
            <pc:docMk/>
            <pc:sldMk cId="1446331400" sldId="417"/>
            <ac:picMk id="9" creationId="{6AC4357C-1501-7E2D-0947-275B63AB6191}"/>
          </ac:picMkLst>
        </pc:picChg>
      </pc:sldChg>
      <pc:sldChg chg="addSp delSp modSp mod setBg delDesignElem modNotesTx">
        <pc:chgData name="Giovanna Tonazzo" userId="f0c717e3-1c69-45f8-b254-4317ad764897" providerId="ADAL" clId="{253DD15A-91C6-4F9F-8DCE-EC902DFFCC8A}" dt="2024-09-23T20:50:48.754" v="14191" actId="20577"/>
        <pc:sldMkLst>
          <pc:docMk/>
          <pc:sldMk cId="2014787191" sldId="418"/>
        </pc:sldMkLst>
        <pc:spChg chg="mod">
          <ac:chgData name="Giovanna Tonazzo" userId="f0c717e3-1c69-45f8-b254-4317ad764897" providerId="ADAL" clId="{253DD15A-91C6-4F9F-8DCE-EC902DFFCC8A}" dt="2024-09-21T14:27:01.438" v="9828"/>
          <ac:spMkLst>
            <pc:docMk/>
            <pc:sldMk cId="2014787191" sldId="418"/>
            <ac:spMk id="8" creationId="{817F3C7D-3E39-0BA8-1F4F-0EA28932CBA5}"/>
          </ac:spMkLst>
        </pc:spChg>
        <pc:spChg chg="mod">
          <ac:chgData name="Giovanna Tonazzo" userId="f0c717e3-1c69-45f8-b254-4317ad764897" providerId="ADAL" clId="{253DD15A-91C6-4F9F-8DCE-EC902DFFCC8A}" dt="2024-09-23T20:36:32.659" v="14129" actId="20577"/>
          <ac:spMkLst>
            <pc:docMk/>
            <pc:sldMk cId="2014787191" sldId="418"/>
            <ac:spMk id="27" creationId="{52FC4AEE-0506-FF91-00ED-25F406967B5B}"/>
          </ac:spMkLst>
        </pc:spChg>
        <pc:spChg chg="add del">
          <ac:chgData name="Giovanna Tonazzo" userId="f0c717e3-1c69-45f8-b254-4317ad764897" providerId="ADAL" clId="{253DD15A-91C6-4F9F-8DCE-EC902DFFCC8A}" dt="2024-09-21T14:38:24.262" v="9877"/>
          <ac:spMkLst>
            <pc:docMk/>
            <pc:sldMk cId="2014787191" sldId="418"/>
            <ac:spMk id="86" creationId="{2D6FBB9D-1CAA-4D05-AB33-BABDFE17B843}"/>
          </ac:spMkLst>
        </pc:spChg>
        <pc:spChg chg="add del">
          <ac:chgData name="Giovanna Tonazzo" userId="f0c717e3-1c69-45f8-b254-4317ad764897" providerId="ADAL" clId="{253DD15A-91C6-4F9F-8DCE-EC902DFFCC8A}" dt="2024-09-21T14:38:24.262" v="9877"/>
          <ac:spMkLst>
            <pc:docMk/>
            <pc:sldMk cId="2014787191" sldId="418"/>
            <ac:spMk id="87" creationId="{04727B71-B4B6-4823-80A1-68C40B475118}"/>
          </ac:spMkLst>
        </pc:spChg>
        <pc:spChg chg="add del">
          <ac:chgData name="Giovanna Tonazzo" userId="f0c717e3-1c69-45f8-b254-4317ad764897" providerId="ADAL" clId="{253DD15A-91C6-4F9F-8DCE-EC902DFFCC8A}" dt="2024-09-21T14:38:24.262" v="9877"/>
          <ac:spMkLst>
            <pc:docMk/>
            <pc:sldMk cId="2014787191" sldId="418"/>
            <ac:spMk id="88" creationId="{79A6DB05-9FB5-4B07-8675-74C23D4FD89D}"/>
          </ac:spMkLst>
        </pc:spChg>
        <pc:spChg chg="add del">
          <ac:chgData name="Giovanna Tonazzo" userId="f0c717e3-1c69-45f8-b254-4317ad764897" providerId="ADAL" clId="{253DD15A-91C6-4F9F-8DCE-EC902DFFCC8A}" dt="2024-09-21T14:38:24.262" v="9877"/>
          <ac:spMkLst>
            <pc:docMk/>
            <pc:sldMk cId="2014787191" sldId="418"/>
            <ac:spMk id="89" creationId="{92468898-5A6E-4D55-85EC-308E785EE06C}"/>
          </ac:spMkLst>
        </pc:spChg>
        <pc:spChg chg="add del">
          <ac:chgData name="Giovanna Tonazzo" userId="f0c717e3-1c69-45f8-b254-4317ad764897" providerId="ADAL" clId="{253DD15A-91C6-4F9F-8DCE-EC902DFFCC8A}" dt="2024-09-21T14:38:24.262" v="9877"/>
          <ac:spMkLst>
            <pc:docMk/>
            <pc:sldMk cId="2014787191" sldId="418"/>
            <ac:spMk id="90" creationId="{3E23A947-2D45-4208-AE2B-64948C87A3EB}"/>
          </ac:spMkLst>
        </pc:spChg>
        <pc:spChg chg="add del">
          <ac:chgData name="Giovanna Tonazzo" userId="f0c717e3-1c69-45f8-b254-4317ad764897" providerId="ADAL" clId="{253DD15A-91C6-4F9F-8DCE-EC902DFFCC8A}" dt="2024-09-21T14:38:24.262" v="9877"/>
          <ac:spMkLst>
            <pc:docMk/>
            <pc:sldMk cId="2014787191" sldId="418"/>
            <ac:spMk id="91" creationId="{E5BBB0F9-6A59-4D02-A9C7-A2D6516684CE}"/>
          </ac:spMkLst>
        </pc:spChg>
      </pc:sldChg>
      <pc:sldChg chg="modSp mod">
        <pc:chgData name="Giovanna Tonazzo" userId="f0c717e3-1c69-45f8-b254-4317ad764897" providerId="ADAL" clId="{253DD15A-91C6-4F9F-8DCE-EC902DFFCC8A}" dt="2024-09-21T14:38:24.262" v="9877"/>
        <pc:sldMkLst>
          <pc:docMk/>
          <pc:sldMk cId="1587830737" sldId="419"/>
        </pc:sldMkLst>
        <pc:spChg chg="mod">
          <ac:chgData name="Giovanna Tonazzo" userId="f0c717e3-1c69-45f8-b254-4317ad764897" providerId="ADAL" clId="{253DD15A-91C6-4F9F-8DCE-EC902DFFCC8A}" dt="2024-09-21T14:38:24.262" v="9877"/>
          <ac:spMkLst>
            <pc:docMk/>
            <pc:sldMk cId="1587830737" sldId="419"/>
            <ac:spMk id="2" creationId="{0F9DE289-E8F6-6F0A-4C49-616B1EEA3644}"/>
          </ac:spMkLst>
        </pc:spChg>
        <pc:spChg chg="mod">
          <ac:chgData name="Giovanna Tonazzo" userId="f0c717e3-1c69-45f8-b254-4317ad764897" providerId="ADAL" clId="{253DD15A-91C6-4F9F-8DCE-EC902DFFCC8A}" dt="2024-09-21T14:38:24.262" v="9877"/>
          <ac:spMkLst>
            <pc:docMk/>
            <pc:sldMk cId="1587830737" sldId="419"/>
            <ac:spMk id="3" creationId="{9339F50B-D882-2F96-3CD6-27A6A9566DF4}"/>
          </ac:spMkLst>
        </pc:spChg>
      </pc:sldChg>
      <pc:sldChg chg="modSp mod">
        <pc:chgData name="Giovanna Tonazzo" userId="f0c717e3-1c69-45f8-b254-4317ad764897" providerId="ADAL" clId="{253DD15A-91C6-4F9F-8DCE-EC902DFFCC8A}" dt="2024-09-21T14:38:24.262" v="9877"/>
        <pc:sldMkLst>
          <pc:docMk/>
          <pc:sldMk cId="1974823023" sldId="420"/>
        </pc:sldMkLst>
        <pc:spChg chg="mod">
          <ac:chgData name="Giovanna Tonazzo" userId="f0c717e3-1c69-45f8-b254-4317ad764897" providerId="ADAL" clId="{253DD15A-91C6-4F9F-8DCE-EC902DFFCC8A}" dt="2024-09-21T14:38:24.262" v="9877"/>
          <ac:spMkLst>
            <pc:docMk/>
            <pc:sldMk cId="1974823023" sldId="420"/>
            <ac:spMk id="2" creationId="{0F9DE289-E8F6-6F0A-4C49-616B1EEA3644}"/>
          </ac:spMkLst>
        </pc:spChg>
        <pc:spChg chg="mod">
          <ac:chgData name="Giovanna Tonazzo" userId="f0c717e3-1c69-45f8-b254-4317ad764897" providerId="ADAL" clId="{253DD15A-91C6-4F9F-8DCE-EC902DFFCC8A}" dt="2024-09-21T14:38:24.262" v="9877"/>
          <ac:spMkLst>
            <pc:docMk/>
            <pc:sldMk cId="1974823023" sldId="420"/>
            <ac:spMk id="3" creationId="{9339F50B-D882-2F96-3CD6-27A6A9566DF4}"/>
          </ac:spMkLst>
        </pc:spChg>
      </pc:sldChg>
      <pc:sldChg chg="modSp mod chgLayout">
        <pc:chgData name="Giovanna Tonazzo" userId="f0c717e3-1c69-45f8-b254-4317ad764897" providerId="ADAL" clId="{253DD15A-91C6-4F9F-8DCE-EC902DFFCC8A}" dt="2024-09-23T17:39:31.128" v="13775" actId="20577"/>
        <pc:sldMkLst>
          <pc:docMk/>
          <pc:sldMk cId="1249417608" sldId="421"/>
        </pc:sldMkLst>
        <pc:spChg chg="mod ord">
          <ac:chgData name="Giovanna Tonazzo" userId="f0c717e3-1c69-45f8-b254-4317ad764897" providerId="ADAL" clId="{253DD15A-91C6-4F9F-8DCE-EC902DFFCC8A}" dt="2024-09-23T17:39:31.128" v="13775" actId="20577"/>
          <ac:spMkLst>
            <pc:docMk/>
            <pc:sldMk cId="1249417608" sldId="421"/>
            <ac:spMk id="2" creationId="{99CDD8B3-D7E9-2E88-BF96-9DA71AE40953}"/>
          </ac:spMkLst>
        </pc:spChg>
        <pc:spChg chg="mod ord">
          <ac:chgData name="Giovanna Tonazzo" userId="f0c717e3-1c69-45f8-b254-4317ad764897" providerId="ADAL" clId="{253DD15A-91C6-4F9F-8DCE-EC902DFFCC8A}" dt="2024-09-23T17:28:44.019" v="13718" actId="27636"/>
          <ac:spMkLst>
            <pc:docMk/>
            <pc:sldMk cId="1249417608" sldId="421"/>
            <ac:spMk id="3" creationId="{C841DC3A-AD5F-F419-757F-5275F5E7E7DC}"/>
          </ac:spMkLst>
        </pc:spChg>
        <pc:spChg chg="mod ord">
          <ac:chgData name="Giovanna Tonazzo" userId="f0c717e3-1c69-45f8-b254-4317ad764897" providerId="ADAL" clId="{253DD15A-91C6-4F9F-8DCE-EC902DFFCC8A}" dt="2024-09-23T17:28:43.885" v="13717" actId="700"/>
          <ac:spMkLst>
            <pc:docMk/>
            <pc:sldMk cId="1249417608" sldId="421"/>
            <ac:spMk id="4" creationId="{BD62D913-557E-F09F-95BB-933F5FE08EED}"/>
          </ac:spMkLst>
        </pc:spChg>
      </pc:sldChg>
      <pc:sldChg chg="modSp mod chgLayout">
        <pc:chgData name="Giovanna Tonazzo" userId="f0c717e3-1c69-45f8-b254-4317ad764897" providerId="ADAL" clId="{253DD15A-91C6-4F9F-8DCE-EC902DFFCC8A}" dt="2024-09-23T17:40:58.955" v="13807" actId="20577"/>
        <pc:sldMkLst>
          <pc:docMk/>
          <pc:sldMk cId="2099311483" sldId="422"/>
        </pc:sldMkLst>
        <pc:spChg chg="mod ord">
          <ac:chgData name="Giovanna Tonazzo" userId="f0c717e3-1c69-45f8-b254-4317ad764897" providerId="ADAL" clId="{253DD15A-91C6-4F9F-8DCE-EC902DFFCC8A}" dt="2024-09-23T17:40:58.955" v="13807" actId="20577"/>
          <ac:spMkLst>
            <pc:docMk/>
            <pc:sldMk cId="2099311483" sldId="422"/>
            <ac:spMk id="2" creationId="{99CDD8B3-D7E9-2E88-BF96-9DA71AE40953}"/>
          </ac:spMkLst>
        </pc:spChg>
        <pc:spChg chg="mod ord">
          <ac:chgData name="Giovanna Tonazzo" userId="f0c717e3-1c69-45f8-b254-4317ad764897" providerId="ADAL" clId="{253DD15A-91C6-4F9F-8DCE-EC902DFFCC8A}" dt="2024-09-23T17:31:55.930" v="13744" actId="313"/>
          <ac:spMkLst>
            <pc:docMk/>
            <pc:sldMk cId="2099311483" sldId="422"/>
            <ac:spMk id="3" creationId="{C841DC3A-AD5F-F419-757F-5275F5E7E7DC}"/>
          </ac:spMkLst>
        </pc:spChg>
        <pc:spChg chg="mod ord">
          <ac:chgData name="Giovanna Tonazzo" userId="f0c717e3-1c69-45f8-b254-4317ad764897" providerId="ADAL" clId="{253DD15A-91C6-4F9F-8DCE-EC902DFFCC8A}" dt="2024-09-23T17:28:56.862" v="13719" actId="700"/>
          <ac:spMkLst>
            <pc:docMk/>
            <pc:sldMk cId="2099311483" sldId="422"/>
            <ac:spMk id="4" creationId="{BD62D913-557E-F09F-95BB-933F5FE08EED}"/>
          </ac:spMkLst>
        </pc:spChg>
      </pc:sldChg>
      <pc:sldChg chg="modSp mod chgLayout">
        <pc:chgData name="Giovanna Tonazzo" userId="f0c717e3-1c69-45f8-b254-4317ad764897" providerId="ADAL" clId="{253DD15A-91C6-4F9F-8DCE-EC902DFFCC8A}" dt="2024-09-24T07:29:12.560" v="14421" actId="20577"/>
        <pc:sldMkLst>
          <pc:docMk/>
          <pc:sldMk cId="187100340" sldId="423"/>
        </pc:sldMkLst>
        <pc:spChg chg="mod ord">
          <ac:chgData name="Giovanna Tonazzo" userId="f0c717e3-1c69-45f8-b254-4317ad764897" providerId="ADAL" clId="{253DD15A-91C6-4F9F-8DCE-EC902DFFCC8A}" dt="2024-09-23T17:40:27.443" v="13799" actId="20577"/>
          <ac:spMkLst>
            <pc:docMk/>
            <pc:sldMk cId="187100340" sldId="423"/>
            <ac:spMk id="2" creationId="{99CDD8B3-D7E9-2E88-BF96-9DA71AE40953}"/>
          </ac:spMkLst>
        </pc:spChg>
        <pc:spChg chg="mod ord">
          <ac:chgData name="Giovanna Tonazzo" userId="f0c717e3-1c69-45f8-b254-4317ad764897" providerId="ADAL" clId="{253DD15A-91C6-4F9F-8DCE-EC902DFFCC8A}" dt="2024-09-24T07:29:12.560" v="14421" actId="20577"/>
          <ac:spMkLst>
            <pc:docMk/>
            <pc:sldMk cId="187100340" sldId="423"/>
            <ac:spMk id="3" creationId="{C841DC3A-AD5F-F419-757F-5275F5E7E7DC}"/>
          </ac:spMkLst>
        </pc:spChg>
        <pc:spChg chg="mod ord">
          <ac:chgData name="Giovanna Tonazzo" userId="f0c717e3-1c69-45f8-b254-4317ad764897" providerId="ADAL" clId="{253DD15A-91C6-4F9F-8DCE-EC902DFFCC8A}" dt="2024-09-23T17:29:06.419" v="13720" actId="700"/>
          <ac:spMkLst>
            <pc:docMk/>
            <pc:sldMk cId="187100340" sldId="423"/>
            <ac:spMk id="4" creationId="{BD62D913-557E-F09F-95BB-933F5FE08EED}"/>
          </ac:spMkLst>
        </pc:spChg>
      </pc:sldChg>
      <pc:sldChg chg="modSp">
        <pc:chgData name="Giovanna Tonazzo" userId="f0c717e3-1c69-45f8-b254-4317ad764897" providerId="ADAL" clId="{253DD15A-91C6-4F9F-8DCE-EC902DFFCC8A}" dt="2024-09-21T14:38:24.262" v="9877"/>
        <pc:sldMkLst>
          <pc:docMk/>
          <pc:sldMk cId="1905423560" sldId="424"/>
        </pc:sldMkLst>
        <pc:spChg chg="mod">
          <ac:chgData name="Giovanna Tonazzo" userId="f0c717e3-1c69-45f8-b254-4317ad764897" providerId="ADAL" clId="{253DD15A-91C6-4F9F-8DCE-EC902DFFCC8A}" dt="2024-09-21T14:38:24.262" v="9877"/>
          <ac:spMkLst>
            <pc:docMk/>
            <pc:sldMk cId="1905423560" sldId="424"/>
            <ac:spMk id="2" creationId="{626D3A99-BC9D-4DC2-BE1B-9E2C93EDD294}"/>
          </ac:spMkLst>
        </pc:spChg>
        <pc:spChg chg="mod">
          <ac:chgData name="Giovanna Tonazzo" userId="f0c717e3-1c69-45f8-b254-4317ad764897" providerId="ADAL" clId="{253DD15A-91C6-4F9F-8DCE-EC902DFFCC8A}" dt="2024-09-21T14:38:24.262" v="9877"/>
          <ac:spMkLst>
            <pc:docMk/>
            <pc:sldMk cId="1905423560" sldId="424"/>
            <ac:spMk id="3" creationId="{817D061C-023A-4DD9-8847-DD7718553EA4}"/>
          </ac:spMkLst>
        </pc:spChg>
      </pc:sldChg>
      <pc:sldChg chg="modSp mod">
        <pc:chgData name="Giovanna Tonazzo" userId="f0c717e3-1c69-45f8-b254-4317ad764897" providerId="ADAL" clId="{253DD15A-91C6-4F9F-8DCE-EC902DFFCC8A}" dt="2024-09-21T14:38:24.262" v="9877"/>
        <pc:sldMkLst>
          <pc:docMk/>
          <pc:sldMk cId="2299755466" sldId="425"/>
        </pc:sldMkLst>
        <pc:spChg chg="mod">
          <ac:chgData name="Giovanna Tonazzo" userId="f0c717e3-1c69-45f8-b254-4317ad764897" providerId="ADAL" clId="{253DD15A-91C6-4F9F-8DCE-EC902DFFCC8A}" dt="2024-09-21T14:38:24.262" v="9877"/>
          <ac:spMkLst>
            <pc:docMk/>
            <pc:sldMk cId="2299755466" sldId="425"/>
            <ac:spMk id="2" creationId="{A2EF618A-F22B-8244-09C2-26FF8E97822C}"/>
          </ac:spMkLst>
        </pc:spChg>
        <pc:spChg chg="mod">
          <ac:chgData name="Giovanna Tonazzo" userId="f0c717e3-1c69-45f8-b254-4317ad764897" providerId="ADAL" clId="{253DD15A-91C6-4F9F-8DCE-EC902DFFCC8A}" dt="2024-09-21T14:38:24.262" v="9877"/>
          <ac:spMkLst>
            <pc:docMk/>
            <pc:sldMk cId="2299755466" sldId="425"/>
            <ac:spMk id="4" creationId="{42C7D743-1BE4-7609-65CA-FDF1318A8F30}"/>
          </ac:spMkLst>
        </pc:spChg>
        <pc:graphicFrameChg chg="mod">
          <ac:chgData name="Giovanna Tonazzo" userId="f0c717e3-1c69-45f8-b254-4317ad764897" providerId="ADAL" clId="{253DD15A-91C6-4F9F-8DCE-EC902DFFCC8A}" dt="2024-09-21T14:38:24.262" v="9877"/>
          <ac:graphicFrameMkLst>
            <pc:docMk/>
            <pc:sldMk cId="2299755466" sldId="425"/>
            <ac:graphicFrameMk id="5" creationId="{E2663E72-D55B-5D66-8104-97D5C3DBADB7}"/>
          </ac:graphicFrameMkLst>
        </pc:graphicFrameChg>
      </pc:sldChg>
      <pc:sldChg chg="modSp mod">
        <pc:chgData name="Giovanna Tonazzo" userId="f0c717e3-1c69-45f8-b254-4317ad764897" providerId="ADAL" clId="{253DD15A-91C6-4F9F-8DCE-EC902DFFCC8A}" dt="2024-09-21T14:38:24.262" v="9877"/>
        <pc:sldMkLst>
          <pc:docMk/>
          <pc:sldMk cId="2824500928" sldId="426"/>
        </pc:sldMkLst>
        <pc:spChg chg="mod">
          <ac:chgData name="Giovanna Tonazzo" userId="f0c717e3-1c69-45f8-b254-4317ad764897" providerId="ADAL" clId="{253DD15A-91C6-4F9F-8DCE-EC902DFFCC8A}" dt="2024-09-21T14:38:24.262" v="9877"/>
          <ac:spMkLst>
            <pc:docMk/>
            <pc:sldMk cId="2824500928" sldId="426"/>
            <ac:spMk id="2" creationId="{A2EF618A-F22B-8244-09C2-26FF8E97822C}"/>
          </ac:spMkLst>
        </pc:spChg>
        <pc:spChg chg="mod">
          <ac:chgData name="Giovanna Tonazzo" userId="f0c717e3-1c69-45f8-b254-4317ad764897" providerId="ADAL" clId="{253DD15A-91C6-4F9F-8DCE-EC902DFFCC8A}" dt="2024-09-21T14:38:24.262" v="9877"/>
          <ac:spMkLst>
            <pc:docMk/>
            <pc:sldMk cId="2824500928" sldId="426"/>
            <ac:spMk id="4" creationId="{42C7D743-1BE4-7609-65CA-FDF1318A8F30}"/>
          </ac:spMkLst>
        </pc:spChg>
        <pc:graphicFrameChg chg="mod">
          <ac:chgData name="Giovanna Tonazzo" userId="f0c717e3-1c69-45f8-b254-4317ad764897" providerId="ADAL" clId="{253DD15A-91C6-4F9F-8DCE-EC902DFFCC8A}" dt="2024-09-21T14:38:24.262" v="9877"/>
          <ac:graphicFrameMkLst>
            <pc:docMk/>
            <pc:sldMk cId="2824500928" sldId="426"/>
            <ac:graphicFrameMk id="5" creationId="{E2663E72-D55B-5D66-8104-97D5C3DBADB7}"/>
          </ac:graphicFrameMkLst>
        </pc:graphicFrameChg>
      </pc:sldChg>
      <pc:sldChg chg="addSp delSp modSp mod setBg modClrScheme delDesignElem chgLayout modNotesTx">
        <pc:chgData name="Giovanna Tonazzo" userId="f0c717e3-1c69-45f8-b254-4317ad764897" providerId="ADAL" clId="{253DD15A-91C6-4F9F-8DCE-EC902DFFCC8A}" dt="2024-09-21T14:39:16.091" v="9883"/>
        <pc:sldMkLst>
          <pc:docMk/>
          <pc:sldMk cId="3845544886" sldId="427"/>
        </pc:sldMkLst>
        <pc:spChg chg="mod ord">
          <ac:chgData name="Giovanna Tonazzo" userId="f0c717e3-1c69-45f8-b254-4317ad764897" providerId="ADAL" clId="{253DD15A-91C6-4F9F-8DCE-EC902DFFCC8A}" dt="2024-09-21T14:27:01.438" v="9828"/>
          <ac:spMkLst>
            <pc:docMk/>
            <pc:sldMk cId="3845544886" sldId="427"/>
            <ac:spMk id="4" creationId="{F51C382F-EBD4-843D-B78C-3E781F1A60DA}"/>
          </ac:spMkLst>
        </pc:spChg>
        <pc:spChg chg="del mod">
          <ac:chgData name="Giovanna Tonazzo" userId="f0c717e3-1c69-45f8-b254-4317ad764897" providerId="ADAL" clId="{253DD15A-91C6-4F9F-8DCE-EC902DFFCC8A}" dt="2024-09-16T08:45:40.884" v="301" actId="478"/>
          <ac:spMkLst>
            <pc:docMk/>
            <pc:sldMk cId="3845544886" sldId="427"/>
            <ac:spMk id="6" creationId="{7F8868C1-9581-E7A9-B516-02C0297EE930}"/>
          </ac:spMkLst>
        </pc:spChg>
        <pc:spChg chg="mod ord">
          <ac:chgData name="Giovanna Tonazzo" userId="f0c717e3-1c69-45f8-b254-4317ad764897" providerId="ADAL" clId="{253DD15A-91C6-4F9F-8DCE-EC902DFFCC8A}" dt="2024-09-21T14:38:24.262" v="9877"/>
          <ac:spMkLst>
            <pc:docMk/>
            <pc:sldMk cId="3845544886" sldId="427"/>
            <ac:spMk id="8" creationId="{D468B2E4-A048-0C87-A99C-1737757B779B}"/>
          </ac:spMkLst>
        </pc:spChg>
        <pc:spChg chg="add del mod">
          <ac:chgData name="Giovanna Tonazzo" userId="f0c717e3-1c69-45f8-b254-4317ad764897" providerId="ADAL" clId="{253DD15A-91C6-4F9F-8DCE-EC902DFFCC8A}" dt="2024-09-16T08:45:44.470" v="302" actId="478"/>
          <ac:spMkLst>
            <pc:docMk/>
            <pc:sldMk cId="3845544886" sldId="427"/>
            <ac:spMk id="12" creationId="{F98C0122-13C3-ADE9-96F4-00F048116BE0}"/>
          </ac:spMkLst>
        </pc:spChg>
        <pc:spChg chg="add mod ord">
          <ac:chgData name="Giovanna Tonazzo" userId="f0c717e3-1c69-45f8-b254-4317ad764897" providerId="ADAL" clId="{253DD15A-91C6-4F9F-8DCE-EC902DFFCC8A}" dt="2024-09-16T09:02:48.212" v="1160" actId="20577"/>
          <ac:spMkLst>
            <pc:docMk/>
            <pc:sldMk cId="3845544886" sldId="427"/>
            <ac:spMk id="13" creationId="{0DB8E68A-9DB8-A3DB-8933-A60E763F6891}"/>
          </ac:spMkLst>
        </pc:spChg>
        <pc:spChg chg="add del mod ord">
          <ac:chgData name="Giovanna Tonazzo" userId="f0c717e3-1c69-45f8-b254-4317ad764897" providerId="ADAL" clId="{253DD15A-91C6-4F9F-8DCE-EC902DFFCC8A}" dt="2024-09-16T08:52:26.464" v="893" actId="26606"/>
          <ac:spMkLst>
            <pc:docMk/>
            <pc:sldMk cId="3845544886" sldId="427"/>
            <ac:spMk id="14" creationId="{BE8B53C0-4C02-D5F1-5BE1-CE5A748B06AE}"/>
          </ac:spMkLst>
        </pc:spChg>
        <pc:spChg chg="add del">
          <ac:chgData name="Giovanna Tonazzo" userId="f0c717e3-1c69-45f8-b254-4317ad764897" providerId="ADAL" clId="{253DD15A-91C6-4F9F-8DCE-EC902DFFCC8A}" dt="2024-09-21T14:38:24.262" v="9877"/>
          <ac:spMkLst>
            <pc:docMk/>
            <pc:sldMk cId="3845544886" sldId="427"/>
            <ac:spMk id="19" creationId="{2D6FBB9D-1CAA-4D05-AB33-BABDFE17B843}"/>
          </ac:spMkLst>
        </pc:spChg>
        <pc:spChg chg="add del">
          <ac:chgData name="Giovanna Tonazzo" userId="f0c717e3-1c69-45f8-b254-4317ad764897" providerId="ADAL" clId="{253DD15A-91C6-4F9F-8DCE-EC902DFFCC8A}" dt="2024-09-21T14:38:24.262" v="9877"/>
          <ac:spMkLst>
            <pc:docMk/>
            <pc:sldMk cId="3845544886" sldId="427"/>
            <ac:spMk id="21" creationId="{04727B71-B4B6-4823-80A1-68C40B475118}"/>
          </ac:spMkLst>
        </pc:spChg>
        <pc:spChg chg="add del">
          <ac:chgData name="Giovanna Tonazzo" userId="f0c717e3-1c69-45f8-b254-4317ad764897" providerId="ADAL" clId="{253DD15A-91C6-4F9F-8DCE-EC902DFFCC8A}" dt="2024-09-21T14:38:24.262" v="9877"/>
          <ac:spMkLst>
            <pc:docMk/>
            <pc:sldMk cId="3845544886" sldId="427"/>
            <ac:spMk id="23" creationId="{79A6DB05-9FB5-4B07-8675-74C23D4FD89D}"/>
          </ac:spMkLst>
        </pc:spChg>
        <pc:spChg chg="add del">
          <ac:chgData name="Giovanna Tonazzo" userId="f0c717e3-1c69-45f8-b254-4317ad764897" providerId="ADAL" clId="{253DD15A-91C6-4F9F-8DCE-EC902DFFCC8A}" dt="2024-09-21T14:38:24.262" v="9877"/>
          <ac:spMkLst>
            <pc:docMk/>
            <pc:sldMk cId="3845544886" sldId="427"/>
            <ac:spMk id="25" creationId="{2C9A9DA9-7DC8-488B-A882-123947B0F3D9}"/>
          </ac:spMkLst>
        </pc:spChg>
        <pc:spChg chg="add del">
          <ac:chgData name="Giovanna Tonazzo" userId="f0c717e3-1c69-45f8-b254-4317ad764897" providerId="ADAL" clId="{253DD15A-91C6-4F9F-8DCE-EC902DFFCC8A}" dt="2024-09-21T14:38:24.262" v="9877"/>
          <ac:spMkLst>
            <pc:docMk/>
            <pc:sldMk cId="3845544886" sldId="427"/>
            <ac:spMk id="27" creationId="{57F6BDD4-E066-4008-8011-6CC31AEB4556}"/>
          </ac:spMkLst>
        </pc:spChg>
        <pc:spChg chg="add del">
          <ac:chgData name="Giovanna Tonazzo" userId="f0c717e3-1c69-45f8-b254-4317ad764897" providerId="ADAL" clId="{253DD15A-91C6-4F9F-8DCE-EC902DFFCC8A}" dt="2024-09-21T14:38:24.262" v="9877"/>
          <ac:spMkLst>
            <pc:docMk/>
            <pc:sldMk cId="3845544886" sldId="427"/>
            <ac:spMk id="29" creationId="{2711A8FB-68FC-45FC-B01E-38F809E2D439}"/>
          </ac:spMkLst>
        </pc:spChg>
        <pc:spChg chg="add del">
          <ac:chgData name="Giovanna Tonazzo" userId="f0c717e3-1c69-45f8-b254-4317ad764897" providerId="ADAL" clId="{253DD15A-91C6-4F9F-8DCE-EC902DFFCC8A}" dt="2024-09-21T14:38:24.262" v="9877"/>
          <ac:spMkLst>
            <pc:docMk/>
            <pc:sldMk cId="3845544886" sldId="427"/>
            <ac:spMk id="31" creationId="{2A865FE3-5FC9-4049-87CF-30019C46C0F5}"/>
          </ac:spMkLst>
        </pc:spChg>
        <pc:picChg chg="mod ord">
          <ac:chgData name="Giovanna Tonazzo" userId="f0c717e3-1c69-45f8-b254-4317ad764897" providerId="ADAL" clId="{253DD15A-91C6-4F9F-8DCE-EC902DFFCC8A}" dt="2024-09-16T08:52:26.464" v="893" actId="26606"/>
          <ac:picMkLst>
            <pc:docMk/>
            <pc:sldMk cId="3845544886" sldId="427"/>
            <ac:picMk id="10" creationId="{7F333FF0-BE5E-A979-9869-AC093F817AF1}"/>
          </ac:picMkLst>
        </pc:picChg>
      </pc:sldChg>
      <pc:sldChg chg="addSp delSp modSp mod setBg delDesignElem">
        <pc:chgData name="Giovanna Tonazzo" userId="f0c717e3-1c69-45f8-b254-4317ad764897" providerId="ADAL" clId="{253DD15A-91C6-4F9F-8DCE-EC902DFFCC8A}" dt="2024-09-22T20:24:52.157" v="10638" actId="20577"/>
        <pc:sldMkLst>
          <pc:docMk/>
          <pc:sldMk cId="1253533461" sldId="428"/>
        </pc:sldMkLst>
        <pc:spChg chg="mod">
          <ac:chgData name="Giovanna Tonazzo" userId="f0c717e3-1c69-45f8-b254-4317ad764897" providerId="ADAL" clId="{253DD15A-91C6-4F9F-8DCE-EC902DFFCC8A}" dt="2024-09-22T20:24:52.157" v="10638" actId="20577"/>
          <ac:spMkLst>
            <pc:docMk/>
            <pc:sldMk cId="1253533461" sldId="428"/>
            <ac:spMk id="4" creationId="{853E271B-F2F8-467B-0F2D-E3F4836B5E1A}"/>
          </ac:spMkLst>
        </pc:spChg>
        <pc:spChg chg="mod">
          <ac:chgData name="Giovanna Tonazzo" userId="f0c717e3-1c69-45f8-b254-4317ad764897" providerId="ADAL" clId="{253DD15A-91C6-4F9F-8DCE-EC902DFFCC8A}" dt="2024-09-21T14:27:01.438" v="9828"/>
          <ac:spMkLst>
            <pc:docMk/>
            <pc:sldMk cId="1253533461" sldId="428"/>
            <ac:spMk id="7" creationId="{F10E7110-96E0-BCFF-4CC5-B4EC0236BECB}"/>
          </ac:spMkLst>
        </pc:spChg>
        <pc:spChg chg="add del mod">
          <ac:chgData name="Giovanna Tonazzo" userId="f0c717e3-1c69-45f8-b254-4317ad764897" providerId="ADAL" clId="{253DD15A-91C6-4F9F-8DCE-EC902DFFCC8A}" dt="2024-09-16T08:38:15.765" v="75" actId="931"/>
          <ac:spMkLst>
            <pc:docMk/>
            <pc:sldMk cId="1253533461" sldId="428"/>
            <ac:spMk id="11" creationId="{B2E627D0-5495-614F-0F2D-71F185003C7A}"/>
          </ac:spMkLst>
        </pc:spChg>
        <pc:spChg chg="add mod">
          <ac:chgData name="Giovanna Tonazzo" userId="f0c717e3-1c69-45f8-b254-4317ad764897" providerId="ADAL" clId="{253DD15A-91C6-4F9F-8DCE-EC902DFFCC8A}" dt="2024-09-16T17:00:37.461" v="3077" actId="20577"/>
          <ac:spMkLst>
            <pc:docMk/>
            <pc:sldMk cId="1253533461" sldId="428"/>
            <ac:spMk id="14" creationId="{C032793F-EF21-85E4-0162-39DF4DB70635}"/>
          </ac:spMkLst>
        </pc:spChg>
        <pc:spChg chg="add del">
          <ac:chgData name="Giovanna Tonazzo" userId="f0c717e3-1c69-45f8-b254-4317ad764897" providerId="ADAL" clId="{253DD15A-91C6-4F9F-8DCE-EC902DFFCC8A}" dt="2024-09-21T14:38:24.262" v="9877"/>
          <ac:spMkLst>
            <pc:docMk/>
            <pc:sldMk cId="1253533461" sldId="428"/>
            <ac:spMk id="75" creationId="{2D6FBB9D-1CAA-4D05-AB33-BABDFE17B843}"/>
          </ac:spMkLst>
        </pc:spChg>
        <pc:spChg chg="add del">
          <ac:chgData name="Giovanna Tonazzo" userId="f0c717e3-1c69-45f8-b254-4317ad764897" providerId="ADAL" clId="{253DD15A-91C6-4F9F-8DCE-EC902DFFCC8A}" dt="2024-09-21T14:38:24.262" v="9877"/>
          <ac:spMkLst>
            <pc:docMk/>
            <pc:sldMk cId="1253533461" sldId="428"/>
            <ac:spMk id="76" creationId="{04727B71-B4B6-4823-80A1-68C40B475118}"/>
          </ac:spMkLst>
        </pc:spChg>
        <pc:spChg chg="add del">
          <ac:chgData name="Giovanna Tonazzo" userId="f0c717e3-1c69-45f8-b254-4317ad764897" providerId="ADAL" clId="{253DD15A-91C6-4F9F-8DCE-EC902DFFCC8A}" dt="2024-09-21T14:38:24.262" v="9877"/>
          <ac:spMkLst>
            <pc:docMk/>
            <pc:sldMk cId="1253533461" sldId="428"/>
            <ac:spMk id="77" creationId="{79A6DB05-9FB5-4B07-8675-74C23D4FD89D}"/>
          </ac:spMkLst>
        </pc:spChg>
        <pc:spChg chg="add del">
          <ac:chgData name="Giovanna Tonazzo" userId="f0c717e3-1c69-45f8-b254-4317ad764897" providerId="ADAL" clId="{253DD15A-91C6-4F9F-8DCE-EC902DFFCC8A}" dt="2024-09-21T14:38:24.262" v="9877"/>
          <ac:spMkLst>
            <pc:docMk/>
            <pc:sldMk cId="1253533461" sldId="428"/>
            <ac:spMk id="78" creationId="{0B9EE3F3-89B7-43C3-8651-C4C96830993D}"/>
          </ac:spMkLst>
        </pc:spChg>
        <pc:spChg chg="add del">
          <ac:chgData name="Giovanna Tonazzo" userId="f0c717e3-1c69-45f8-b254-4317ad764897" providerId="ADAL" clId="{253DD15A-91C6-4F9F-8DCE-EC902DFFCC8A}" dt="2024-09-21T14:38:24.262" v="9877"/>
          <ac:spMkLst>
            <pc:docMk/>
            <pc:sldMk cId="1253533461" sldId="428"/>
            <ac:spMk id="79" creationId="{33AE4636-AEEC-45D6-84D4-7AC2DA48ECF8}"/>
          </ac:spMkLst>
        </pc:spChg>
        <pc:spChg chg="add del">
          <ac:chgData name="Giovanna Tonazzo" userId="f0c717e3-1c69-45f8-b254-4317ad764897" providerId="ADAL" clId="{253DD15A-91C6-4F9F-8DCE-EC902DFFCC8A}" dt="2024-09-21T14:38:24.262" v="9877"/>
          <ac:spMkLst>
            <pc:docMk/>
            <pc:sldMk cId="1253533461" sldId="428"/>
            <ac:spMk id="80" creationId="{8D9CE0F4-2EB2-4F1F-8AAC-DB3571D9FE10}"/>
          </ac:spMkLst>
        </pc:spChg>
        <pc:picChg chg="del">
          <ac:chgData name="Giovanna Tonazzo" userId="f0c717e3-1c69-45f8-b254-4317ad764897" providerId="ADAL" clId="{253DD15A-91C6-4F9F-8DCE-EC902DFFCC8A}" dt="2024-09-16T08:37:50.984" v="74" actId="478"/>
          <ac:picMkLst>
            <pc:docMk/>
            <pc:sldMk cId="1253533461" sldId="428"/>
            <ac:picMk id="8" creationId="{37BE5E6E-CBC9-4EEA-A391-05CC30CEFA60}"/>
          </ac:picMkLst>
        </pc:picChg>
        <pc:picChg chg="add mod">
          <ac:chgData name="Giovanna Tonazzo" userId="f0c717e3-1c69-45f8-b254-4317ad764897" providerId="ADAL" clId="{253DD15A-91C6-4F9F-8DCE-EC902DFFCC8A}" dt="2024-09-21T14:38:24.262" v="9877"/>
          <ac:picMkLst>
            <pc:docMk/>
            <pc:sldMk cId="1253533461" sldId="428"/>
            <ac:picMk id="13" creationId="{4134D9E9-8C48-395A-1F63-AC77EA08111B}"/>
          </ac:picMkLst>
        </pc:picChg>
      </pc:sldChg>
      <pc:sldChg chg="addSp delSp modSp add mod">
        <pc:chgData name="Giovanna Tonazzo" userId="f0c717e3-1c69-45f8-b254-4317ad764897" providerId="ADAL" clId="{253DD15A-91C6-4F9F-8DCE-EC902DFFCC8A}" dt="2024-09-21T14:38:24.262" v="9877"/>
        <pc:sldMkLst>
          <pc:docMk/>
          <pc:sldMk cId="869757079" sldId="429"/>
        </pc:sldMkLst>
        <pc:spChg chg="mod">
          <ac:chgData name="Giovanna Tonazzo" userId="f0c717e3-1c69-45f8-b254-4317ad764897" providerId="ADAL" clId="{253DD15A-91C6-4F9F-8DCE-EC902DFFCC8A}" dt="2024-09-21T14:38:24.262" v="9877"/>
          <ac:spMkLst>
            <pc:docMk/>
            <pc:sldMk cId="869757079" sldId="429"/>
            <ac:spMk id="4" creationId="{9C24C933-AEB8-74B0-B367-36D4F0FEC55E}"/>
          </ac:spMkLst>
        </pc:spChg>
        <pc:graphicFrameChg chg="del">
          <ac:chgData name="Giovanna Tonazzo" userId="f0c717e3-1c69-45f8-b254-4317ad764897" providerId="ADAL" clId="{253DD15A-91C6-4F9F-8DCE-EC902DFFCC8A}" dt="2024-09-16T07:47:28.365" v="1" actId="478"/>
          <ac:graphicFrameMkLst>
            <pc:docMk/>
            <pc:sldMk cId="869757079" sldId="429"/>
            <ac:graphicFrameMk id="5" creationId="{9B56ADF2-DB32-0988-1BD7-6B5978ADD459}"/>
          </ac:graphicFrameMkLst>
        </pc:graphicFrameChg>
        <pc:picChg chg="add mod">
          <ac:chgData name="Giovanna Tonazzo" userId="f0c717e3-1c69-45f8-b254-4317ad764897" providerId="ADAL" clId="{253DD15A-91C6-4F9F-8DCE-EC902DFFCC8A}" dt="2024-09-16T07:49:17.658" v="6" actId="1076"/>
          <ac:picMkLst>
            <pc:docMk/>
            <pc:sldMk cId="869757079" sldId="429"/>
            <ac:picMk id="3" creationId="{1F452BD4-DCCA-65D8-3DE1-3A2C3B1802E4}"/>
          </ac:picMkLst>
        </pc:picChg>
      </pc:sldChg>
      <pc:sldChg chg="addSp delSp modSp add mod chgLayout">
        <pc:chgData name="Giovanna Tonazzo" userId="f0c717e3-1c69-45f8-b254-4317ad764897" providerId="ADAL" clId="{253DD15A-91C6-4F9F-8DCE-EC902DFFCC8A}" dt="2024-09-23T07:54:55.601" v="10763" actId="18653"/>
        <pc:sldMkLst>
          <pc:docMk/>
          <pc:sldMk cId="2054251037" sldId="430"/>
        </pc:sldMkLst>
        <pc:spChg chg="add mod ord">
          <ac:chgData name="Giovanna Tonazzo" userId="f0c717e3-1c69-45f8-b254-4317ad764897" providerId="ADAL" clId="{253DD15A-91C6-4F9F-8DCE-EC902DFFCC8A}" dt="2024-09-21T14:38:24.262" v="9877"/>
          <ac:spMkLst>
            <pc:docMk/>
            <pc:sldMk cId="2054251037" sldId="430"/>
            <ac:spMk id="2" creationId="{BB7163C2-F695-6162-75E0-B875E4AD994D}"/>
          </ac:spMkLst>
        </pc:spChg>
        <pc:spChg chg="add del mod ord">
          <ac:chgData name="Giovanna Tonazzo" userId="f0c717e3-1c69-45f8-b254-4317ad764897" providerId="ADAL" clId="{253DD15A-91C6-4F9F-8DCE-EC902DFFCC8A}" dt="2024-09-16T17:05:09.844" v="3115" actId="478"/>
          <ac:spMkLst>
            <pc:docMk/>
            <pc:sldMk cId="2054251037" sldId="430"/>
            <ac:spMk id="3" creationId="{68FF9B8D-B300-8B7B-07D2-37CB8B9A530A}"/>
          </ac:spMkLst>
        </pc:spChg>
        <pc:spChg chg="add del mod ord">
          <ac:chgData name="Giovanna Tonazzo" userId="f0c717e3-1c69-45f8-b254-4317ad764897" providerId="ADAL" clId="{253DD15A-91C6-4F9F-8DCE-EC902DFFCC8A}" dt="2024-09-16T17:05:11.939" v="3116" actId="478"/>
          <ac:spMkLst>
            <pc:docMk/>
            <pc:sldMk cId="2054251037" sldId="430"/>
            <ac:spMk id="4" creationId="{855B7B50-EEAE-84EF-5759-FE1D8563A75F}"/>
          </ac:spMkLst>
        </pc:spChg>
        <pc:spChg chg="add del mod ord">
          <ac:chgData name="Giovanna Tonazzo" userId="f0c717e3-1c69-45f8-b254-4317ad764897" providerId="ADAL" clId="{253DD15A-91C6-4F9F-8DCE-EC902DFFCC8A}" dt="2024-09-16T17:05:02.630" v="3112" actId="478"/>
          <ac:spMkLst>
            <pc:docMk/>
            <pc:sldMk cId="2054251037" sldId="430"/>
            <ac:spMk id="5" creationId="{F04E6CDF-729E-9B11-7289-FF628B3195AA}"/>
          </ac:spMkLst>
        </pc:spChg>
        <pc:spChg chg="mod ord">
          <ac:chgData name="Giovanna Tonazzo" userId="f0c717e3-1c69-45f8-b254-4317ad764897" providerId="ADAL" clId="{253DD15A-91C6-4F9F-8DCE-EC902DFFCC8A}" dt="2024-09-21T14:38:24.262" v="9877"/>
          <ac:spMkLst>
            <pc:docMk/>
            <pc:sldMk cId="2054251037" sldId="430"/>
            <ac:spMk id="6" creationId="{327F2781-1102-2774-F5B4-62CC4847A5B5}"/>
          </ac:spMkLst>
        </pc:spChg>
        <pc:spChg chg="add del mod ord">
          <ac:chgData name="Giovanna Tonazzo" userId="f0c717e3-1c69-45f8-b254-4317ad764897" providerId="ADAL" clId="{253DD15A-91C6-4F9F-8DCE-EC902DFFCC8A}" dt="2024-09-16T17:05:05.012" v="3113" actId="478"/>
          <ac:spMkLst>
            <pc:docMk/>
            <pc:sldMk cId="2054251037" sldId="430"/>
            <ac:spMk id="7" creationId="{B59A8095-921E-7C5C-EE05-E1423C3F4E04}"/>
          </ac:spMkLst>
        </pc:spChg>
        <pc:spChg chg="mod ord">
          <ac:chgData name="Giovanna Tonazzo" userId="f0c717e3-1c69-45f8-b254-4317ad764897" providerId="ADAL" clId="{253DD15A-91C6-4F9F-8DCE-EC902DFFCC8A}" dt="2024-09-18T09:45:06.334" v="7127"/>
          <ac:spMkLst>
            <pc:docMk/>
            <pc:sldMk cId="2054251037" sldId="430"/>
            <ac:spMk id="8" creationId="{1ED796A4-DAB7-22FB-F9A5-D44E3ABFBE4C}"/>
          </ac:spMkLst>
        </pc:spChg>
        <pc:spChg chg="add del mod ord">
          <ac:chgData name="Giovanna Tonazzo" userId="f0c717e3-1c69-45f8-b254-4317ad764897" providerId="ADAL" clId="{253DD15A-91C6-4F9F-8DCE-EC902DFFCC8A}" dt="2024-09-16T17:05:06.291" v="3114" actId="478"/>
          <ac:spMkLst>
            <pc:docMk/>
            <pc:sldMk cId="2054251037" sldId="430"/>
            <ac:spMk id="9" creationId="{0FD1FCA7-EA2F-0A12-AB93-9B09EB4804E4}"/>
          </ac:spMkLst>
        </pc:spChg>
        <pc:picChg chg="mod ord">
          <ac:chgData name="Giovanna Tonazzo" userId="f0c717e3-1c69-45f8-b254-4317ad764897" providerId="ADAL" clId="{253DD15A-91C6-4F9F-8DCE-EC902DFFCC8A}" dt="2024-09-21T14:38:24.262" v="9877"/>
          <ac:picMkLst>
            <pc:docMk/>
            <pc:sldMk cId="2054251037" sldId="430"/>
            <ac:picMk id="23" creationId="{1B004821-9AE4-15CD-193B-029D9B0913B0}"/>
          </ac:picMkLst>
        </pc:picChg>
        <pc:picChg chg="mod ord">
          <ac:chgData name="Giovanna Tonazzo" userId="f0c717e3-1c69-45f8-b254-4317ad764897" providerId="ADAL" clId="{253DD15A-91C6-4F9F-8DCE-EC902DFFCC8A}" dt="2024-09-21T14:38:24.262" v="9877"/>
          <ac:picMkLst>
            <pc:docMk/>
            <pc:sldMk cId="2054251037" sldId="430"/>
            <ac:picMk id="29" creationId="{1768C852-554E-4BB2-067B-CDB712BA20C6}"/>
          </ac:picMkLst>
        </pc:picChg>
        <pc:picChg chg="mod ord modCrop">
          <ac:chgData name="Giovanna Tonazzo" userId="f0c717e3-1c69-45f8-b254-4317ad764897" providerId="ADAL" clId="{253DD15A-91C6-4F9F-8DCE-EC902DFFCC8A}" dt="2024-09-23T07:54:14.867" v="10758" actId="732"/>
          <ac:picMkLst>
            <pc:docMk/>
            <pc:sldMk cId="2054251037" sldId="430"/>
            <ac:picMk id="31" creationId="{DFAF7A33-6504-02AB-C7E8-D5BE5E7ABCA5}"/>
          </ac:picMkLst>
        </pc:picChg>
        <pc:picChg chg="mod ord modCrop">
          <ac:chgData name="Giovanna Tonazzo" userId="f0c717e3-1c69-45f8-b254-4317ad764897" providerId="ADAL" clId="{253DD15A-91C6-4F9F-8DCE-EC902DFFCC8A}" dt="2024-09-23T07:54:55.601" v="10763" actId="18653"/>
          <ac:picMkLst>
            <pc:docMk/>
            <pc:sldMk cId="2054251037" sldId="430"/>
            <ac:picMk id="33" creationId="{0E87FD86-AFDE-7E55-FBDA-57A704435368}"/>
          </ac:picMkLst>
        </pc:picChg>
      </pc:sldChg>
      <pc:sldChg chg="addSp delSp modSp new mod">
        <pc:chgData name="Giovanna Tonazzo" userId="f0c717e3-1c69-45f8-b254-4317ad764897" providerId="ADAL" clId="{253DD15A-91C6-4F9F-8DCE-EC902DFFCC8A}" dt="2024-09-22T08:11:08.044" v="9985" actId="21"/>
        <pc:sldMkLst>
          <pc:docMk/>
          <pc:sldMk cId="4182122347" sldId="431"/>
        </pc:sldMkLst>
        <pc:spChg chg="mod">
          <ac:chgData name="Giovanna Tonazzo" userId="f0c717e3-1c69-45f8-b254-4317ad764897" providerId="ADAL" clId="{253DD15A-91C6-4F9F-8DCE-EC902DFFCC8A}" dt="2024-09-21T14:38:24.262" v="9877"/>
          <ac:spMkLst>
            <pc:docMk/>
            <pc:sldMk cId="4182122347" sldId="431"/>
            <ac:spMk id="2" creationId="{BB45A189-2A29-4DC8-137B-F91E7440E0C5}"/>
          </ac:spMkLst>
        </pc:spChg>
        <pc:spChg chg="add del mod">
          <ac:chgData name="Giovanna Tonazzo" userId="f0c717e3-1c69-45f8-b254-4317ad764897" providerId="ADAL" clId="{253DD15A-91C6-4F9F-8DCE-EC902DFFCC8A}" dt="2024-09-21T14:38:24.262" v="9877"/>
          <ac:spMkLst>
            <pc:docMk/>
            <pc:sldMk cId="4182122347" sldId="431"/>
            <ac:spMk id="3" creationId="{D19B8CFA-9369-D6DD-50D6-D309B1291C8C}"/>
          </ac:spMkLst>
        </pc:spChg>
        <pc:spChg chg="mod">
          <ac:chgData name="Giovanna Tonazzo" userId="f0c717e3-1c69-45f8-b254-4317ad764897" providerId="ADAL" clId="{253DD15A-91C6-4F9F-8DCE-EC902DFFCC8A}" dt="2024-09-21T14:38:24.262" v="9877"/>
          <ac:spMkLst>
            <pc:docMk/>
            <pc:sldMk cId="4182122347" sldId="431"/>
            <ac:spMk id="4" creationId="{94CE3448-9DB3-5FC6-6BB3-A60B4A678B25}"/>
          </ac:spMkLst>
        </pc:spChg>
        <pc:spChg chg="mod">
          <ac:chgData name="Giovanna Tonazzo" userId="f0c717e3-1c69-45f8-b254-4317ad764897" providerId="ADAL" clId="{253DD15A-91C6-4F9F-8DCE-EC902DFFCC8A}" dt="2024-09-21T14:38:24.262" v="9877"/>
          <ac:spMkLst>
            <pc:docMk/>
            <pc:sldMk cId="4182122347" sldId="431"/>
            <ac:spMk id="5" creationId="{1B6DAE0C-43B9-952C-3595-942D8A0E9F8A}"/>
          </ac:spMkLst>
        </pc:spChg>
        <pc:spChg chg="add del mod">
          <ac:chgData name="Giovanna Tonazzo" userId="f0c717e3-1c69-45f8-b254-4317ad764897" providerId="ADAL" clId="{253DD15A-91C6-4F9F-8DCE-EC902DFFCC8A}" dt="2024-09-22T08:11:08.044" v="9985" actId="21"/>
          <ac:spMkLst>
            <pc:docMk/>
            <pc:sldMk cId="4182122347" sldId="431"/>
            <ac:spMk id="7" creationId="{D92DF12B-238E-1C4E-891A-06B63E5E68D8}"/>
          </ac:spMkLst>
        </pc:spChg>
        <pc:graphicFrameChg chg="add del">
          <ac:chgData name="Giovanna Tonazzo" userId="f0c717e3-1c69-45f8-b254-4317ad764897" providerId="ADAL" clId="{253DD15A-91C6-4F9F-8DCE-EC902DFFCC8A}" dt="2024-09-17T15:20:31.958" v="6327" actId="26606"/>
          <ac:graphicFrameMkLst>
            <pc:docMk/>
            <pc:sldMk cId="4182122347" sldId="431"/>
            <ac:graphicFrameMk id="7" creationId="{185719EA-8518-405B-0669-590B3D24BE0C}"/>
          </ac:graphicFrameMkLst>
        </pc:graphicFrameChg>
        <pc:graphicFrameChg chg="add del">
          <ac:chgData name="Giovanna Tonazzo" userId="f0c717e3-1c69-45f8-b254-4317ad764897" providerId="ADAL" clId="{253DD15A-91C6-4F9F-8DCE-EC902DFFCC8A}" dt="2024-09-17T15:20:35.389" v="6329" actId="26606"/>
          <ac:graphicFrameMkLst>
            <pc:docMk/>
            <pc:sldMk cId="4182122347" sldId="431"/>
            <ac:graphicFrameMk id="9" creationId="{B541451F-0C6F-E981-CCCA-54DE340B1CC6}"/>
          </ac:graphicFrameMkLst>
        </pc:graphicFrameChg>
        <pc:graphicFrameChg chg="add del">
          <ac:chgData name="Giovanna Tonazzo" userId="f0c717e3-1c69-45f8-b254-4317ad764897" providerId="ADAL" clId="{253DD15A-91C6-4F9F-8DCE-EC902DFFCC8A}" dt="2024-09-17T15:20:39.619" v="6331" actId="26606"/>
          <ac:graphicFrameMkLst>
            <pc:docMk/>
            <pc:sldMk cId="4182122347" sldId="431"/>
            <ac:graphicFrameMk id="11" creationId="{67552079-46BC-4945-B20E-AD8A7336EB0B}"/>
          </ac:graphicFrameMkLst>
        </pc:graphicFrameChg>
        <pc:picChg chg="add del mod">
          <ac:chgData name="Giovanna Tonazzo" userId="f0c717e3-1c69-45f8-b254-4317ad764897" providerId="ADAL" clId="{253DD15A-91C6-4F9F-8DCE-EC902DFFCC8A}" dt="2024-09-21T20:08:07.167" v="9968" actId="478"/>
          <ac:picMkLst>
            <pc:docMk/>
            <pc:sldMk cId="4182122347" sldId="431"/>
            <ac:picMk id="6" creationId="{A194680F-1AF0-B50F-B0F2-A82F2D9CFB3C}"/>
          </ac:picMkLst>
        </pc:picChg>
      </pc:sldChg>
      <pc:sldChg chg="addSp delSp modSp new mod">
        <pc:chgData name="Giovanna Tonazzo" userId="f0c717e3-1c69-45f8-b254-4317ad764897" providerId="ADAL" clId="{253DD15A-91C6-4F9F-8DCE-EC902DFFCC8A}" dt="2024-09-24T07:32:47.876" v="14427" actId="20577"/>
        <pc:sldMkLst>
          <pc:docMk/>
          <pc:sldMk cId="1012209342" sldId="432"/>
        </pc:sldMkLst>
        <pc:spChg chg="mod">
          <ac:chgData name="Giovanna Tonazzo" userId="f0c717e3-1c69-45f8-b254-4317ad764897" providerId="ADAL" clId="{253DD15A-91C6-4F9F-8DCE-EC902DFFCC8A}" dt="2024-09-24T07:32:47.876" v="14427" actId="20577"/>
          <ac:spMkLst>
            <pc:docMk/>
            <pc:sldMk cId="1012209342" sldId="432"/>
            <ac:spMk id="2" creationId="{D7433A57-6A95-A98E-F48C-D0853428FE8C}"/>
          </ac:spMkLst>
        </pc:spChg>
        <pc:spChg chg="del">
          <ac:chgData name="Giovanna Tonazzo" userId="f0c717e3-1c69-45f8-b254-4317ad764897" providerId="ADAL" clId="{253DD15A-91C6-4F9F-8DCE-EC902DFFCC8A}" dt="2024-09-17T19:25:53.679" v="6398" actId="931"/>
          <ac:spMkLst>
            <pc:docMk/>
            <pc:sldMk cId="1012209342" sldId="432"/>
            <ac:spMk id="3" creationId="{64A4B388-3893-3F71-EFE2-9ED9245649F8}"/>
          </ac:spMkLst>
        </pc:spChg>
        <pc:spChg chg="mod">
          <ac:chgData name="Giovanna Tonazzo" userId="f0c717e3-1c69-45f8-b254-4317ad764897" providerId="ADAL" clId="{253DD15A-91C6-4F9F-8DCE-EC902DFFCC8A}" dt="2024-09-21T14:38:24.262" v="9877"/>
          <ac:spMkLst>
            <pc:docMk/>
            <pc:sldMk cId="1012209342" sldId="432"/>
            <ac:spMk id="4" creationId="{3FB5789C-0E1B-B584-6672-192BD530BD01}"/>
          </ac:spMkLst>
        </pc:spChg>
        <pc:spChg chg="mod">
          <ac:chgData name="Giovanna Tonazzo" userId="f0c717e3-1c69-45f8-b254-4317ad764897" providerId="ADAL" clId="{253DD15A-91C6-4F9F-8DCE-EC902DFFCC8A}" dt="2024-09-21T14:38:24.262" v="9877"/>
          <ac:spMkLst>
            <pc:docMk/>
            <pc:sldMk cId="1012209342" sldId="432"/>
            <ac:spMk id="5" creationId="{1D287598-FF6B-5E84-88BA-96708CBC6BC7}"/>
          </ac:spMkLst>
        </pc:spChg>
        <pc:spChg chg="add del mod">
          <ac:chgData name="Giovanna Tonazzo" userId="f0c717e3-1c69-45f8-b254-4317ad764897" providerId="ADAL" clId="{253DD15A-91C6-4F9F-8DCE-EC902DFFCC8A}" dt="2024-09-17T19:32:04.350" v="6877" actId="478"/>
          <ac:spMkLst>
            <pc:docMk/>
            <pc:sldMk cId="1012209342" sldId="432"/>
            <ac:spMk id="8" creationId="{03076B3F-C75C-63E3-CEED-9E519B47E590}"/>
          </ac:spMkLst>
        </pc:spChg>
        <pc:picChg chg="add mod">
          <ac:chgData name="Giovanna Tonazzo" userId="f0c717e3-1c69-45f8-b254-4317ad764897" providerId="ADAL" clId="{253DD15A-91C6-4F9F-8DCE-EC902DFFCC8A}" dt="2024-09-21T14:38:24.262" v="9877"/>
          <ac:picMkLst>
            <pc:docMk/>
            <pc:sldMk cId="1012209342" sldId="432"/>
            <ac:picMk id="7" creationId="{3CA1BEB1-89A4-7E61-7FE3-3E7021845B33}"/>
          </ac:picMkLst>
        </pc:picChg>
      </pc:sldChg>
      <pc:sldChg chg="modSp add mod ord chgLayout">
        <pc:chgData name="Giovanna Tonazzo" userId="f0c717e3-1c69-45f8-b254-4317ad764897" providerId="ADAL" clId="{253DD15A-91C6-4F9F-8DCE-EC902DFFCC8A}" dt="2024-09-23T17:29:38.743" v="13722" actId="700"/>
        <pc:sldMkLst>
          <pc:docMk/>
          <pc:sldMk cId="429234439" sldId="433"/>
        </pc:sldMkLst>
        <pc:spChg chg="mod ord">
          <ac:chgData name="Giovanna Tonazzo" userId="f0c717e3-1c69-45f8-b254-4317ad764897" providerId="ADAL" clId="{253DD15A-91C6-4F9F-8DCE-EC902DFFCC8A}" dt="2024-09-23T17:29:38.743" v="13722" actId="700"/>
          <ac:spMkLst>
            <pc:docMk/>
            <pc:sldMk cId="429234439" sldId="433"/>
            <ac:spMk id="2" creationId="{32EFF089-4DC5-475F-EC06-1ACE92C63401}"/>
          </ac:spMkLst>
        </pc:spChg>
        <pc:spChg chg="mod ord">
          <ac:chgData name="Giovanna Tonazzo" userId="f0c717e3-1c69-45f8-b254-4317ad764897" providerId="ADAL" clId="{253DD15A-91C6-4F9F-8DCE-EC902DFFCC8A}" dt="2024-09-23T17:29:38.743" v="13722" actId="700"/>
          <ac:spMkLst>
            <pc:docMk/>
            <pc:sldMk cId="429234439" sldId="433"/>
            <ac:spMk id="3" creationId="{5B6679B9-49C8-7103-D822-EF1D380DC2BB}"/>
          </ac:spMkLst>
        </pc:spChg>
        <pc:spChg chg="mod ord">
          <ac:chgData name="Giovanna Tonazzo" userId="f0c717e3-1c69-45f8-b254-4317ad764897" providerId="ADAL" clId="{253DD15A-91C6-4F9F-8DCE-EC902DFFCC8A}" dt="2024-09-23T17:29:38.743" v="13722" actId="700"/>
          <ac:spMkLst>
            <pc:docMk/>
            <pc:sldMk cId="429234439" sldId="433"/>
            <ac:spMk id="6" creationId="{C5049567-2E77-EC52-5988-6FE2E1951D93}"/>
          </ac:spMkLst>
        </pc:spChg>
      </pc:sldChg>
      <pc:sldChg chg="delSp modSp add mod modClrScheme chgLayout">
        <pc:chgData name="Giovanna Tonazzo" userId="f0c717e3-1c69-45f8-b254-4317ad764897" providerId="ADAL" clId="{253DD15A-91C6-4F9F-8DCE-EC902DFFCC8A}" dt="2024-09-23T19:24:46.997" v="13816" actId="1076"/>
        <pc:sldMkLst>
          <pc:docMk/>
          <pc:sldMk cId="1214343122" sldId="434"/>
        </pc:sldMkLst>
        <pc:spChg chg="del mod ord">
          <ac:chgData name="Giovanna Tonazzo" userId="f0c717e3-1c69-45f8-b254-4317ad764897" providerId="ADAL" clId="{253DD15A-91C6-4F9F-8DCE-EC902DFFCC8A}" dt="2024-09-19T19:40:27.590" v="7627" actId="478"/>
          <ac:spMkLst>
            <pc:docMk/>
            <pc:sldMk cId="1214343122" sldId="434"/>
            <ac:spMk id="2" creationId="{32EFF089-4DC5-475F-EC06-1ACE92C63401}"/>
          </ac:spMkLst>
        </pc:spChg>
        <pc:spChg chg="mod ord">
          <ac:chgData name="Giovanna Tonazzo" userId="f0c717e3-1c69-45f8-b254-4317ad764897" providerId="ADAL" clId="{253DD15A-91C6-4F9F-8DCE-EC902DFFCC8A}" dt="2024-09-23T19:24:46.997" v="13816" actId="1076"/>
          <ac:spMkLst>
            <pc:docMk/>
            <pc:sldMk cId="1214343122" sldId="434"/>
            <ac:spMk id="3" creationId="{5B6679B9-49C8-7103-D822-EF1D380DC2BB}"/>
          </ac:spMkLst>
        </pc:spChg>
        <pc:spChg chg="mod ord">
          <ac:chgData name="Giovanna Tonazzo" userId="f0c717e3-1c69-45f8-b254-4317ad764897" providerId="ADAL" clId="{253DD15A-91C6-4F9F-8DCE-EC902DFFCC8A}" dt="2024-09-21T14:38:24.262" v="9877"/>
          <ac:spMkLst>
            <pc:docMk/>
            <pc:sldMk cId="1214343122" sldId="434"/>
            <ac:spMk id="6" creationId="{C5049567-2E77-EC52-5988-6FE2E1951D93}"/>
          </ac:spMkLst>
        </pc:spChg>
      </pc:sldChg>
      <pc:sldChg chg="addSp delSp modSp new mod ord">
        <pc:chgData name="Giovanna Tonazzo" userId="f0c717e3-1c69-45f8-b254-4317ad764897" providerId="ADAL" clId="{253DD15A-91C6-4F9F-8DCE-EC902DFFCC8A}" dt="2024-09-21T14:38:24.262" v="9877"/>
        <pc:sldMkLst>
          <pc:docMk/>
          <pc:sldMk cId="3825363105" sldId="435"/>
        </pc:sldMkLst>
        <pc:spChg chg="mod">
          <ac:chgData name="Giovanna Tonazzo" userId="f0c717e3-1c69-45f8-b254-4317ad764897" providerId="ADAL" clId="{253DD15A-91C6-4F9F-8DCE-EC902DFFCC8A}" dt="2024-09-21T14:38:24.262" v="9877"/>
          <ac:spMkLst>
            <pc:docMk/>
            <pc:sldMk cId="3825363105" sldId="435"/>
            <ac:spMk id="2" creationId="{D79E9854-CA77-640C-E40F-12E3A571CD26}"/>
          </ac:spMkLst>
        </pc:spChg>
        <pc:spChg chg="del">
          <ac:chgData name="Giovanna Tonazzo" userId="f0c717e3-1c69-45f8-b254-4317ad764897" providerId="ADAL" clId="{253DD15A-91C6-4F9F-8DCE-EC902DFFCC8A}" dt="2024-09-20T09:47:35.513" v="7713" actId="931"/>
          <ac:spMkLst>
            <pc:docMk/>
            <pc:sldMk cId="3825363105" sldId="435"/>
            <ac:spMk id="3" creationId="{58631CA7-4205-87A9-B2B9-A8DB379E9BD5}"/>
          </ac:spMkLst>
        </pc:spChg>
        <pc:spChg chg="mod">
          <ac:chgData name="Giovanna Tonazzo" userId="f0c717e3-1c69-45f8-b254-4317ad764897" providerId="ADAL" clId="{253DD15A-91C6-4F9F-8DCE-EC902DFFCC8A}" dt="2024-09-21T14:38:24.262" v="9877"/>
          <ac:spMkLst>
            <pc:docMk/>
            <pc:sldMk cId="3825363105" sldId="435"/>
            <ac:spMk id="4" creationId="{2ADB810A-09F8-D247-652B-572735A18C1F}"/>
          </ac:spMkLst>
        </pc:spChg>
        <pc:spChg chg="mod">
          <ac:chgData name="Giovanna Tonazzo" userId="f0c717e3-1c69-45f8-b254-4317ad764897" providerId="ADAL" clId="{253DD15A-91C6-4F9F-8DCE-EC902DFFCC8A}" dt="2024-09-21T14:38:24.262" v="9877"/>
          <ac:spMkLst>
            <pc:docMk/>
            <pc:sldMk cId="3825363105" sldId="435"/>
            <ac:spMk id="5" creationId="{3DE793A2-84AD-B543-DD94-AB5A4FEAA5A7}"/>
          </ac:spMkLst>
        </pc:spChg>
        <pc:spChg chg="add del mod">
          <ac:chgData name="Giovanna Tonazzo" userId="f0c717e3-1c69-45f8-b254-4317ad764897" providerId="ADAL" clId="{253DD15A-91C6-4F9F-8DCE-EC902DFFCC8A}" dt="2024-09-20T09:51:08.035" v="7718" actId="931"/>
          <ac:spMkLst>
            <pc:docMk/>
            <pc:sldMk cId="3825363105" sldId="435"/>
            <ac:spMk id="9" creationId="{A7059BA4-4029-4ABA-6C04-C85A5F91ABA2}"/>
          </ac:spMkLst>
        </pc:spChg>
        <pc:spChg chg="add del mod">
          <ac:chgData name="Giovanna Tonazzo" userId="f0c717e3-1c69-45f8-b254-4317ad764897" providerId="ADAL" clId="{253DD15A-91C6-4F9F-8DCE-EC902DFFCC8A}" dt="2024-09-20T13:04:51.475" v="7721" actId="931"/>
          <ac:spMkLst>
            <pc:docMk/>
            <pc:sldMk cId="3825363105" sldId="435"/>
            <ac:spMk id="13" creationId="{23A704DC-2AC9-0CF7-1986-540CB4A4B146}"/>
          </ac:spMkLst>
        </pc:spChg>
        <pc:spChg chg="add del mod">
          <ac:chgData name="Giovanna Tonazzo" userId="f0c717e3-1c69-45f8-b254-4317ad764897" providerId="ADAL" clId="{253DD15A-91C6-4F9F-8DCE-EC902DFFCC8A}" dt="2024-09-20T15:37:20.144" v="8193" actId="931"/>
          <ac:spMkLst>
            <pc:docMk/>
            <pc:sldMk cId="3825363105" sldId="435"/>
            <ac:spMk id="17" creationId="{145821BF-4607-4ED8-3902-A500957ECBFD}"/>
          </ac:spMkLst>
        </pc:spChg>
        <pc:picChg chg="add del mod">
          <ac:chgData name="Giovanna Tonazzo" userId="f0c717e3-1c69-45f8-b254-4317ad764897" providerId="ADAL" clId="{253DD15A-91C6-4F9F-8DCE-EC902DFFCC8A}" dt="2024-09-20T09:47:57.266" v="7717" actId="478"/>
          <ac:picMkLst>
            <pc:docMk/>
            <pc:sldMk cId="3825363105" sldId="435"/>
            <ac:picMk id="7" creationId="{99E94C81-AB69-C384-0608-8B9EDA6B791C}"/>
          </ac:picMkLst>
        </pc:picChg>
        <pc:picChg chg="add del mod">
          <ac:chgData name="Giovanna Tonazzo" userId="f0c717e3-1c69-45f8-b254-4317ad764897" providerId="ADAL" clId="{253DD15A-91C6-4F9F-8DCE-EC902DFFCC8A}" dt="2024-09-20T13:04:44.353" v="7720" actId="478"/>
          <ac:picMkLst>
            <pc:docMk/>
            <pc:sldMk cId="3825363105" sldId="435"/>
            <ac:picMk id="11" creationId="{C7CAF8AF-275F-6641-0956-664D7C37949B}"/>
          </ac:picMkLst>
        </pc:picChg>
        <pc:picChg chg="add del mod">
          <ac:chgData name="Giovanna Tonazzo" userId="f0c717e3-1c69-45f8-b254-4317ad764897" providerId="ADAL" clId="{253DD15A-91C6-4F9F-8DCE-EC902DFFCC8A}" dt="2024-09-20T15:37:15.236" v="8192" actId="478"/>
          <ac:picMkLst>
            <pc:docMk/>
            <pc:sldMk cId="3825363105" sldId="435"/>
            <ac:picMk id="15" creationId="{18F41B6E-106B-6EB3-B395-CF40686C5CF5}"/>
          </ac:picMkLst>
        </pc:picChg>
        <pc:picChg chg="add mod">
          <ac:chgData name="Giovanna Tonazzo" userId="f0c717e3-1c69-45f8-b254-4317ad764897" providerId="ADAL" clId="{253DD15A-91C6-4F9F-8DCE-EC902DFFCC8A}" dt="2024-09-21T14:38:24.262" v="9877"/>
          <ac:picMkLst>
            <pc:docMk/>
            <pc:sldMk cId="3825363105" sldId="435"/>
            <ac:picMk id="19" creationId="{BD26DBA6-2D17-9D19-3301-D9D5AE29E886}"/>
          </ac:picMkLst>
        </pc:picChg>
      </pc:sldChg>
      <pc:sldChg chg="add del">
        <pc:chgData name="Giovanna Tonazzo" userId="f0c717e3-1c69-45f8-b254-4317ad764897" providerId="ADAL" clId="{253DD15A-91C6-4F9F-8DCE-EC902DFFCC8A}" dt="2024-09-20T19:41:51.581" v="8888" actId="2696"/>
        <pc:sldMkLst>
          <pc:docMk/>
          <pc:sldMk cId="1662716855" sldId="436"/>
        </pc:sldMkLst>
      </pc:sldChg>
      <pc:sldChg chg="addSp delSp modSp add mod ord">
        <pc:chgData name="Giovanna Tonazzo" userId="f0c717e3-1c69-45f8-b254-4317ad764897" providerId="ADAL" clId="{253DD15A-91C6-4F9F-8DCE-EC902DFFCC8A}" dt="2024-09-21T14:38:24.262" v="9877"/>
        <pc:sldMkLst>
          <pc:docMk/>
          <pc:sldMk cId="1520931683" sldId="437"/>
        </pc:sldMkLst>
        <pc:spChg chg="mod">
          <ac:chgData name="Giovanna Tonazzo" userId="f0c717e3-1c69-45f8-b254-4317ad764897" providerId="ADAL" clId="{253DD15A-91C6-4F9F-8DCE-EC902DFFCC8A}" dt="2024-09-21T14:38:24.262" v="9877"/>
          <ac:spMkLst>
            <pc:docMk/>
            <pc:sldMk cId="1520931683" sldId="437"/>
            <ac:spMk id="2" creationId="{1C304294-B25F-3CE9-5680-F220890FD351}"/>
          </ac:spMkLst>
        </pc:spChg>
        <pc:spChg chg="mod">
          <ac:chgData name="Giovanna Tonazzo" userId="f0c717e3-1c69-45f8-b254-4317ad764897" providerId="ADAL" clId="{253DD15A-91C6-4F9F-8DCE-EC902DFFCC8A}" dt="2024-09-21T14:38:24.262" v="9877"/>
          <ac:spMkLst>
            <pc:docMk/>
            <pc:sldMk cId="1520931683" sldId="437"/>
            <ac:spMk id="4" creationId="{853E271B-F2F8-467B-0F2D-E3F4836B5E1A}"/>
          </ac:spMkLst>
        </pc:spChg>
        <pc:spChg chg="add del mod">
          <ac:chgData name="Giovanna Tonazzo" userId="f0c717e3-1c69-45f8-b254-4317ad764897" providerId="ADAL" clId="{253DD15A-91C6-4F9F-8DCE-EC902DFFCC8A}" dt="2024-09-20T19:15:04.743" v="8722" actId="931"/>
          <ac:spMkLst>
            <pc:docMk/>
            <pc:sldMk cId="1520931683" sldId="437"/>
            <ac:spMk id="5" creationId="{3038ADAC-9AAC-2134-A6C1-D264F6B10B9A}"/>
          </ac:spMkLst>
        </pc:spChg>
        <pc:spChg chg="mod">
          <ac:chgData name="Giovanna Tonazzo" userId="f0c717e3-1c69-45f8-b254-4317ad764897" providerId="ADAL" clId="{253DD15A-91C6-4F9F-8DCE-EC902DFFCC8A}" dt="2024-09-21T14:38:24.262" v="9877"/>
          <ac:spMkLst>
            <pc:docMk/>
            <pc:sldMk cId="1520931683" sldId="437"/>
            <ac:spMk id="7" creationId="{F10E7110-96E0-BCFF-4CC5-B4EC0236BECB}"/>
          </ac:spMkLst>
        </pc:spChg>
        <pc:spChg chg="add del mod">
          <ac:chgData name="Giovanna Tonazzo" userId="f0c717e3-1c69-45f8-b254-4317ad764897" providerId="ADAL" clId="{253DD15A-91C6-4F9F-8DCE-EC902DFFCC8A}" dt="2024-09-20T19:24:48.825" v="8725" actId="931"/>
          <ac:spMkLst>
            <pc:docMk/>
            <pc:sldMk cId="1520931683" sldId="437"/>
            <ac:spMk id="11" creationId="{8DC29EF7-0201-C07B-6687-13C4B7E0B580}"/>
          </ac:spMkLst>
        </pc:spChg>
        <pc:spChg chg="add del mod">
          <ac:chgData name="Giovanna Tonazzo" userId="f0c717e3-1c69-45f8-b254-4317ad764897" providerId="ADAL" clId="{253DD15A-91C6-4F9F-8DCE-EC902DFFCC8A}" dt="2024-09-20T19:38:11.400" v="8792" actId="931"/>
          <ac:spMkLst>
            <pc:docMk/>
            <pc:sldMk cId="1520931683" sldId="437"/>
            <ac:spMk id="15" creationId="{67384509-750F-5F67-B180-8D552D4BAA12}"/>
          </ac:spMkLst>
        </pc:spChg>
        <pc:picChg chg="add del mod">
          <ac:chgData name="Giovanna Tonazzo" userId="f0c717e3-1c69-45f8-b254-4317ad764897" providerId="ADAL" clId="{253DD15A-91C6-4F9F-8DCE-EC902DFFCC8A}" dt="2024-09-20T19:24:43.839" v="8724" actId="478"/>
          <ac:picMkLst>
            <pc:docMk/>
            <pc:sldMk cId="1520931683" sldId="437"/>
            <ac:picMk id="8" creationId="{E6D3A648-9768-5489-10F1-68E548D4C4EA}"/>
          </ac:picMkLst>
        </pc:picChg>
        <pc:picChg chg="del">
          <ac:chgData name="Giovanna Tonazzo" userId="f0c717e3-1c69-45f8-b254-4317ad764897" providerId="ADAL" clId="{253DD15A-91C6-4F9F-8DCE-EC902DFFCC8A}" dt="2024-09-20T19:14:54.073" v="8721" actId="478"/>
          <ac:picMkLst>
            <pc:docMk/>
            <pc:sldMk cId="1520931683" sldId="437"/>
            <ac:picMk id="10" creationId="{194C34BC-82F2-BB3A-32CC-59F7F23FCBFD}"/>
          </ac:picMkLst>
        </pc:picChg>
        <pc:picChg chg="add del mod">
          <ac:chgData name="Giovanna Tonazzo" userId="f0c717e3-1c69-45f8-b254-4317ad764897" providerId="ADAL" clId="{253DD15A-91C6-4F9F-8DCE-EC902DFFCC8A}" dt="2024-09-20T19:38:06.344" v="8791" actId="478"/>
          <ac:picMkLst>
            <pc:docMk/>
            <pc:sldMk cId="1520931683" sldId="437"/>
            <ac:picMk id="13" creationId="{0AF9DD8B-02FA-EAF5-B221-6B872A8643FE}"/>
          </ac:picMkLst>
        </pc:picChg>
        <pc:picChg chg="add mod">
          <ac:chgData name="Giovanna Tonazzo" userId="f0c717e3-1c69-45f8-b254-4317ad764897" providerId="ADAL" clId="{253DD15A-91C6-4F9F-8DCE-EC902DFFCC8A}" dt="2024-09-21T14:38:24.262" v="9877"/>
          <ac:picMkLst>
            <pc:docMk/>
            <pc:sldMk cId="1520931683" sldId="437"/>
            <ac:picMk id="17" creationId="{1354E35C-2C86-9BA3-7639-CE9B0D7E0521}"/>
          </ac:picMkLst>
        </pc:picChg>
      </pc:sldChg>
      <pc:sldChg chg="addSp delSp modSp new mod">
        <pc:chgData name="Giovanna Tonazzo" userId="f0c717e3-1c69-45f8-b254-4317ad764897" providerId="ADAL" clId="{253DD15A-91C6-4F9F-8DCE-EC902DFFCC8A}" dt="2024-09-22T20:14:16.881" v="10329" actId="20577"/>
        <pc:sldMkLst>
          <pc:docMk/>
          <pc:sldMk cId="149661456" sldId="438"/>
        </pc:sldMkLst>
        <pc:spChg chg="mod">
          <ac:chgData name="Giovanna Tonazzo" userId="f0c717e3-1c69-45f8-b254-4317ad764897" providerId="ADAL" clId="{253DD15A-91C6-4F9F-8DCE-EC902DFFCC8A}" dt="2024-09-22T20:12:14.138" v="10139" actId="255"/>
          <ac:spMkLst>
            <pc:docMk/>
            <pc:sldMk cId="149661456" sldId="438"/>
            <ac:spMk id="2" creationId="{51DAA84C-D82A-294A-544C-FE5B55D78CEB}"/>
          </ac:spMkLst>
        </pc:spChg>
        <pc:spChg chg="del">
          <ac:chgData name="Giovanna Tonazzo" userId="f0c717e3-1c69-45f8-b254-4317ad764897" providerId="ADAL" clId="{253DD15A-91C6-4F9F-8DCE-EC902DFFCC8A}" dt="2024-09-22T20:05:24.325" v="10073" actId="931"/>
          <ac:spMkLst>
            <pc:docMk/>
            <pc:sldMk cId="149661456" sldId="438"/>
            <ac:spMk id="3" creationId="{C8344BE8-E309-2BA5-34AC-7CAE60D2B1F8}"/>
          </ac:spMkLst>
        </pc:spChg>
        <pc:spChg chg="mod">
          <ac:chgData name="Giovanna Tonazzo" userId="f0c717e3-1c69-45f8-b254-4317ad764897" providerId="ADAL" clId="{253DD15A-91C6-4F9F-8DCE-EC902DFFCC8A}" dt="2024-09-22T20:14:16.881" v="10329" actId="20577"/>
          <ac:spMkLst>
            <pc:docMk/>
            <pc:sldMk cId="149661456" sldId="438"/>
            <ac:spMk id="4" creationId="{21CA53E2-D0C4-D9EF-7A27-6F9A2FE3C2C3}"/>
          </ac:spMkLst>
        </pc:spChg>
        <pc:spChg chg="add del mod">
          <ac:chgData name="Giovanna Tonazzo" userId="f0c717e3-1c69-45f8-b254-4317ad764897" providerId="ADAL" clId="{253DD15A-91C6-4F9F-8DCE-EC902DFFCC8A}" dt="2024-09-22T20:11:32.631" v="10096" actId="931"/>
          <ac:spMkLst>
            <pc:docMk/>
            <pc:sldMk cId="149661456" sldId="438"/>
            <ac:spMk id="9" creationId="{8A5A098A-999B-11C6-ACC0-2335BB4CED5E}"/>
          </ac:spMkLst>
        </pc:spChg>
        <pc:picChg chg="add del mod">
          <ac:chgData name="Giovanna Tonazzo" userId="f0c717e3-1c69-45f8-b254-4317ad764897" providerId="ADAL" clId="{253DD15A-91C6-4F9F-8DCE-EC902DFFCC8A}" dt="2024-09-22T20:11:26.360" v="10095" actId="478"/>
          <ac:picMkLst>
            <pc:docMk/>
            <pc:sldMk cId="149661456" sldId="438"/>
            <ac:picMk id="7" creationId="{AA795807-E9D0-87A4-9294-85765D7513F4}"/>
          </ac:picMkLst>
        </pc:picChg>
        <pc:picChg chg="add mod">
          <ac:chgData name="Giovanna Tonazzo" userId="f0c717e3-1c69-45f8-b254-4317ad764897" providerId="ADAL" clId="{253DD15A-91C6-4F9F-8DCE-EC902DFFCC8A}" dt="2024-09-22T20:11:40.115" v="10097" actId="18653"/>
          <ac:picMkLst>
            <pc:docMk/>
            <pc:sldMk cId="149661456" sldId="438"/>
            <ac:picMk id="11" creationId="{20898F62-98C3-E4FD-3B10-F33825645D17}"/>
          </ac:picMkLst>
        </pc:picChg>
      </pc:sldChg>
      <pc:sldChg chg="addSp delSp modSp new mod">
        <pc:chgData name="Giovanna Tonazzo" userId="f0c717e3-1c69-45f8-b254-4317ad764897" providerId="ADAL" clId="{253DD15A-91C6-4F9F-8DCE-EC902DFFCC8A}" dt="2024-09-23T09:07:13.586" v="10940" actId="20577"/>
        <pc:sldMkLst>
          <pc:docMk/>
          <pc:sldMk cId="987727312" sldId="439"/>
        </pc:sldMkLst>
        <pc:spChg chg="mod">
          <ac:chgData name="Giovanna Tonazzo" userId="f0c717e3-1c69-45f8-b254-4317ad764897" providerId="ADAL" clId="{253DD15A-91C6-4F9F-8DCE-EC902DFFCC8A}" dt="2024-09-22T20:17:04.381" v="10362" actId="255"/>
          <ac:spMkLst>
            <pc:docMk/>
            <pc:sldMk cId="987727312" sldId="439"/>
            <ac:spMk id="2" creationId="{28609472-1C7E-BF12-E12E-C8603A03FBE1}"/>
          </ac:spMkLst>
        </pc:spChg>
        <pc:spChg chg="del">
          <ac:chgData name="Giovanna Tonazzo" userId="f0c717e3-1c69-45f8-b254-4317ad764897" providerId="ADAL" clId="{253DD15A-91C6-4F9F-8DCE-EC902DFFCC8A}" dt="2024-09-22T20:06:26.020" v="10079" actId="931"/>
          <ac:spMkLst>
            <pc:docMk/>
            <pc:sldMk cId="987727312" sldId="439"/>
            <ac:spMk id="3" creationId="{3A8B6C4A-2AC7-D58D-3C08-24896BDC8364}"/>
          </ac:spMkLst>
        </pc:spChg>
        <pc:spChg chg="mod">
          <ac:chgData name="Giovanna Tonazzo" userId="f0c717e3-1c69-45f8-b254-4317ad764897" providerId="ADAL" clId="{253DD15A-91C6-4F9F-8DCE-EC902DFFCC8A}" dt="2024-09-23T09:07:13.586" v="10940" actId="20577"/>
          <ac:spMkLst>
            <pc:docMk/>
            <pc:sldMk cId="987727312" sldId="439"/>
            <ac:spMk id="4" creationId="{40999230-ADFD-F00C-81F4-2224C9FBA41C}"/>
          </ac:spMkLst>
        </pc:spChg>
        <pc:spChg chg="add del mod">
          <ac:chgData name="Giovanna Tonazzo" userId="f0c717e3-1c69-45f8-b254-4317ad764897" providerId="ADAL" clId="{253DD15A-91C6-4F9F-8DCE-EC902DFFCC8A}" dt="2024-09-22T20:14:55.805" v="10331" actId="931"/>
          <ac:spMkLst>
            <pc:docMk/>
            <pc:sldMk cId="987727312" sldId="439"/>
            <ac:spMk id="9" creationId="{A078BC4A-3288-F540-C796-16C2A5A4F017}"/>
          </ac:spMkLst>
        </pc:spChg>
        <pc:spChg chg="add del mod">
          <ac:chgData name="Giovanna Tonazzo" userId="f0c717e3-1c69-45f8-b254-4317ad764897" providerId="ADAL" clId="{253DD15A-91C6-4F9F-8DCE-EC902DFFCC8A}" dt="2024-09-22T20:15:05.520" v="10333" actId="931"/>
          <ac:spMkLst>
            <pc:docMk/>
            <pc:sldMk cId="987727312" sldId="439"/>
            <ac:spMk id="13" creationId="{CC4399F6-C936-5281-47EC-946A57A5B589}"/>
          </ac:spMkLst>
        </pc:spChg>
        <pc:spChg chg="add del mod">
          <ac:chgData name="Giovanna Tonazzo" userId="f0c717e3-1c69-45f8-b254-4317ad764897" providerId="ADAL" clId="{253DD15A-91C6-4F9F-8DCE-EC902DFFCC8A}" dt="2024-09-22T20:16:38.861" v="10335" actId="931"/>
          <ac:spMkLst>
            <pc:docMk/>
            <pc:sldMk cId="987727312" sldId="439"/>
            <ac:spMk id="17" creationId="{227C2FD7-2CAE-3FB7-28F9-77174F028158}"/>
          </ac:spMkLst>
        </pc:spChg>
        <pc:spChg chg="add">
          <ac:chgData name="Giovanna Tonazzo" userId="f0c717e3-1c69-45f8-b254-4317ad764897" providerId="ADAL" clId="{253DD15A-91C6-4F9F-8DCE-EC902DFFCC8A}" dt="2024-09-23T09:06:19.025" v="10934"/>
          <ac:spMkLst>
            <pc:docMk/>
            <pc:sldMk cId="987727312" sldId="439"/>
            <ac:spMk id="20" creationId="{BD211A3C-D90A-911F-3DED-60F3E4D19021}"/>
          </ac:spMkLst>
        </pc:spChg>
        <pc:picChg chg="add del mod">
          <ac:chgData name="Giovanna Tonazzo" userId="f0c717e3-1c69-45f8-b254-4317ad764897" providerId="ADAL" clId="{253DD15A-91C6-4F9F-8DCE-EC902DFFCC8A}" dt="2024-09-22T20:14:49.277" v="10330" actId="478"/>
          <ac:picMkLst>
            <pc:docMk/>
            <pc:sldMk cId="987727312" sldId="439"/>
            <ac:picMk id="7" creationId="{06027139-979F-2ACB-11D9-A44CD8BE0618}"/>
          </ac:picMkLst>
        </pc:picChg>
        <pc:picChg chg="add del mod">
          <ac:chgData name="Giovanna Tonazzo" userId="f0c717e3-1c69-45f8-b254-4317ad764897" providerId="ADAL" clId="{253DD15A-91C6-4F9F-8DCE-EC902DFFCC8A}" dt="2024-09-22T20:14:58.676" v="10332" actId="478"/>
          <ac:picMkLst>
            <pc:docMk/>
            <pc:sldMk cId="987727312" sldId="439"/>
            <ac:picMk id="11" creationId="{143F9A10-54CE-F502-F854-F69CB25EB03E}"/>
          </ac:picMkLst>
        </pc:picChg>
        <pc:picChg chg="add del mod">
          <ac:chgData name="Giovanna Tonazzo" userId="f0c717e3-1c69-45f8-b254-4317ad764897" providerId="ADAL" clId="{253DD15A-91C6-4F9F-8DCE-EC902DFFCC8A}" dt="2024-09-22T20:15:46.014" v="10334" actId="478"/>
          <ac:picMkLst>
            <pc:docMk/>
            <pc:sldMk cId="987727312" sldId="439"/>
            <ac:picMk id="15" creationId="{E367DB9D-EA8F-E844-2D7A-551887406617}"/>
          </ac:picMkLst>
        </pc:picChg>
        <pc:picChg chg="add mod">
          <ac:chgData name="Giovanna Tonazzo" userId="f0c717e3-1c69-45f8-b254-4317ad764897" providerId="ADAL" clId="{253DD15A-91C6-4F9F-8DCE-EC902DFFCC8A}" dt="2024-09-22T20:16:43.535" v="10336" actId="18653"/>
          <ac:picMkLst>
            <pc:docMk/>
            <pc:sldMk cId="987727312" sldId="439"/>
            <ac:picMk id="19" creationId="{9015D265-6A2F-6136-5418-3F3E77B6DC3A}"/>
          </ac:picMkLst>
        </pc:picChg>
      </pc:sldChg>
      <pc:sldChg chg="modSp add mod ord chgLayout">
        <pc:chgData name="Giovanna Tonazzo" userId="f0c717e3-1c69-45f8-b254-4317ad764897" providerId="ADAL" clId="{253DD15A-91C6-4F9F-8DCE-EC902DFFCC8A}" dt="2024-09-23T17:39:55.037" v="13786" actId="20577"/>
        <pc:sldMkLst>
          <pc:docMk/>
          <pc:sldMk cId="1419079383" sldId="440"/>
        </pc:sldMkLst>
        <pc:spChg chg="mod ord">
          <ac:chgData name="Giovanna Tonazzo" userId="f0c717e3-1c69-45f8-b254-4317ad764897" providerId="ADAL" clId="{253DD15A-91C6-4F9F-8DCE-EC902DFFCC8A}" dt="2024-09-23T17:39:55.037" v="13786" actId="20577"/>
          <ac:spMkLst>
            <pc:docMk/>
            <pc:sldMk cId="1419079383" sldId="440"/>
            <ac:spMk id="2" creationId="{99CDD8B3-D7E9-2E88-BF96-9DA71AE40953}"/>
          </ac:spMkLst>
        </pc:spChg>
        <pc:spChg chg="mod ord">
          <ac:chgData name="Giovanna Tonazzo" userId="f0c717e3-1c69-45f8-b254-4317ad764897" providerId="ADAL" clId="{253DD15A-91C6-4F9F-8DCE-EC902DFFCC8A}" dt="2024-09-23T17:28:22.959" v="13716" actId="700"/>
          <ac:spMkLst>
            <pc:docMk/>
            <pc:sldMk cId="1419079383" sldId="440"/>
            <ac:spMk id="3" creationId="{C841DC3A-AD5F-F419-757F-5275F5E7E7DC}"/>
          </ac:spMkLst>
        </pc:spChg>
        <pc:spChg chg="mod ord">
          <ac:chgData name="Giovanna Tonazzo" userId="f0c717e3-1c69-45f8-b254-4317ad764897" providerId="ADAL" clId="{253DD15A-91C6-4F9F-8DCE-EC902DFFCC8A}" dt="2024-09-23T17:28:22.959" v="13716" actId="700"/>
          <ac:spMkLst>
            <pc:docMk/>
            <pc:sldMk cId="1419079383" sldId="440"/>
            <ac:spMk id="4" creationId="{BD62D913-557E-F09F-95BB-933F5FE08EED}"/>
          </ac:spMkLst>
        </pc:spChg>
      </pc:sldChg>
      <pc:sldChg chg="modSp add del mod">
        <pc:chgData name="Giovanna Tonazzo" userId="f0c717e3-1c69-45f8-b254-4317ad764897" providerId="ADAL" clId="{253DD15A-91C6-4F9F-8DCE-EC902DFFCC8A}" dt="2024-09-23T13:20:10.783" v="12523" actId="2696"/>
        <pc:sldMkLst>
          <pc:docMk/>
          <pc:sldMk cId="2458172444" sldId="441"/>
        </pc:sldMkLst>
        <pc:spChg chg="mod">
          <ac:chgData name="Giovanna Tonazzo" userId="f0c717e3-1c69-45f8-b254-4317ad764897" providerId="ADAL" clId="{253DD15A-91C6-4F9F-8DCE-EC902DFFCC8A}" dt="2024-09-23T09:40:37.052" v="11718" actId="20577"/>
          <ac:spMkLst>
            <pc:docMk/>
            <pc:sldMk cId="2458172444" sldId="441"/>
            <ac:spMk id="2" creationId="{99CDD8B3-D7E9-2E88-BF96-9DA71AE40953}"/>
          </ac:spMkLst>
        </pc:spChg>
        <pc:spChg chg="mod">
          <ac:chgData name="Giovanna Tonazzo" userId="f0c717e3-1c69-45f8-b254-4317ad764897" providerId="ADAL" clId="{253DD15A-91C6-4F9F-8DCE-EC902DFFCC8A}" dt="2024-09-23T09:40:45.291" v="11719" actId="6549"/>
          <ac:spMkLst>
            <pc:docMk/>
            <pc:sldMk cId="2458172444" sldId="441"/>
            <ac:spMk id="3" creationId="{C841DC3A-AD5F-F419-757F-5275F5E7E7DC}"/>
          </ac:spMkLst>
        </pc:spChg>
      </pc:sldChg>
      <pc:sldChg chg="modSp add mod">
        <pc:chgData name="Giovanna Tonazzo" userId="f0c717e3-1c69-45f8-b254-4317ad764897" providerId="ADAL" clId="{253DD15A-91C6-4F9F-8DCE-EC902DFFCC8A}" dt="2024-09-23T10:03:20.378" v="11782" actId="1076"/>
        <pc:sldMkLst>
          <pc:docMk/>
          <pc:sldMk cId="2379660704" sldId="442"/>
        </pc:sldMkLst>
        <pc:spChg chg="mod">
          <ac:chgData name="Giovanna Tonazzo" userId="f0c717e3-1c69-45f8-b254-4317ad764897" providerId="ADAL" clId="{253DD15A-91C6-4F9F-8DCE-EC902DFFCC8A}" dt="2024-09-23T10:03:20.378" v="11782" actId="1076"/>
          <ac:spMkLst>
            <pc:docMk/>
            <pc:sldMk cId="2379660704" sldId="442"/>
            <ac:spMk id="4" creationId="{344E84FA-8372-4A24-7C3A-0E4157A45F0B}"/>
          </ac:spMkLst>
        </pc:spChg>
      </pc:sldChg>
      <pc:sldChg chg="addSp delSp modSp add mod ord">
        <pc:chgData name="Giovanna Tonazzo" userId="f0c717e3-1c69-45f8-b254-4317ad764897" providerId="ADAL" clId="{253DD15A-91C6-4F9F-8DCE-EC902DFFCC8A}" dt="2024-09-24T07:14:21.408" v="14418" actId="6549"/>
        <pc:sldMkLst>
          <pc:docMk/>
          <pc:sldMk cId="4140373868" sldId="443"/>
        </pc:sldMkLst>
        <pc:spChg chg="mod">
          <ac:chgData name="Giovanna Tonazzo" userId="f0c717e3-1c69-45f8-b254-4317ad764897" providerId="ADAL" clId="{253DD15A-91C6-4F9F-8DCE-EC902DFFCC8A}" dt="2024-09-24T07:14:21.408" v="14418" actId="6549"/>
          <ac:spMkLst>
            <pc:docMk/>
            <pc:sldMk cId="4140373868" sldId="443"/>
            <ac:spMk id="4" creationId="{344E84FA-8372-4A24-7C3A-0E4157A45F0B}"/>
          </ac:spMkLst>
        </pc:spChg>
        <pc:spChg chg="add mod">
          <ac:chgData name="Giovanna Tonazzo" userId="f0c717e3-1c69-45f8-b254-4317ad764897" providerId="ADAL" clId="{253DD15A-91C6-4F9F-8DCE-EC902DFFCC8A}" dt="2024-09-23T21:11:14.526" v="14216" actId="20577"/>
          <ac:spMkLst>
            <pc:docMk/>
            <pc:sldMk cId="4140373868" sldId="443"/>
            <ac:spMk id="8" creationId="{64001AA2-4F5E-8E67-B943-5A3F1D50689D}"/>
          </ac:spMkLst>
        </pc:spChg>
        <pc:picChg chg="add del mod">
          <ac:chgData name="Giovanna Tonazzo" userId="f0c717e3-1c69-45f8-b254-4317ad764897" providerId="ADAL" clId="{253DD15A-91C6-4F9F-8DCE-EC902DFFCC8A}" dt="2024-09-23T20:11:11.475" v="13895" actId="22"/>
          <ac:picMkLst>
            <pc:docMk/>
            <pc:sldMk cId="4140373868" sldId="443"/>
            <ac:picMk id="3" creationId="{566BD7EF-0DD2-00AA-6C42-9416F9ECDCF5}"/>
          </ac:picMkLst>
        </pc:picChg>
        <pc:picChg chg="add del mod">
          <ac:chgData name="Giovanna Tonazzo" userId="f0c717e3-1c69-45f8-b254-4317ad764897" providerId="ADAL" clId="{253DD15A-91C6-4F9F-8DCE-EC902DFFCC8A}" dt="2024-09-23T20:11:07.745" v="13890" actId="22"/>
          <ac:picMkLst>
            <pc:docMk/>
            <pc:sldMk cId="4140373868" sldId="443"/>
            <ac:picMk id="6" creationId="{4A651C21-0469-27E2-93DA-57CE53C8B8D3}"/>
          </ac:picMkLst>
        </pc:picChg>
        <pc:picChg chg="add mod">
          <ac:chgData name="Giovanna Tonazzo" userId="f0c717e3-1c69-45f8-b254-4317ad764897" providerId="ADAL" clId="{253DD15A-91C6-4F9F-8DCE-EC902DFFCC8A}" dt="2024-09-23T20:12:53.020" v="13902" actId="1076"/>
          <ac:picMkLst>
            <pc:docMk/>
            <pc:sldMk cId="4140373868" sldId="443"/>
            <ac:picMk id="7" creationId="{4A651C21-0469-27E2-93DA-57CE53C8B8D3}"/>
          </ac:picMkLst>
        </pc:picChg>
        <pc:picChg chg="add del mod">
          <ac:chgData name="Giovanna Tonazzo" userId="f0c717e3-1c69-45f8-b254-4317ad764897" providerId="ADAL" clId="{253DD15A-91C6-4F9F-8DCE-EC902DFFCC8A}" dt="2024-09-23T20:17:34.242" v="13922" actId="478"/>
          <ac:picMkLst>
            <pc:docMk/>
            <pc:sldMk cId="4140373868" sldId="443"/>
            <ac:picMk id="2050" creationId="{91E7414D-A5B0-FB35-4712-2F4D8A683922}"/>
          </ac:picMkLst>
        </pc:picChg>
      </pc:sldChg>
      <pc:sldChg chg="modSp add del mod">
        <pc:chgData name="Giovanna Tonazzo" userId="f0c717e3-1c69-45f8-b254-4317ad764897" providerId="ADAL" clId="{253DD15A-91C6-4F9F-8DCE-EC902DFFCC8A}" dt="2024-09-23T14:13:28.680" v="12773" actId="2696"/>
        <pc:sldMkLst>
          <pc:docMk/>
          <pc:sldMk cId="2521441881" sldId="444"/>
        </pc:sldMkLst>
        <pc:spChg chg="mod">
          <ac:chgData name="Giovanna Tonazzo" userId="f0c717e3-1c69-45f8-b254-4317ad764897" providerId="ADAL" clId="{253DD15A-91C6-4F9F-8DCE-EC902DFFCC8A}" dt="2024-09-23T13:44:08.907" v="12676" actId="6549"/>
          <ac:spMkLst>
            <pc:docMk/>
            <pc:sldMk cId="2521441881" sldId="444"/>
            <ac:spMk id="3" creationId="{C841DC3A-AD5F-F419-757F-5275F5E7E7DC}"/>
          </ac:spMkLst>
        </pc:spChg>
      </pc:sldChg>
      <pc:sldChg chg="modSp add mod ord chgLayout">
        <pc:chgData name="Giovanna Tonazzo" userId="f0c717e3-1c69-45f8-b254-4317ad764897" providerId="ADAL" clId="{253DD15A-91C6-4F9F-8DCE-EC902DFFCC8A}" dt="2024-09-23T17:40:37.943" v="13801"/>
        <pc:sldMkLst>
          <pc:docMk/>
          <pc:sldMk cId="500462219" sldId="445"/>
        </pc:sldMkLst>
        <pc:spChg chg="mod ord">
          <ac:chgData name="Giovanna Tonazzo" userId="f0c717e3-1c69-45f8-b254-4317ad764897" providerId="ADAL" clId="{253DD15A-91C6-4F9F-8DCE-EC902DFFCC8A}" dt="2024-09-23T17:40:10.912" v="13793" actId="20577"/>
          <ac:spMkLst>
            <pc:docMk/>
            <pc:sldMk cId="500462219" sldId="445"/>
            <ac:spMk id="2" creationId="{99CDD8B3-D7E9-2E88-BF96-9DA71AE40953}"/>
          </ac:spMkLst>
        </pc:spChg>
        <pc:spChg chg="mod ord">
          <ac:chgData name="Giovanna Tonazzo" userId="f0c717e3-1c69-45f8-b254-4317ad764897" providerId="ADAL" clId="{253DD15A-91C6-4F9F-8DCE-EC902DFFCC8A}" dt="2024-09-23T17:29:31.631" v="13721" actId="700"/>
          <ac:spMkLst>
            <pc:docMk/>
            <pc:sldMk cId="500462219" sldId="445"/>
            <ac:spMk id="3" creationId="{C841DC3A-AD5F-F419-757F-5275F5E7E7DC}"/>
          </ac:spMkLst>
        </pc:spChg>
        <pc:spChg chg="mod ord">
          <ac:chgData name="Giovanna Tonazzo" userId="f0c717e3-1c69-45f8-b254-4317ad764897" providerId="ADAL" clId="{253DD15A-91C6-4F9F-8DCE-EC902DFFCC8A}" dt="2024-09-23T17:29:31.631" v="13721" actId="700"/>
          <ac:spMkLst>
            <pc:docMk/>
            <pc:sldMk cId="500462219" sldId="445"/>
            <ac:spMk id="4" creationId="{BD62D913-557E-F09F-95BB-933F5FE08EED}"/>
          </ac:spMkLst>
        </pc:spChg>
      </pc:sldChg>
      <pc:sldChg chg="modSp add mod">
        <pc:chgData name="Giovanna Tonazzo" userId="f0c717e3-1c69-45f8-b254-4317ad764897" providerId="ADAL" clId="{253DD15A-91C6-4F9F-8DCE-EC902DFFCC8A}" dt="2024-09-23T17:41:10.867" v="13813" actId="20577"/>
        <pc:sldMkLst>
          <pc:docMk/>
          <pc:sldMk cId="4005763420" sldId="446"/>
        </pc:sldMkLst>
        <pc:spChg chg="mod">
          <ac:chgData name="Giovanna Tonazzo" userId="f0c717e3-1c69-45f8-b254-4317ad764897" providerId="ADAL" clId="{253DD15A-91C6-4F9F-8DCE-EC902DFFCC8A}" dt="2024-09-23T17:41:10.867" v="13813" actId="20577"/>
          <ac:spMkLst>
            <pc:docMk/>
            <pc:sldMk cId="4005763420" sldId="446"/>
            <ac:spMk id="2" creationId="{99CDD8B3-D7E9-2E88-BF96-9DA71AE40953}"/>
          </ac:spMkLst>
        </pc:spChg>
        <pc:spChg chg="mod">
          <ac:chgData name="Giovanna Tonazzo" userId="f0c717e3-1c69-45f8-b254-4317ad764897" providerId="ADAL" clId="{253DD15A-91C6-4F9F-8DCE-EC902DFFCC8A}" dt="2024-09-23T16:01:06.994" v="13611" actId="20577"/>
          <ac:spMkLst>
            <pc:docMk/>
            <pc:sldMk cId="4005763420" sldId="446"/>
            <ac:spMk id="3" creationId="{C841DC3A-AD5F-F419-757F-5275F5E7E7DC}"/>
          </ac:spMkLst>
        </pc:spChg>
      </pc:sldChg>
      <pc:sldMasterChg chg="setBg modSldLayout">
        <pc:chgData name="Giovanna Tonazzo" userId="f0c717e3-1c69-45f8-b254-4317ad764897" providerId="ADAL" clId="{253DD15A-91C6-4F9F-8DCE-EC902DFFCC8A}" dt="2024-09-21T14:39:16.091" v="9883"/>
        <pc:sldMasterMkLst>
          <pc:docMk/>
          <pc:sldMasterMk cId="1785134420" sldId="2147483720"/>
        </pc:sldMasterMkLst>
        <pc:sldLayoutChg chg="setBg">
          <pc:chgData name="Giovanna Tonazzo" userId="f0c717e3-1c69-45f8-b254-4317ad764897" providerId="ADAL" clId="{253DD15A-91C6-4F9F-8DCE-EC902DFFCC8A}" dt="2024-09-21T14:39:16.091" v="9883"/>
          <pc:sldLayoutMkLst>
            <pc:docMk/>
            <pc:sldMasterMk cId="1785134420" sldId="2147483720"/>
            <pc:sldLayoutMk cId="2669640417" sldId="2147483721"/>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3393869730" sldId="2147483722"/>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3633540014" sldId="2147483723"/>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1606934960" sldId="2147483725"/>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1400994428" sldId="2147483726"/>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4060377844" sldId="2147483727"/>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1777224510" sldId="2147483728"/>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433248202" sldId="2147483729"/>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3812587531" sldId="2147483730"/>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207178724" sldId="2147483731"/>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4244522160" sldId="2147483732"/>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2202261088" sldId="2147483733"/>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3527971716" sldId="2147483734"/>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3439343686" sldId="2147483735"/>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431511748" sldId="2147483736"/>
          </pc:sldLayoutMkLst>
        </pc:sldLayoutChg>
        <pc:sldLayoutChg chg="setBg">
          <pc:chgData name="Giovanna Tonazzo" userId="f0c717e3-1c69-45f8-b254-4317ad764897" providerId="ADAL" clId="{253DD15A-91C6-4F9F-8DCE-EC902DFFCC8A}" dt="2024-09-21T14:39:16.091" v="9883"/>
          <pc:sldLayoutMkLst>
            <pc:docMk/>
            <pc:sldMasterMk cId="1785134420" sldId="2147483720"/>
            <pc:sldLayoutMk cId="1243183141" sldId="2147483737"/>
          </pc:sldLayoutMkLst>
        </pc:sldLayoutChg>
      </pc:sldMasterChg>
      <pc:sldMasterChg chg="modSldLayout">
        <pc:chgData name="Giovanna Tonazzo" userId="f0c717e3-1c69-45f8-b254-4317ad764897" providerId="ADAL" clId="{253DD15A-91C6-4F9F-8DCE-EC902DFFCC8A}" dt="2024-09-21T14:24:12.631" v="9587"/>
        <pc:sldMasterMkLst>
          <pc:docMk/>
          <pc:sldMasterMk cId="895930005" sldId="2147483738"/>
        </pc:sldMasterMkLst>
        <pc:sldLayoutChg chg="addSp">
          <pc:chgData name="Giovanna Tonazzo" userId="f0c717e3-1c69-45f8-b254-4317ad764897" providerId="ADAL" clId="{253DD15A-91C6-4F9F-8DCE-EC902DFFCC8A}" dt="2024-09-21T14:24:12.631" v="9587"/>
          <pc:sldLayoutMkLst>
            <pc:docMk/>
            <pc:sldMasterMk cId="895930005" sldId="2147483738"/>
            <pc:sldLayoutMk cId="465822544" sldId="2147483739"/>
          </pc:sldLayoutMkLst>
          <pc:spChg chg="add">
            <ac:chgData name="Giovanna Tonazzo" userId="f0c717e3-1c69-45f8-b254-4317ad764897" providerId="ADAL" clId="{253DD15A-91C6-4F9F-8DCE-EC902DFFCC8A}" dt="2024-09-21T14:24:12.631" v="9587"/>
            <ac:spMkLst>
              <pc:docMk/>
              <pc:sldMasterMk cId="895930005" sldId="2147483738"/>
              <pc:sldLayoutMk cId="465822544" sldId="2147483739"/>
              <ac:spMk id="7" creationId="{5D8E9DC6-EFFF-0B62-29F9-C0DD3029781F}"/>
            </ac:spMkLst>
          </pc:spChg>
        </pc:sldLayoutChg>
        <pc:sldLayoutChg chg="addSp">
          <pc:chgData name="Giovanna Tonazzo" userId="f0c717e3-1c69-45f8-b254-4317ad764897" providerId="ADAL" clId="{253DD15A-91C6-4F9F-8DCE-EC902DFFCC8A}" dt="2024-09-21T14:24:12.631" v="9587"/>
          <pc:sldLayoutMkLst>
            <pc:docMk/>
            <pc:sldMasterMk cId="895930005" sldId="2147483738"/>
            <pc:sldLayoutMk cId="3637537104" sldId="2147483740"/>
          </pc:sldLayoutMkLst>
          <pc:spChg chg="add">
            <ac:chgData name="Giovanna Tonazzo" userId="f0c717e3-1c69-45f8-b254-4317ad764897" providerId="ADAL" clId="{253DD15A-91C6-4F9F-8DCE-EC902DFFCC8A}" dt="2024-09-21T14:24:12.631" v="9587"/>
            <ac:spMkLst>
              <pc:docMk/>
              <pc:sldMasterMk cId="895930005" sldId="2147483738"/>
              <pc:sldLayoutMk cId="3637537104" sldId="2147483740"/>
              <ac:spMk id="4" creationId="{90B86AA9-0D42-9CFE-BF5B-E780697956F1}"/>
            </ac:spMkLst>
          </pc:spChg>
        </pc:sldLayoutChg>
        <pc:sldLayoutChg chg="addSp">
          <pc:chgData name="Giovanna Tonazzo" userId="f0c717e3-1c69-45f8-b254-4317ad764897" providerId="ADAL" clId="{253DD15A-91C6-4F9F-8DCE-EC902DFFCC8A}" dt="2024-09-21T14:24:12.631" v="9587"/>
          <pc:sldLayoutMkLst>
            <pc:docMk/>
            <pc:sldMasterMk cId="895930005" sldId="2147483738"/>
            <pc:sldLayoutMk cId="1012852860" sldId="2147483741"/>
          </pc:sldLayoutMkLst>
          <pc:spChg chg="add">
            <ac:chgData name="Giovanna Tonazzo" userId="f0c717e3-1c69-45f8-b254-4317ad764897" providerId="ADAL" clId="{253DD15A-91C6-4F9F-8DCE-EC902DFFCC8A}" dt="2024-09-21T14:24:12.631" v="9587"/>
            <ac:spMkLst>
              <pc:docMk/>
              <pc:sldMasterMk cId="895930005" sldId="2147483738"/>
              <pc:sldLayoutMk cId="1012852860" sldId="2147483741"/>
              <ac:spMk id="7" creationId="{13F4A0FE-DEBF-AC55-C67C-3A932FE6262B}"/>
            </ac:spMkLst>
          </pc:spChg>
          <pc:spChg chg="add">
            <ac:chgData name="Giovanna Tonazzo" userId="f0c717e3-1c69-45f8-b254-4317ad764897" providerId="ADAL" clId="{253DD15A-91C6-4F9F-8DCE-EC902DFFCC8A}" dt="2024-09-21T14:24:12.631" v="9587"/>
            <ac:spMkLst>
              <pc:docMk/>
              <pc:sldMasterMk cId="895930005" sldId="2147483738"/>
              <pc:sldLayoutMk cId="1012852860" sldId="2147483741"/>
              <ac:spMk id="8" creationId="{B6786218-3F38-6949-707A-D9AF698A732D}"/>
            </ac:spMkLst>
          </pc:spChg>
          <pc:spChg chg="add">
            <ac:chgData name="Giovanna Tonazzo" userId="f0c717e3-1c69-45f8-b254-4317ad764897" providerId="ADAL" clId="{253DD15A-91C6-4F9F-8DCE-EC902DFFCC8A}" dt="2024-09-21T14:24:12.631" v="9587"/>
            <ac:spMkLst>
              <pc:docMk/>
              <pc:sldMasterMk cId="895930005" sldId="2147483738"/>
              <pc:sldLayoutMk cId="1012852860" sldId="2147483741"/>
              <ac:spMk id="9" creationId="{2CD16602-1A23-D436-14A3-F78B3F292AC7}"/>
            </ac:spMkLst>
          </pc:spChg>
        </pc:sldLayoutChg>
        <pc:sldLayoutChg chg="addSp">
          <pc:chgData name="Giovanna Tonazzo" userId="f0c717e3-1c69-45f8-b254-4317ad764897" providerId="ADAL" clId="{253DD15A-91C6-4F9F-8DCE-EC902DFFCC8A}" dt="2024-09-21T14:24:12.631" v="9587"/>
          <pc:sldLayoutMkLst>
            <pc:docMk/>
            <pc:sldMasterMk cId="895930005" sldId="2147483738"/>
            <pc:sldLayoutMk cId="1012612351" sldId="2147483744"/>
          </pc:sldLayoutMkLst>
          <pc:spChg chg="add">
            <ac:chgData name="Giovanna Tonazzo" userId="f0c717e3-1c69-45f8-b254-4317ad764897" providerId="ADAL" clId="{253DD15A-91C6-4F9F-8DCE-EC902DFFCC8A}" dt="2024-09-21T14:24:12.631" v="9587"/>
            <ac:spMkLst>
              <pc:docMk/>
              <pc:sldMasterMk cId="895930005" sldId="2147483738"/>
              <pc:sldLayoutMk cId="1012612351" sldId="2147483744"/>
              <ac:spMk id="3" creationId="{286BBAF3-D660-DD13-B46F-01D71C51C340}"/>
            </ac:spMkLst>
          </pc:spChg>
        </pc:sldLayoutChg>
      </pc:sldMasterChg>
      <pc:sldMasterChg chg="modSldLayout">
        <pc:chgData name="Giovanna Tonazzo" userId="f0c717e3-1c69-45f8-b254-4317ad764897" providerId="ADAL" clId="{253DD15A-91C6-4F9F-8DCE-EC902DFFCC8A}" dt="2024-09-21T14:37:59.556" v="9846"/>
        <pc:sldMasterMkLst>
          <pc:docMk/>
          <pc:sldMasterMk cId="3398459537" sldId="2147483738"/>
        </pc:sldMasterMkLst>
        <pc:sldLayoutChg chg="addSp">
          <pc:chgData name="Giovanna Tonazzo" userId="f0c717e3-1c69-45f8-b254-4317ad764897" providerId="ADAL" clId="{253DD15A-91C6-4F9F-8DCE-EC902DFFCC8A}" dt="2024-09-21T14:37:59.556" v="9846"/>
          <pc:sldLayoutMkLst>
            <pc:docMk/>
            <pc:sldMasterMk cId="3398459537" sldId="2147483738"/>
            <pc:sldLayoutMk cId="2472997017" sldId="2147483739"/>
          </pc:sldLayoutMkLst>
          <pc:spChg chg="add">
            <ac:chgData name="Giovanna Tonazzo" userId="f0c717e3-1c69-45f8-b254-4317ad764897" providerId="ADAL" clId="{253DD15A-91C6-4F9F-8DCE-EC902DFFCC8A}" dt="2024-09-21T14:37:59.556" v="9846"/>
            <ac:spMkLst>
              <pc:docMk/>
              <pc:sldMasterMk cId="3398459537" sldId="2147483738"/>
              <pc:sldLayoutMk cId="2472997017" sldId="2147483739"/>
              <ac:spMk id="10" creationId="{CCE2BA70-9CE8-F14B-4934-7ECB23C9DC1B}"/>
            </ac:spMkLst>
          </pc:spChg>
        </pc:sldLayoutChg>
        <pc:sldLayoutChg chg="addSp">
          <pc:chgData name="Giovanna Tonazzo" userId="f0c717e3-1c69-45f8-b254-4317ad764897" providerId="ADAL" clId="{253DD15A-91C6-4F9F-8DCE-EC902DFFCC8A}" dt="2024-09-21T14:37:59.556" v="9846"/>
          <pc:sldLayoutMkLst>
            <pc:docMk/>
            <pc:sldMasterMk cId="3398459537" sldId="2147483738"/>
            <pc:sldLayoutMk cId="3588862207" sldId="2147483740"/>
          </pc:sldLayoutMkLst>
          <pc:spChg chg="add">
            <ac:chgData name="Giovanna Tonazzo" userId="f0c717e3-1c69-45f8-b254-4317ad764897" providerId="ADAL" clId="{253DD15A-91C6-4F9F-8DCE-EC902DFFCC8A}" dt="2024-09-21T14:37:59.556" v="9846"/>
            <ac:spMkLst>
              <pc:docMk/>
              <pc:sldMasterMk cId="3398459537" sldId="2147483738"/>
              <pc:sldLayoutMk cId="3588862207" sldId="2147483740"/>
              <ac:spMk id="7" creationId="{9BA1ED73-88AE-C5E1-A9DE-E085344AA16A}"/>
            </ac:spMkLst>
          </pc:spChg>
        </pc:sldLayoutChg>
        <pc:sldLayoutChg chg="addSp">
          <pc:chgData name="Giovanna Tonazzo" userId="f0c717e3-1c69-45f8-b254-4317ad764897" providerId="ADAL" clId="{253DD15A-91C6-4F9F-8DCE-EC902DFFCC8A}" dt="2024-09-21T14:37:59.556" v="9846"/>
          <pc:sldLayoutMkLst>
            <pc:docMk/>
            <pc:sldMasterMk cId="3398459537" sldId="2147483738"/>
            <pc:sldLayoutMk cId="1178165810" sldId="2147483741"/>
          </pc:sldLayoutMkLst>
          <pc:spChg chg="add">
            <ac:chgData name="Giovanna Tonazzo" userId="f0c717e3-1c69-45f8-b254-4317ad764897" providerId="ADAL" clId="{253DD15A-91C6-4F9F-8DCE-EC902DFFCC8A}" dt="2024-09-21T14:37:59.556" v="9846"/>
            <ac:spMkLst>
              <pc:docMk/>
              <pc:sldMasterMk cId="3398459537" sldId="2147483738"/>
              <pc:sldLayoutMk cId="1178165810" sldId="2147483741"/>
              <ac:spMk id="10" creationId="{FD972A30-05A4-E55D-2EDE-BABF6D693EB6}"/>
            </ac:spMkLst>
          </pc:spChg>
          <pc:spChg chg="add">
            <ac:chgData name="Giovanna Tonazzo" userId="f0c717e3-1c69-45f8-b254-4317ad764897" providerId="ADAL" clId="{253DD15A-91C6-4F9F-8DCE-EC902DFFCC8A}" dt="2024-09-21T14:37:59.556" v="9846"/>
            <ac:spMkLst>
              <pc:docMk/>
              <pc:sldMasterMk cId="3398459537" sldId="2147483738"/>
              <pc:sldLayoutMk cId="1178165810" sldId="2147483741"/>
              <ac:spMk id="11" creationId="{C19A44FF-6273-05EF-AB99-83CEBDC06C51}"/>
            </ac:spMkLst>
          </pc:spChg>
          <pc:spChg chg="add">
            <ac:chgData name="Giovanna Tonazzo" userId="f0c717e3-1c69-45f8-b254-4317ad764897" providerId="ADAL" clId="{253DD15A-91C6-4F9F-8DCE-EC902DFFCC8A}" dt="2024-09-21T14:37:59.556" v="9846"/>
            <ac:spMkLst>
              <pc:docMk/>
              <pc:sldMasterMk cId="3398459537" sldId="2147483738"/>
              <pc:sldLayoutMk cId="1178165810" sldId="2147483741"/>
              <ac:spMk id="12" creationId="{04F2700A-7284-B147-2E35-528FA978EB4C}"/>
            </ac:spMkLst>
          </pc:spChg>
        </pc:sldLayoutChg>
        <pc:sldLayoutChg chg="addSp">
          <pc:chgData name="Giovanna Tonazzo" userId="f0c717e3-1c69-45f8-b254-4317ad764897" providerId="ADAL" clId="{253DD15A-91C6-4F9F-8DCE-EC902DFFCC8A}" dt="2024-09-21T14:37:59.556" v="9846"/>
          <pc:sldLayoutMkLst>
            <pc:docMk/>
            <pc:sldMasterMk cId="3398459537" sldId="2147483738"/>
            <pc:sldLayoutMk cId="701718340" sldId="2147483744"/>
          </pc:sldLayoutMkLst>
          <pc:spChg chg="add">
            <ac:chgData name="Giovanna Tonazzo" userId="f0c717e3-1c69-45f8-b254-4317ad764897" providerId="ADAL" clId="{253DD15A-91C6-4F9F-8DCE-EC902DFFCC8A}" dt="2024-09-21T14:37:59.556" v="9846"/>
            <ac:spMkLst>
              <pc:docMk/>
              <pc:sldMasterMk cId="3398459537" sldId="2147483738"/>
              <pc:sldLayoutMk cId="701718340" sldId="2147483744"/>
              <ac:spMk id="6" creationId="{2EAE6C22-CE78-BCBA-233A-D7D7D3E08806}"/>
            </ac:spMkLst>
          </pc:spChg>
        </pc:sldLayoutChg>
      </pc:sldMasterChg>
      <pc:sldMasterChg chg="modSldLayout">
        <pc:chgData name="Giovanna Tonazzo" userId="f0c717e3-1c69-45f8-b254-4317ad764897" providerId="ADAL" clId="{253DD15A-91C6-4F9F-8DCE-EC902DFFCC8A}" dt="2024-09-21T14:24:34.619" v="9632"/>
        <pc:sldMasterMkLst>
          <pc:docMk/>
          <pc:sldMasterMk cId="3522287858" sldId="2147483760"/>
        </pc:sldMasterMkLst>
        <pc:sldLayoutChg chg="addSp">
          <pc:chgData name="Giovanna Tonazzo" userId="f0c717e3-1c69-45f8-b254-4317ad764897" providerId="ADAL" clId="{253DD15A-91C6-4F9F-8DCE-EC902DFFCC8A}" dt="2024-09-21T14:24:34.619" v="9632"/>
          <pc:sldLayoutMkLst>
            <pc:docMk/>
            <pc:sldMasterMk cId="3522287858" sldId="2147483760"/>
            <pc:sldLayoutMk cId="3757380396" sldId="2147483761"/>
          </pc:sldLayoutMkLst>
          <pc:spChg chg="add">
            <ac:chgData name="Giovanna Tonazzo" userId="f0c717e3-1c69-45f8-b254-4317ad764897" providerId="ADAL" clId="{253DD15A-91C6-4F9F-8DCE-EC902DFFCC8A}" dt="2024-09-21T14:24:34.619" v="9632"/>
            <ac:spMkLst>
              <pc:docMk/>
              <pc:sldMasterMk cId="3522287858" sldId="2147483760"/>
              <pc:sldLayoutMk cId="3757380396" sldId="2147483761"/>
              <ac:spMk id="7" creationId="{DD726011-7A06-F9B8-A81D-B0A415A47536}"/>
            </ac:spMkLst>
          </pc:spChg>
        </pc:sldLayoutChg>
        <pc:sldLayoutChg chg="addSp">
          <pc:chgData name="Giovanna Tonazzo" userId="f0c717e3-1c69-45f8-b254-4317ad764897" providerId="ADAL" clId="{253DD15A-91C6-4F9F-8DCE-EC902DFFCC8A}" dt="2024-09-21T14:24:34.619" v="9632"/>
          <pc:sldLayoutMkLst>
            <pc:docMk/>
            <pc:sldMasterMk cId="3522287858" sldId="2147483760"/>
            <pc:sldLayoutMk cId="1388743827" sldId="2147483762"/>
          </pc:sldLayoutMkLst>
          <pc:spChg chg="add">
            <ac:chgData name="Giovanna Tonazzo" userId="f0c717e3-1c69-45f8-b254-4317ad764897" providerId="ADAL" clId="{253DD15A-91C6-4F9F-8DCE-EC902DFFCC8A}" dt="2024-09-21T14:24:34.619" v="9632"/>
            <ac:spMkLst>
              <pc:docMk/>
              <pc:sldMasterMk cId="3522287858" sldId="2147483760"/>
              <pc:sldLayoutMk cId="1388743827" sldId="2147483762"/>
              <ac:spMk id="7" creationId="{B103AB64-CF01-4C77-B243-1E0C7792923E}"/>
            </ac:spMkLst>
          </pc:spChg>
        </pc:sldLayoutChg>
        <pc:sldLayoutChg chg="addSp">
          <pc:chgData name="Giovanna Tonazzo" userId="f0c717e3-1c69-45f8-b254-4317ad764897" providerId="ADAL" clId="{253DD15A-91C6-4F9F-8DCE-EC902DFFCC8A}" dt="2024-09-21T14:24:34.619" v="9632"/>
          <pc:sldLayoutMkLst>
            <pc:docMk/>
            <pc:sldMasterMk cId="3522287858" sldId="2147483760"/>
            <pc:sldLayoutMk cId="2136015503" sldId="2147483763"/>
          </pc:sldLayoutMkLst>
          <pc:spChg chg="add">
            <ac:chgData name="Giovanna Tonazzo" userId="f0c717e3-1c69-45f8-b254-4317ad764897" providerId="ADAL" clId="{253DD15A-91C6-4F9F-8DCE-EC902DFFCC8A}" dt="2024-09-21T14:24:34.619" v="9632"/>
            <ac:spMkLst>
              <pc:docMk/>
              <pc:sldMasterMk cId="3522287858" sldId="2147483760"/>
              <pc:sldLayoutMk cId="2136015503" sldId="2147483763"/>
              <ac:spMk id="7" creationId="{6DA01709-1522-C3E5-07E7-65656381A7B4}"/>
            </ac:spMkLst>
          </pc:spChg>
          <pc:spChg chg="add">
            <ac:chgData name="Giovanna Tonazzo" userId="f0c717e3-1c69-45f8-b254-4317ad764897" providerId="ADAL" clId="{253DD15A-91C6-4F9F-8DCE-EC902DFFCC8A}" dt="2024-09-21T14:24:34.619" v="9632"/>
            <ac:spMkLst>
              <pc:docMk/>
              <pc:sldMasterMk cId="3522287858" sldId="2147483760"/>
              <pc:sldLayoutMk cId="2136015503" sldId="2147483763"/>
              <ac:spMk id="8" creationId="{13E32E9A-0DE5-49E0-0DBA-29AF7B15EEED}"/>
            </ac:spMkLst>
          </pc:spChg>
          <pc:spChg chg="add">
            <ac:chgData name="Giovanna Tonazzo" userId="f0c717e3-1c69-45f8-b254-4317ad764897" providerId="ADAL" clId="{253DD15A-91C6-4F9F-8DCE-EC902DFFCC8A}" dt="2024-09-21T14:24:34.619" v="9632"/>
            <ac:spMkLst>
              <pc:docMk/>
              <pc:sldMasterMk cId="3522287858" sldId="2147483760"/>
              <pc:sldLayoutMk cId="2136015503" sldId="2147483763"/>
              <ac:spMk id="9" creationId="{6B2D3B5B-1FDD-94B5-EC9D-6C394423A3D3}"/>
            </ac:spMkLst>
          </pc:spChg>
        </pc:sldLayoutChg>
        <pc:sldLayoutChg chg="addSp">
          <pc:chgData name="Giovanna Tonazzo" userId="f0c717e3-1c69-45f8-b254-4317ad764897" providerId="ADAL" clId="{253DD15A-91C6-4F9F-8DCE-EC902DFFCC8A}" dt="2024-09-21T14:24:34.619" v="9632"/>
          <pc:sldLayoutMkLst>
            <pc:docMk/>
            <pc:sldMasterMk cId="3522287858" sldId="2147483760"/>
            <pc:sldLayoutMk cId="1434052387" sldId="2147483766"/>
          </pc:sldLayoutMkLst>
          <pc:spChg chg="add">
            <ac:chgData name="Giovanna Tonazzo" userId="f0c717e3-1c69-45f8-b254-4317ad764897" providerId="ADAL" clId="{253DD15A-91C6-4F9F-8DCE-EC902DFFCC8A}" dt="2024-09-21T14:24:34.619" v="9632"/>
            <ac:spMkLst>
              <pc:docMk/>
              <pc:sldMasterMk cId="3522287858" sldId="2147483760"/>
              <pc:sldLayoutMk cId="1434052387" sldId="2147483766"/>
              <ac:spMk id="6" creationId="{09C0B563-A311-6981-71E5-5B0C723791DC}"/>
            </ac:spMkLst>
          </pc:spChg>
        </pc:sldLayoutChg>
      </pc:sldMasterChg>
      <pc:sldMasterChg chg="modSldLayout">
        <pc:chgData name="Giovanna Tonazzo" userId="f0c717e3-1c69-45f8-b254-4317ad764897" providerId="ADAL" clId="{253DD15A-91C6-4F9F-8DCE-EC902DFFCC8A}" dt="2024-09-21T14:24:44.782" v="9677"/>
        <pc:sldMasterMkLst>
          <pc:docMk/>
          <pc:sldMasterMk cId="733087138" sldId="2147483776"/>
        </pc:sldMasterMkLst>
        <pc:sldLayoutChg chg="addSp">
          <pc:chgData name="Giovanna Tonazzo" userId="f0c717e3-1c69-45f8-b254-4317ad764897" providerId="ADAL" clId="{253DD15A-91C6-4F9F-8DCE-EC902DFFCC8A}" dt="2024-09-21T14:24:44.782" v="9677"/>
          <pc:sldLayoutMkLst>
            <pc:docMk/>
            <pc:sldMasterMk cId="733087138" sldId="2147483776"/>
            <pc:sldLayoutMk cId="2869106977" sldId="2147483777"/>
          </pc:sldLayoutMkLst>
          <pc:spChg chg="add">
            <ac:chgData name="Giovanna Tonazzo" userId="f0c717e3-1c69-45f8-b254-4317ad764897" providerId="ADAL" clId="{253DD15A-91C6-4F9F-8DCE-EC902DFFCC8A}" dt="2024-09-21T14:24:44.782" v="9677"/>
            <ac:spMkLst>
              <pc:docMk/>
              <pc:sldMasterMk cId="733087138" sldId="2147483776"/>
              <pc:sldLayoutMk cId="2869106977" sldId="2147483777"/>
              <ac:spMk id="6" creationId="{BAE5F175-5282-659E-419E-7AE65630748C}"/>
            </ac:spMkLst>
          </pc:spChg>
        </pc:sldLayoutChg>
        <pc:sldLayoutChg chg="addSp">
          <pc:chgData name="Giovanna Tonazzo" userId="f0c717e3-1c69-45f8-b254-4317ad764897" providerId="ADAL" clId="{253DD15A-91C6-4F9F-8DCE-EC902DFFCC8A}" dt="2024-09-21T14:24:44.782" v="9677"/>
          <pc:sldLayoutMkLst>
            <pc:docMk/>
            <pc:sldMasterMk cId="733087138" sldId="2147483776"/>
            <pc:sldLayoutMk cId="3551238175" sldId="2147483778"/>
          </pc:sldLayoutMkLst>
          <pc:spChg chg="add">
            <ac:chgData name="Giovanna Tonazzo" userId="f0c717e3-1c69-45f8-b254-4317ad764897" providerId="ADAL" clId="{253DD15A-91C6-4F9F-8DCE-EC902DFFCC8A}" dt="2024-09-21T14:24:44.782" v="9677"/>
            <ac:spMkLst>
              <pc:docMk/>
              <pc:sldMasterMk cId="733087138" sldId="2147483776"/>
              <pc:sldLayoutMk cId="3551238175" sldId="2147483778"/>
              <ac:spMk id="7" creationId="{5173A866-6DFE-D6ED-9BA5-F14CE0EC9D78}"/>
            </ac:spMkLst>
          </pc:spChg>
        </pc:sldLayoutChg>
        <pc:sldLayoutChg chg="addSp">
          <pc:chgData name="Giovanna Tonazzo" userId="f0c717e3-1c69-45f8-b254-4317ad764897" providerId="ADAL" clId="{253DD15A-91C6-4F9F-8DCE-EC902DFFCC8A}" dt="2024-09-21T14:24:44.782" v="9677"/>
          <pc:sldLayoutMkLst>
            <pc:docMk/>
            <pc:sldMasterMk cId="733087138" sldId="2147483776"/>
            <pc:sldLayoutMk cId="662185319" sldId="2147483779"/>
          </pc:sldLayoutMkLst>
          <pc:spChg chg="add">
            <ac:chgData name="Giovanna Tonazzo" userId="f0c717e3-1c69-45f8-b254-4317ad764897" providerId="ADAL" clId="{253DD15A-91C6-4F9F-8DCE-EC902DFFCC8A}" dt="2024-09-21T14:24:44.782" v="9677"/>
            <ac:spMkLst>
              <pc:docMk/>
              <pc:sldMasterMk cId="733087138" sldId="2147483776"/>
              <pc:sldLayoutMk cId="662185319" sldId="2147483779"/>
              <ac:spMk id="7" creationId="{E000FECE-334D-9F1B-BC8B-F024E75E747B}"/>
            </ac:spMkLst>
          </pc:spChg>
          <pc:spChg chg="add">
            <ac:chgData name="Giovanna Tonazzo" userId="f0c717e3-1c69-45f8-b254-4317ad764897" providerId="ADAL" clId="{253DD15A-91C6-4F9F-8DCE-EC902DFFCC8A}" dt="2024-09-21T14:24:44.782" v="9677"/>
            <ac:spMkLst>
              <pc:docMk/>
              <pc:sldMasterMk cId="733087138" sldId="2147483776"/>
              <pc:sldLayoutMk cId="662185319" sldId="2147483779"/>
              <ac:spMk id="9" creationId="{A48AF3A7-6F86-5859-5ADD-269B23BD8D28}"/>
            </ac:spMkLst>
          </pc:spChg>
          <pc:spChg chg="add">
            <ac:chgData name="Giovanna Tonazzo" userId="f0c717e3-1c69-45f8-b254-4317ad764897" providerId="ADAL" clId="{253DD15A-91C6-4F9F-8DCE-EC902DFFCC8A}" dt="2024-09-21T14:24:44.782" v="9677"/>
            <ac:spMkLst>
              <pc:docMk/>
              <pc:sldMasterMk cId="733087138" sldId="2147483776"/>
              <pc:sldLayoutMk cId="662185319" sldId="2147483779"/>
              <ac:spMk id="13" creationId="{5C75876C-811B-3A6B-D72A-59F86D88529D}"/>
            </ac:spMkLst>
          </pc:spChg>
        </pc:sldLayoutChg>
        <pc:sldLayoutChg chg="addSp">
          <pc:chgData name="Giovanna Tonazzo" userId="f0c717e3-1c69-45f8-b254-4317ad764897" providerId="ADAL" clId="{253DD15A-91C6-4F9F-8DCE-EC902DFFCC8A}" dt="2024-09-21T14:24:44.782" v="9677"/>
          <pc:sldLayoutMkLst>
            <pc:docMk/>
            <pc:sldMasterMk cId="733087138" sldId="2147483776"/>
            <pc:sldLayoutMk cId="2016256041" sldId="2147483782"/>
          </pc:sldLayoutMkLst>
          <pc:spChg chg="add">
            <ac:chgData name="Giovanna Tonazzo" userId="f0c717e3-1c69-45f8-b254-4317ad764897" providerId="ADAL" clId="{253DD15A-91C6-4F9F-8DCE-EC902DFFCC8A}" dt="2024-09-21T14:24:44.782" v="9677"/>
            <ac:spMkLst>
              <pc:docMk/>
              <pc:sldMasterMk cId="733087138" sldId="2147483776"/>
              <pc:sldLayoutMk cId="2016256041" sldId="2147483782"/>
              <ac:spMk id="2" creationId="{5F141C4B-E36E-79A0-1A10-86DD90BD9D85}"/>
            </ac:spMkLst>
          </pc:spChg>
        </pc:sldLayoutChg>
      </pc:sldMasterChg>
      <pc:sldMasterChg chg="modSldLayout">
        <pc:chgData name="Giovanna Tonazzo" userId="f0c717e3-1c69-45f8-b254-4317ad764897" providerId="ADAL" clId="{253DD15A-91C6-4F9F-8DCE-EC902DFFCC8A}" dt="2024-09-21T14:24:47.061" v="9726"/>
        <pc:sldMasterMkLst>
          <pc:docMk/>
          <pc:sldMasterMk cId="4080418308" sldId="2147483798"/>
        </pc:sldMasterMkLst>
        <pc:sldLayoutChg chg="addSp">
          <pc:chgData name="Giovanna Tonazzo" userId="f0c717e3-1c69-45f8-b254-4317ad764897" providerId="ADAL" clId="{253DD15A-91C6-4F9F-8DCE-EC902DFFCC8A}" dt="2024-09-21T14:24:47.061" v="9726"/>
          <pc:sldLayoutMkLst>
            <pc:docMk/>
            <pc:sldMasterMk cId="4080418308" sldId="2147483798"/>
            <pc:sldLayoutMk cId="829676531" sldId="2147483799"/>
          </pc:sldLayoutMkLst>
          <pc:spChg chg="add">
            <ac:chgData name="Giovanna Tonazzo" userId="f0c717e3-1c69-45f8-b254-4317ad764897" providerId="ADAL" clId="{253DD15A-91C6-4F9F-8DCE-EC902DFFCC8A}" dt="2024-09-21T14:24:47.061" v="9726"/>
            <ac:spMkLst>
              <pc:docMk/>
              <pc:sldMasterMk cId="4080418308" sldId="2147483798"/>
              <pc:sldLayoutMk cId="829676531" sldId="2147483799"/>
              <ac:spMk id="7" creationId="{C273B5E4-4F5C-427E-8326-3757C877B650}"/>
            </ac:spMkLst>
          </pc:spChg>
        </pc:sldLayoutChg>
        <pc:sldLayoutChg chg="addSp">
          <pc:chgData name="Giovanna Tonazzo" userId="f0c717e3-1c69-45f8-b254-4317ad764897" providerId="ADAL" clId="{253DD15A-91C6-4F9F-8DCE-EC902DFFCC8A}" dt="2024-09-21T14:24:47.061" v="9726"/>
          <pc:sldLayoutMkLst>
            <pc:docMk/>
            <pc:sldMasterMk cId="4080418308" sldId="2147483798"/>
            <pc:sldLayoutMk cId="1867232062" sldId="2147483800"/>
          </pc:sldLayoutMkLst>
          <pc:spChg chg="add">
            <ac:chgData name="Giovanna Tonazzo" userId="f0c717e3-1c69-45f8-b254-4317ad764897" providerId="ADAL" clId="{253DD15A-91C6-4F9F-8DCE-EC902DFFCC8A}" dt="2024-09-21T14:24:47.061" v="9726"/>
            <ac:spMkLst>
              <pc:docMk/>
              <pc:sldMasterMk cId="4080418308" sldId="2147483798"/>
              <pc:sldLayoutMk cId="1867232062" sldId="2147483800"/>
              <ac:spMk id="7" creationId="{421BACCF-4FD7-A593-EDC8-61F6388695E1}"/>
            </ac:spMkLst>
          </pc:spChg>
        </pc:sldLayoutChg>
        <pc:sldLayoutChg chg="addSp">
          <pc:chgData name="Giovanna Tonazzo" userId="f0c717e3-1c69-45f8-b254-4317ad764897" providerId="ADAL" clId="{253DD15A-91C6-4F9F-8DCE-EC902DFFCC8A}" dt="2024-09-21T14:24:47.061" v="9726"/>
          <pc:sldLayoutMkLst>
            <pc:docMk/>
            <pc:sldMasterMk cId="4080418308" sldId="2147483798"/>
            <pc:sldLayoutMk cId="2447939699" sldId="2147483801"/>
          </pc:sldLayoutMkLst>
          <pc:spChg chg="add">
            <ac:chgData name="Giovanna Tonazzo" userId="f0c717e3-1c69-45f8-b254-4317ad764897" providerId="ADAL" clId="{253DD15A-91C6-4F9F-8DCE-EC902DFFCC8A}" dt="2024-09-21T14:24:47.061" v="9726"/>
            <ac:spMkLst>
              <pc:docMk/>
              <pc:sldMasterMk cId="4080418308" sldId="2147483798"/>
              <pc:sldLayoutMk cId="2447939699" sldId="2147483801"/>
              <ac:spMk id="7" creationId="{C2320180-23F3-E8F2-BCB0-31FA9ACDF319}"/>
            </ac:spMkLst>
          </pc:spChg>
          <pc:spChg chg="add">
            <ac:chgData name="Giovanna Tonazzo" userId="f0c717e3-1c69-45f8-b254-4317ad764897" providerId="ADAL" clId="{253DD15A-91C6-4F9F-8DCE-EC902DFFCC8A}" dt="2024-09-21T14:24:47.061" v="9726"/>
            <ac:spMkLst>
              <pc:docMk/>
              <pc:sldMasterMk cId="4080418308" sldId="2147483798"/>
              <pc:sldLayoutMk cId="2447939699" sldId="2147483801"/>
              <ac:spMk id="8" creationId="{1077E383-5E77-6CEF-915A-8E86B4452DC7}"/>
            </ac:spMkLst>
          </pc:spChg>
          <pc:spChg chg="add">
            <ac:chgData name="Giovanna Tonazzo" userId="f0c717e3-1c69-45f8-b254-4317ad764897" providerId="ADAL" clId="{253DD15A-91C6-4F9F-8DCE-EC902DFFCC8A}" dt="2024-09-21T14:24:47.061" v="9726"/>
            <ac:spMkLst>
              <pc:docMk/>
              <pc:sldMasterMk cId="4080418308" sldId="2147483798"/>
              <pc:sldLayoutMk cId="2447939699" sldId="2147483801"/>
              <ac:spMk id="9" creationId="{2EAFFBE4-0989-6A00-3732-4FA4FFEC1A60}"/>
            </ac:spMkLst>
          </pc:spChg>
        </pc:sldLayoutChg>
        <pc:sldLayoutChg chg="addSp">
          <pc:chgData name="Giovanna Tonazzo" userId="f0c717e3-1c69-45f8-b254-4317ad764897" providerId="ADAL" clId="{253DD15A-91C6-4F9F-8DCE-EC902DFFCC8A}" dt="2024-09-21T14:24:47.061" v="9726"/>
          <pc:sldLayoutMkLst>
            <pc:docMk/>
            <pc:sldMasterMk cId="4080418308" sldId="2147483798"/>
            <pc:sldLayoutMk cId="2909343183" sldId="2147483804"/>
          </pc:sldLayoutMkLst>
          <pc:spChg chg="add">
            <ac:chgData name="Giovanna Tonazzo" userId="f0c717e3-1c69-45f8-b254-4317ad764897" providerId="ADAL" clId="{253DD15A-91C6-4F9F-8DCE-EC902DFFCC8A}" dt="2024-09-21T14:24:47.061" v="9726"/>
            <ac:spMkLst>
              <pc:docMk/>
              <pc:sldMasterMk cId="4080418308" sldId="2147483798"/>
              <pc:sldLayoutMk cId="2909343183" sldId="2147483804"/>
              <ac:spMk id="6" creationId="{002A4055-CE68-7D20-DB17-B957B2AA14A8}"/>
            </ac:spMkLst>
          </pc:spChg>
        </pc:sldLayoutChg>
      </pc:sldMasterChg>
      <pc:sldMasterChg chg="modSldLayout">
        <pc:chgData name="Giovanna Tonazzo" userId="f0c717e3-1c69-45f8-b254-4317ad764897" providerId="ADAL" clId="{253DD15A-91C6-4F9F-8DCE-EC902DFFCC8A}" dt="2024-09-21T14:25:13.165" v="9775"/>
        <pc:sldMasterMkLst>
          <pc:docMk/>
          <pc:sldMasterMk cId="3546335744" sldId="2147483814"/>
        </pc:sldMasterMkLst>
        <pc:sldLayoutChg chg="addSp">
          <pc:chgData name="Giovanna Tonazzo" userId="f0c717e3-1c69-45f8-b254-4317ad764897" providerId="ADAL" clId="{253DD15A-91C6-4F9F-8DCE-EC902DFFCC8A}" dt="2024-09-21T14:25:13.165" v="9775"/>
          <pc:sldLayoutMkLst>
            <pc:docMk/>
            <pc:sldMasterMk cId="3546335744" sldId="2147483814"/>
            <pc:sldLayoutMk cId="977683489" sldId="2147483815"/>
          </pc:sldLayoutMkLst>
          <pc:spChg chg="add">
            <ac:chgData name="Giovanna Tonazzo" userId="f0c717e3-1c69-45f8-b254-4317ad764897" providerId="ADAL" clId="{253DD15A-91C6-4F9F-8DCE-EC902DFFCC8A}" dt="2024-09-21T14:25:13.165" v="9775"/>
            <ac:spMkLst>
              <pc:docMk/>
              <pc:sldMasterMk cId="3546335744" sldId="2147483814"/>
              <pc:sldLayoutMk cId="977683489" sldId="2147483815"/>
              <ac:spMk id="9" creationId="{B6661BAD-E591-D22E-2AE3-BD8512801A66}"/>
            </ac:spMkLst>
          </pc:spChg>
        </pc:sldLayoutChg>
        <pc:sldLayoutChg chg="addSp">
          <pc:chgData name="Giovanna Tonazzo" userId="f0c717e3-1c69-45f8-b254-4317ad764897" providerId="ADAL" clId="{253DD15A-91C6-4F9F-8DCE-EC902DFFCC8A}" dt="2024-09-21T14:25:13.165" v="9775"/>
          <pc:sldLayoutMkLst>
            <pc:docMk/>
            <pc:sldMasterMk cId="3546335744" sldId="2147483814"/>
            <pc:sldLayoutMk cId="2792803086" sldId="2147483816"/>
          </pc:sldLayoutMkLst>
          <pc:spChg chg="add">
            <ac:chgData name="Giovanna Tonazzo" userId="f0c717e3-1c69-45f8-b254-4317ad764897" providerId="ADAL" clId="{253DD15A-91C6-4F9F-8DCE-EC902DFFCC8A}" dt="2024-09-21T14:25:13.165" v="9775"/>
            <ac:spMkLst>
              <pc:docMk/>
              <pc:sldMasterMk cId="3546335744" sldId="2147483814"/>
              <pc:sldLayoutMk cId="2792803086" sldId="2147483816"/>
              <ac:spMk id="8" creationId="{A76C4324-CA37-C5F8-EDA2-AB38566FD854}"/>
            </ac:spMkLst>
          </pc:spChg>
        </pc:sldLayoutChg>
        <pc:sldLayoutChg chg="addSp">
          <pc:chgData name="Giovanna Tonazzo" userId="f0c717e3-1c69-45f8-b254-4317ad764897" providerId="ADAL" clId="{253DD15A-91C6-4F9F-8DCE-EC902DFFCC8A}" dt="2024-09-21T14:25:13.165" v="9775"/>
          <pc:sldLayoutMkLst>
            <pc:docMk/>
            <pc:sldMasterMk cId="3546335744" sldId="2147483814"/>
            <pc:sldLayoutMk cId="1930168053" sldId="2147483817"/>
          </pc:sldLayoutMkLst>
          <pc:spChg chg="add">
            <ac:chgData name="Giovanna Tonazzo" userId="f0c717e3-1c69-45f8-b254-4317ad764897" providerId="ADAL" clId="{253DD15A-91C6-4F9F-8DCE-EC902DFFCC8A}" dt="2024-09-21T14:25:13.165" v="9775"/>
            <ac:spMkLst>
              <pc:docMk/>
              <pc:sldMasterMk cId="3546335744" sldId="2147483814"/>
              <pc:sldLayoutMk cId="1930168053" sldId="2147483817"/>
              <ac:spMk id="7" creationId="{C80666F9-9522-9A4D-8CE5-8705C910BD2F}"/>
            </ac:spMkLst>
          </pc:spChg>
          <pc:spChg chg="add">
            <ac:chgData name="Giovanna Tonazzo" userId="f0c717e3-1c69-45f8-b254-4317ad764897" providerId="ADAL" clId="{253DD15A-91C6-4F9F-8DCE-EC902DFFCC8A}" dt="2024-09-21T14:25:13.165" v="9775"/>
            <ac:spMkLst>
              <pc:docMk/>
              <pc:sldMasterMk cId="3546335744" sldId="2147483814"/>
              <pc:sldLayoutMk cId="1930168053" sldId="2147483817"/>
              <ac:spMk id="8" creationId="{9EE2C733-377D-2CDF-2753-C0CE5AD4A3A3}"/>
            </ac:spMkLst>
          </pc:spChg>
          <pc:spChg chg="add">
            <ac:chgData name="Giovanna Tonazzo" userId="f0c717e3-1c69-45f8-b254-4317ad764897" providerId="ADAL" clId="{253DD15A-91C6-4F9F-8DCE-EC902DFFCC8A}" dt="2024-09-21T14:25:13.165" v="9775"/>
            <ac:spMkLst>
              <pc:docMk/>
              <pc:sldMasterMk cId="3546335744" sldId="2147483814"/>
              <pc:sldLayoutMk cId="1930168053" sldId="2147483817"/>
              <ac:spMk id="9" creationId="{70482791-0C30-C1BE-626B-2A9857E6A612}"/>
            </ac:spMkLst>
          </pc:spChg>
        </pc:sldLayoutChg>
        <pc:sldLayoutChg chg="addSp">
          <pc:chgData name="Giovanna Tonazzo" userId="f0c717e3-1c69-45f8-b254-4317ad764897" providerId="ADAL" clId="{253DD15A-91C6-4F9F-8DCE-EC902DFFCC8A}" dt="2024-09-21T14:25:13.165" v="9775"/>
          <pc:sldLayoutMkLst>
            <pc:docMk/>
            <pc:sldMasterMk cId="3546335744" sldId="2147483814"/>
            <pc:sldLayoutMk cId="1083127279" sldId="2147483820"/>
          </pc:sldLayoutMkLst>
          <pc:spChg chg="add">
            <ac:chgData name="Giovanna Tonazzo" userId="f0c717e3-1c69-45f8-b254-4317ad764897" providerId="ADAL" clId="{253DD15A-91C6-4F9F-8DCE-EC902DFFCC8A}" dt="2024-09-21T14:25:13.165" v="9775"/>
            <ac:spMkLst>
              <pc:docMk/>
              <pc:sldMasterMk cId="3546335744" sldId="2147483814"/>
              <pc:sldLayoutMk cId="1083127279" sldId="2147483820"/>
              <ac:spMk id="6" creationId="{DC1442F3-83AD-1484-5225-34ADBC029FF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B018AA-DEA7-448F-AE2F-C3D13A0F02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FB87A71-96EB-4108-95A3-855A4C3601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8647F05-0506-494A-8060-3F395B947DF9}" type="datetimeFigureOut">
              <a:rPr lang="en-US" smtClean="0"/>
              <a:t>9/24/2024</a:t>
            </a:fld>
            <a:endParaRPr lang="en-US" dirty="0"/>
          </a:p>
        </p:txBody>
      </p:sp>
      <p:sp>
        <p:nvSpPr>
          <p:cNvPr id="4" name="Footer Placeholder 3">
            <a:extLst>
              <a:ext uri="{FF2B5EF4-FFF2-40B4-BE49-F238E27FC236}">
                <a16:creationId xmlns:a16="http://schemas.microsoft.com/office/drawing/2014/main" id="{9445591A-E83D-4F8A-B064-12B29D3154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7AF2308-535F-471C-9423-3467454C92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61E857-36B8-43F1-9D87-FE508167BCE3}" type="slidenum">
              <a:rPr lang="en-US" smtClean="0"/>
              <a:t>‹#›</a:t>
            </a:fld>
            <a:endParaRPr lang="en-US" dirty="0"/>
          </a:p>
        </p:txBody>
      </p:sp>
    </p:spTree>
    <p:extLst>
      <p:ext uri="{BB962C8B-B14F-4D97-AF65-F5344CB8AC3E}">
        <p14:creationId xmlns:p14="http://schemas.microsoft.com/office/powerpoint/2010/main" val="14002314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BC0A13-3F3D-45D4-B17C-1E0ACF36A6FB}" type="datetimeFigureOut">
              <a:rPr lang="en-US" smtClean="0"/>
              <a:t>9/24/2024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AAAB6-A2C6-4A85-A3A1-98EFBA61C967}" type="slidenum">
              <a:rPr lang="en-US" smtClean="0"/>
              <a:t>‹#›</a:t>
            </a:fld>
            <a:endParaRPr lang="en-US" dirty="0"/>
          </a:p>
        </p:txBody>
      </p:sp>
    </p:spTree>
    <p:extLst>
      <p:ext uri="{BB962C8B-B14F-4D97-AF65-F5344CB8AC3E}">
        <p14:creationId xmlns:p14="http://schemas.microsoft.com/office/powerpoint/2010/main" val="207675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effectLst/>
              <a:latin typeface="Segoe UI" panose="020B0502040204020203" pitchFamily="34" charset="0"/>
            </a:endParaRPr>
          </a:p>
          <a:p>
            <a:r>
              <a:rPr lang="en-US" dirty="0"/>
              <a:t>ID=d924773e-9a16-4d6d-9803-8cb819e99682
Recipe=text_billboard
Type=TextOnly
Variant=0
FamilyID=AccentBoxWalbaum_Zero</a:t>
            </a:r>
          </a:p>
        </p:txBody>
      </p:sp>
      <p:sp>
        <p:nvSpPr>
          <p:cNvPr id="4" name="Slide Number Placeholder 3"/>
          <p:cNvSpPr>
            <a:spLocks noGrp="1"/>
          </p:cNvSpPr>
          <p:nvPr>
            <p:ph type="sldNum" sz="quarter" idx="5"/>
          </p:nvPr>
        </p:nvSpPr>
        <p:spPr/>
        <p:txBody>
          <a:bodyPr/>
          <a:lstStyle/>
          <a:p>
            <a:fld id="{8EAA36B1-75F6-458C-B388-8BC01E9857C8}" type="slidenum">
              <a:rPr lang="en-US" smtClean="0"/>
              <a:t>1</a:t>
            </a:fld>
            <a:endParaRPr lang="en-US" dirty="0"/>
          </a:p>
        </p:txBody>
      </p:sp>
    </p:spTree>
    <p:extLst>
      <p:ext uri="{BB962C8B-B14F-4D97-AF65-F5344CB8AC3E}">
        <p14:creationId xmlns:p14="http://schemas.microsoft.com/office/powerpoint/2010/main" val="270320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R="84455">
              <a:lnSpc>
                <a:spcPct val="150000"/>
              </a:lnSpc>
              <a:tabLst>
                <a:tab pos="190500" algn="l"/>
                <a:tab pos="1003300" algn="l"/>
                <a:tab pos="2120900" algn="l"/>
                <a:tab pos="3690620" algn="l"/>
                <a:tab pos="3780790" algn="l"/>
                <a:tab pos="5581015" algn="l"/>
              </a:tabLst>
            </a:pPr>
            <a:r>
              <a:rPr lang="en-US" sz="1800" b="1" dirty="0">
                <a:effectLst/>
                <a:latin typeface="Times New Roman" panose="02020603050405020304" pitchFamily="18" charset="0"/>
                <a:ea typeface="Times New Roman" panose="02020603050405020304" pitchFamily="18" charset="0"/>
              </a:rPr>
              <a:t>Interactive</a:t>
            </a:r>
            <a:r>
              <a:rPr lang="en-US" sz="1800" dirty="0">
                <a:effectLst/>
                <a:latin typeface="Times New Roman" panose="02020603050405020304" pitchFamily="18" charset="0"/>
                <a:ea typeface="Times New Roman" panose="02020603050405020304" pitchFamily="18" charset="0"/>
              </a:rPr>
              <a:t>: Help to guide reader through the text</a:t>
            </a:r>
          </a:p>
          <a:p>
            <a:pPr marR="84455">
              <a:lnSpc>
                <a:spcPct val="150000"/>
              </a:lnSpc>
              <a:tabLst>
                <a:tab pos="190500" algn="l"/>
                <a:tab pos="1003300" algn="l"/>
                <a:tab pos="2120900" algn="l"/>
                <a:tab pos="3690620" algn="l"/>
                <a:tab pos="3780790" algn="l"/>
                <a:tab pos="5581015" algn="l"/>
              </a:tabLst>
            </a:pPr>
            <a:endParaRPr lang="en-US" sz="1800" dirty="0">
              <a:effectLst/>
              <a:latin typeface="Times New Roman" panose="02020603050405020304" pitchFamily="18" charset="0"/>
              <a:ea typeface="Times New Roman" panose="02020603050405020304" pitchFamily="18" charset="0"/>
            </a:endParaRPr>
          </a:p>
          <a:p>
            <a:pPr marR="84455">
              <a:lnSpc>
                <a:spcPct val="150000"/>
              </a:lnSpc>
              <a:tabLst>
                <a:tab pos="190500" algn="l"/>
                <a:tab pos="1003300" algn="l"/>
                <a:tab pos="2120900" algn="l"/>
                <a:tab pos="3690620" algn="l"/>
                <a:tab pos="3780790" algn="l"/>
                <a:tab pos="5581015" algn="l"/>
              </a:tabLst>
            </a:pPr>
            <a:r>
              <a:rPr lang="en-US" sz="1800" b="1" dirty="0">
                <a:effectLst/>
                <a:latin typeface="Times New Roman" panose="02020603050405020304" pitchFamily="18" charset="0"/>
                <a:ea typeface="Times New Roman" panose="02020603050405020304" pitchFamily="18" charset="0"/>
              </a:rPr>
              <a:t>Transitions</a:t>
            </a:r>
            <a:r>
              <a:rPr lang="en-US" sz="1800" dirty="0">
                <a:effectLst/>
                <a:latin typeface="Times New Roman" panose="02020603050405020304" pitchFamily="18" charset="0"/>
                <a:ea typeface="Times New Roman" panose="02020603050405020304" pitchFamily="18" charset="0"/>
              </a:rPr>
              <a:t>: express semantic relation between main clauses (in addition / but / thus / and)</a:t>
            </a:r>
          </a:p>
          <a:p>
            <a:pPr marR="84455">
              <a:lnSpc>
                <a:spcPct val="150000"/>
              </a:lnSpc>
              <a:tabLst>
                <a:tab pos="190500" algn="l"/>
                <a:tab pos="1003300" algn="l"/>
                <a:tab pos="2120900" algn="l"/>
                <a:tab pos="3690620" algn="l"/>
                <a:tab pos="3780790" algn="l"/>
                <a:tab pos="5581015" algn="l"/>
              </a:tabLst>
            </a:pPr>
            <a:r>
              <a:rPr lang="en-US" sz="1800" b="1" dirty="0">
                <a:effectLst/>
                <a:latin typeface="Times New Roman" panose="02020603050405020304" pitchFamily="18" charset="0"/>
                <a:ea typeface="Times New Roman" panose="02020603050405020304" pitchFamily="18" charset="0"/>
              </a:rPr>
              <a:t>Frame markers</a:t>
            </a:r>
            <a:r>
              <a:rPr lang="en-US" sz="1800" dirty="0">
                <a:effectLst/>
                <a:latin typeface="Times New Roman" panose="02020603050405020304" pitchFamily="18" charset="0"/>
                <a:ea typeface="Times New Roman" panose="02020603050405020304" pitchFamily="18" charset="0"/>
              </a:rPr>
              <a:t>: refer to discourse acts, sequences, or text stages (finally / to conclude / my purpose is) </a:t>
            </a:r>
          </a:p>
          <a:p>
            <a:pPr marR="84455">
              <a:lnSpc>
                <a:spcPct val="150000"/>
              </a:lnSpc>
              <a:tabLst>
                <a:tab pos="190500" algn="l"/>
                <a:tab pos="1003300" algn="l"/>
                <a:tab pos="2120900" algn="l"/>
                <a:tab pos="3690620" algn="l"/>
                <a:tab pos="3780790" algn="l"/>
                <a:tab pos="5581015" algn="l"/>
              </a:tabLst>
            </a:pPr>
            <a:r>
              <a:rPr lang="en-US" sz="1800" b="1" dirty="0" err="1">
                <a:effectLst/>
                <a:latin typeface="Times New Roman" panose="02020603050405020304" pitchFamily="18" charset="0"/>
                <a:ea typeface="Times New Roman" panose="02020603050405020304" pitchFamily="18" charset="0"/>
              </a:rPr>
              <a:t>Endophoric</a:t>
            </a:r>
            <a:r>
              <a:rPr lang="en-US" sz="1800" b="1" dirty="0">
                <a:effectLst/>
                <a:latin typeface="Times New Roman" panose="02020603050405020304" pitchFamily="18" charset="0"/>
                <a:ea typeface="Times New Roman" panose="02020603050405020304" pitchFamily="18" charset="0"/>
              </a:rPr>
              <a:t> markers</a:t>
            </a:r>
            <a:r>
              <a:rPr lang="en-US" sz="1800" dirty="0">
                <a:effectLst/>
                <a:latin typeface="Times New Roman" panose="02020603050405020304" pitchFamily="18" charset="0"/>
                <a:ea typeface="Times New Roman" panose="02020603050405020304" pitchFamily="18" charset="0"/>
              </a:rPr>
              <a:t>: refer to information in other parts of the text (noted above / see Fig / in section 1) </a:t>
            </a:r>
          </a:p>
          <a:p>
            <a:pPr marR="84455">
              <a:lnSpc>
                <a:spcPct val="150000"/>
              </a:lnSpc>
              <a:tabLst>
                <a:tab pos="190500" algn="l"/>
                <a:tab pos="1003300" algn="l"/>
                <a:tab pos="2120900" algn="l"/>
                <a:tab pos="3690620" algn="l"/>
                <a:tab pos="3780790" algn="l"/>
                <a:tab pos="5581015" algn="l"/>
              </a:tabLst>
            </a:pPr>
            <a:r>
              <a:rPr lang="en-US" sz="1800" b="1" dirty="0" err="1">
                <a:effectLst/>
                <a:latin typeface="Times New Roman" panose="02020603050405020304" pitchFamily="18" charset="0"/>
                <a:ea typeface="Times New Roman" panose="02020603050405020304" pitchFamily="18" charset="0"/>
              </a:rPr>
              <a:t>Evidentials</a:t>
            </a:r>
            <a:r>
              <a:rPr lang="en-US" sz="1800" dirty="0">
                <a:effectLst/>
                <a:latin typeface="Times New Roman" panose="02020603050405020304" pitchFamily="18" charset="0"/>
                <a:ea typeface="Times New Roman" panose="02020603050405020304" pitchFamily="18" charset="0"/>
              </a:rPr>
              <a:t>: refer to source of information from other texts (according to X / (Y, 1990) / Z states)</a:t>
            </a:r>
          </a:p>
          <a:p>
            <a:pPr marR="84455">
              <a:lnSpc>
                <a:spcPct val="150000"/>
              </a:lnSpc>
              <a:tabLst>
                <a:tab pos="190500" algn="l"/>
                <a:tab pos="1003300" algn="l"/>
                <a:tab pos="2120900" algn="l"/>
                <a:tab pos="3690620" algn="l"/>
                <a:tab pos="3780790" algn="l"/>
                <a:tab pos="5581015" algn="l"/>
              </a:tabLst>
            </a:pPr>
            <a:r>
              <a:rPr lang="en-US" sz="1800" b="1" dirty="0">
                <a:effectLst/>
                <a:latin typeface="Times New Roman" panose="02020603050405020304" pitchFamily="18" charset="0"/>
                <a:ea typeface="Times New Roman" panose="02020603050405020304" pitchFamily="18" charset="0"/>
              </a:rPr>
              <a:t>Code glosses</a:t>
            </a:r>
            <a:r>
              <a:rPr lang="en-US" sz="1800" dirty="0">
                <a:effectLst/>
                <a:latin typeface="Times New Roman" panose="02020603050405020304" pitchFamily="18" charset="0"/>
                <a:ea typeface="Times New Roman" panose="02020603050405020304" pitchFamily="18" charset="0"/>
              </a:rPr>
              <a:t>: help readers grasp meanings of ideational material (namely /e.g./such as / in other words)</a:t>
            </a:r>
          </a:p>
          <a:p>
            <a:pPr marR="84455">
              <a:lnSpc>
                <a:spcPct val="150000"/>
              </a:lnSpc>
              <a:tabLst>
                <a:tab pos="190500" algn="l"/>
                <a:tab pos="1003300" algn="l"/>
                <a:tab pos="2120900" algn="l"/>
                <a:tab pos="3690620" algn="l"/>
                <a:tab pos="3780790" algn="l"/>
                <a:tab pos="5581015" algn="l"/>
              </a:tabLst>
            </a:pPr>
            <a:endParaRPr lang="en-US" sz="1800" dirty="0">
              <a:effectLst/>
              <a:latin typeface="Times New Roman" panose="02020603050405020304" pitchFamily="18" charset="0"/>
              <a:ea typeface="Times New Roman" panose="02020603050405020304" pitchFamily="18" charset="0"/>
            </a:endParaRPr>
          </a:p>
          <a:p>
            <a:pPr marR="84455">
              <a:lnSpc>
                <a:spcPct val="150000"/>
              </a:lnSpc>
              <a:tabLst>
                <a:tab pos="190500" algn="l"/>
                <a:tab pos="1003300" algn="l"/>
                <a:tab pos="2120900" algn="l"/>
                <a:tab pos="3690620" algn="l"/>
                <a:tab pos="3780790" algn="l"/>
                <a:tab pos="5581015" algn="l"/>
              </a:tabLst>
            </a:pPr>
            <a:r>
              <a:rPr lang="en-US" sz="1800" b="1" dirty="0">
                <a:effectLst/>
                <a:latin typeface="Times New Roman" panose="02020603050405020304" pitchFamily="18" charset="0"/>
                <a:ea typeface="Times New Roman" panose="02020603050405020304" pitchFamily="18" charset="0"/>
              </a:rPr>
              <a:t>Interactional</a:t>
            </a:r>
            <a:r>
              <a:rPr lang="en-US" sz="1800" dirty="0">
                <a:effectLst/>
                <a:latin typeface="Times New Roman" panose="02020603050405020304" pitchFamily="18" charset="0"/>
                <a:ea typeface="Times New Roman" panose="02020603050405020304" pitchFamily="18" charset="0"/>
              </a:rPr>
              <a:t>: Involve the reader in the argument</a:t>
            </a:r>
          </a:p>
          <a:p>
            <a:pPr marR="84455">
              <a:lnSpc>
                <a:spcPct val="150000"/>
              </a:lnSpc>
              <a:tabLst>
                <a:tab pos="190500" algn="l"/>
                <a:tab pos="1003300" algn="l"/>
                <a:tab pos="2120900" algn="l"/>
                <a:tab pos="3690620" algn="l"/>
                <a:tab pos="3780790" algn="l"/>
                <a:tab pos="5581015" algn="l"/>
              </a:tabLst>
            </a:pPr>
            <a:endParaRPr lang="en-US" sz="1800" dirty="0">
              <a:effectLst/>
              <a:latin typeface="Times New Roman" panose="02020603050405020304" pitchFamily="18" charset="0"/>
              <a:ea typeface="Times New Roman" panose="02020603050405020304" pitchFamily="18" charset="0"/>
            </a:endParaRPr>
          </a:p>
          <a:p>
            <a:pPr marR="84455">
              <a:lnSpc>
                <a:spcPct val="150000"/>
              </a:lnSpc>
              <a:tabLst>
                <a:tab pos="190500" algn="l"/>
                <a:tab pos="1003300" algn="l"/>
                <a:tab pos="2120900" algn="l"/>
                <a:tab pos="3690620" algn="l"/>
                <a:tab pos="3780790" algn="l"/>
                <a:tab pos="5581015" algn="l"/>
              </a:tabLst>
            </a:pPr>
            <a:r>
              <a:rPr lang="en-US" sz="1800" b="1" dirty="0">
                <a:effectLst/>
                <a:latin typeface="Times New Roman" panose="02020603050405020304" pitchFamily="18" charset="0"/>
                <a:ea typeface="Times New Roman" panose="02020603050405020304" pitchFamily="18" charset="0"/>
              </a:rPr>
              <a:t>Hedges</a:t>
            </a:r>
            <a:r>
              <a:rPr lang="en-US" sz="1800" dirty="0">
                <a:effectLst/>
                <a:latin typeface="Times New Roman" panose="02020603050405020304" pitchFamily="18" charset="0"/>
                <a:ea typeface="Times New Roman" panose="02020603050405020304" pitchFamily="18" charset="0"/>
              </a:rPr>
              <a:t>: withhold writer’s full commitment to proposition (might / perhaps / possible /about)</a:t>
            </a:r>
          </a:p>
          <a:p>
            <a:pPr marR="84455">
              <a:lnSpc>
                <a:spcPct val="150000"/>
              </a:lnSpc>
              <a:tabLst>
                <a:tab pos="190500" algn="l"/>
                <a:tab pos="1003300" algn="l"/>
                <a:tab pos="2120900" algn="l"/>
                <a:tab pos="3690620" algn="l"/>
                <a:tab pos="3780790" algn="l"/>
                <a:tab pos="5581015" algn="l"/>
              </a:tabLst>
            </a:pPr>
            <a:r>
              <a:rPr lang="en-US" sz="1800" b="1" dirty="0">
                <a:effectLst/>
                <a:latin typeface="Times New Roman" panose="02020603050405020304" pitchFamily="18" charset="0"/>
                <a:ea typeface="Times New Roman" panose="02020603050405020304" pitchFamily="18" charset="0"/>
              </a:rPr>
              <a:t>Boosters</a:t>
            </a:r>
            <a:r>
              <a:rPr lang="en-US" sz="1800" dirty="0">
                <a:effectLst/>
                <a:latin typeface="Times New Roman" panose="02020603050405020304" pitchFamily="18" charset="0"/>
                <a:ea typeface="Times New Roman" panose="02020603050405020304" pitchFamily="18" charset="0"/>
              </a:rPr>
              <a:t>: emphasize force or writer’s certainty in proposition	(in fact / definitely / it is clear that)</a:t>
            </a:r>
          </a:p>
          <a:p>
            <a:pPr marR="84455">
              <a:lnSpc>
                <a:spcPct val="150000"/>
              </a:lnSpc>
              <a:tabLst>
                <a:tab pos="190500" algn="l"/>
                <a:tab pos="1003300" algn="l"/>
                <a:tab pos="2120900" algn="l"/>
                <a:tab pos="3690620" algn="l"/>
                <a:tab pos="3780790" algn="l"/>
                <a:tab pos="5581015" algn="l"/>
              </a:tabLst>
            </a:pPr>
            <a:r>
              <a:rPr lang="en-US" sz="1800" b="1" dirty="0">
                <a:effectLst/>
                <a:latin typeface="Times New Roman" panose="02020603050405020304" pitchFamily="18" charset="0"/>
                <a:ea typeface="Times New Roman" panose="02020603050405020304" pitchFamily="18" charset="0"/>
              </a:rPr>
              <a:t>Attitude markers</a:t>
            </a:r>
            <a:r>
              <a:rPr lang="en-US" sz="1800" dirty="0">
                <a:effectLst/>
                <a:latin typeface="Times New Roman" panose="02020603050405020304" pitchFamily="18" charset="0"/>
                <a:ea typeface="Times New Roman" panose="02020603050405020304" pitchFamily="18" charset="0"/>
              </a:rPr>
              <a:t>: express writer’s attitude to proposition (unfortunately / I agree / surprisingly)</a:t>
            </a:r>
          </a:p>
          <a:p>
            <a:pPr marR="84455">
              <a:lnSpc>
                <a:spcPct val="150000"/>
              </a:lnSpc>
              <a:tabLst>
                <a:tab pos="190500" algn="l"/>
                <a:tab pos="1003300" algn="l"/>
                <a:tab pos="2120900" algn="l"/>
                <a:tab pos="3690620" algn="l"/>
                <a:tab pos="3780790" algn="l"/>
                <a:tab pos="5581015" algn="l"/>
              </a:tabLst>
            </a:pPr>
            <a:r>
              <a:rPr lang="en-US" sz="1800" b="1" dirty="0">
                <a:effectLst/>
                <a:latin typeface="Times New Roman" panose="02020603050405020304" pitchFamily="18" charset="0"/>
                <a:ea typeface="Times New Roman" panose="02020603050405020304" pitchFamily="18" charset="0"/>
              </a:rPr>
              <a:t>Engagement markers</a:t>
            </a:r>
            <a:r>
              <a:rPr lang="en-US" sz="1800" dirty="0">
                <a:effectLst/>
                <a:latin typeface="Times New Roman" panose="02020603050405020304" pitchFamily="18" charset="0"/>
                <a:ea typeface="Times New Roman" panose="02020603050405020304" pitchFamily="18" charset="0"/>
              </a:rPr>
              <a:t>: explicitly refer to or build relationship with reader (consider / note that / you can see that)</a:t>
            </a:r>
          </a:p>
          <a:p>
            <a:pPr marR="84455">
              <a:lnSpc>
                <a:spcPct val="150000"/>
              </a:lnSpc>
              <a:tabLst>
                <a:tab pos="190500" algn="l"/>
                <a:tab pos="1003300" algn="l"/>
                <a:tab pos="2120900" algn="l"/>
                <a:tab pos="3690620" algn="l"/>
                <a:tab pos="3780790" algn="l"/>
                <a:tab pos="5581015" algn="l"/>
              </a:tabLst>
            </a:pPr>
            <a:r>
              <a:rPr lang="en-US" sz="1800" b="1" dirty="0">
                <a:effectLst/>
                <a:latin typeface="Times New Roman" panose="02020603050405020304" pitchFamily="18" charset="0"/>
                <a:ea typeface="Times New Roman" panose="02020603050405020304" pitchFamily="18" charset="0"/>
              </a:rPr>
              <a:t>Self mentions</a:t>
            </a:r>
            <a:r>
              <a:rPr lang="en-US" sz="1800" dirty="0">
                <a:effectLst/>
                <a:latin typeface="Times New Roman" panose="02020603050405020304" pitchFamily="18" charset="0"/>
                <a:ea typeface="Times New Roman" panose="02020603050405020304" pitchFamily="18" charset="0"/>
              </a:rPr>
              <a:t>: explicit reference to author(s) (I / we / my / our)</a:t>
            </a:r>
            <a:endParaRPr lang="en-US" dirty="0"/>
          </a:p>
        </p:txBody>
      </p:sp>
      <p:sp>
        <p:nvSpPr>
          <p:cNvPr id="4" name="Slide Number Placeholder 3"/>
          <p:cNvSpPr>
            <a:spLocks noGrp="1"/>
          </p:cNvSpPr>
          <p:nvPr>
            <p:ph type="sldNum" sz="quarter" idx="5"/>
          </p:nvPr>
        </p:nvSpPr>
        <p:spPr/>
        <p:txBody>
          <a:bodyPr/>
          <a:lstStyle/>
          <a:p>
            <a:fld id="{BCFAAAB6-A2C6-4A85-A3A1-98EFBA61C967}" type="slidenum">
              <a:rPr lang="en-US" smtClean="0"/>
              <a:t>14</a:t>
            </a:fld>
            <a:endParaRPr lang="en-US" dirty="0"/>
          </a:p>
        </p:txBody>
      </p:sp>
    </p:spTree>
    <p:extLst>
      <p:ext uri="{BB962C8B-B14F-4D97-AF65-F5344CB8AC3E}">
        <p14:creationId xmlns:p14="http://schemas.microsoft.com/office/powerpoint/2010/main" val="3794951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FAAAB6-A2C6-4A85-A3A1-98EFBA61C967}" type="slidenum">
              <a:rPr lang="en-US" smtClean="0"/>
              <a:t>33</a:t>
            </a:fld>
            <a:endParaRPr lang="en-US" dirty="0"/>
          </a:p>
        </p:txBody>
      </p:sp>
    </p:spTree>
    <p:extLst>
      <p:ext uri="{BB962C8B-B14F-4D97-AF65-F5344CB8AC3E}">
        <p14:creationId xmlns:p14="http://schemas.microsoft.com/office/powerpoint/2010/main" val="2732566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https://stackoverflow.com/questions/75989822/what-is-stanford-corenlps-recipe-for-tokenization Manning: </a:t>
            </a:r>
            <a:r>
              <a:rPr lang="en-US" b="0" i="0" dirty="0">
                <a:solidFill>
                  <a:srgbClr val="0C0D0E"/>
                </a:solidFill>
                <a:effectLst/>
                <a:latin typeface="-apple-system"/>
              </a:rPr>
              <a:t>Linguistic Data Consortium (LDC)'s English tokenization + new treebank tokenization -&gt; UD tokenization</a:t>
            </a:r>
            <a:endParaRPr lang="en-US" dirty="0"/>
          </a:p>
        </p:txBody>
      </p:sp>
      <p:sp>
        <p:nvSpPr>
          <p:cNvPr id="4" name="Slide Number Placeholder 3"/>
          <p:cNvSpPr>
            <a:spLocks noGrp="1"/>
          </p:cNvSpPr>
          <p:nvPr>
            <p:ph type="sldNum" sz="quarter" idx="5"/>
          </p:nvPr>
        </p:nvSpPr>
        <p:spPr/>
        <p:txBody>
          <a:bodyPr/>
          <a:lstStyle/>
          <a:p>
            <a:fld id="{BCFAAAB6-A2C6-4A85-A3A1-98EFBA61C967}" type="slidenum">
              <a:rPr lang="en-US" smtClean="0"/>
              <a:t>34</a:t>
            </a:fld>
            <a:endParaRPr lang="en-US" dirty="0"/>
          </a:p>
        </p:txBody>
      </p:sp>
    </p:spTree>
    <p:extLst>
      <p:ext uri="{BB962C8B-B14F-4D97-AF65-F5344CB8AC3E}">
        <p14:creationId xmlns:p14="http://schemas.microsoft.com/office/powerpoint/2010/main" val="4036728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stat_summary</a:t>
            </a:r>
            <a:r>
              <a:rPr lang="en-US" dirty="0"/>
              <a:t>(</a:t>
            </a:r>
            <a:br>
              <a:rPr lang="en-US" dirty="0"/>
            </a:br>
            <a:r>
              <a:rPr lang="en-US" dirty="0"/>
              <a:t>	</a:t>
            </a:r>
            <a:r>
              <a:rPr lang="en-US" dirty="0" err="1"/>
              <a:t>fun.data</a:t>
            </a:r>
            <a:r>
              <a:rPr lang="en-US" dirty="0"/>
              <a:t> = "</a:t>
            </a:r>
            <a:r>
              <a:rPr lang="en-US" dirty="0" err="1"/>
              <a:t>mean_sdl</a:t>
            </a:r>
            <a:r>
              <a:rPr lang="en-US" dirty="0"/>
              <a:t>", </a:t>
            </a:r>
            <a:r>
              <a:rPr lang="en-US" dirty="0" err="1"/>
              <a:t>geom</a:t>
            </a:r>
            <a:r>
              <a:rPr lang="en-US" dirty="0"/>
              <a:t> = "</a:t>
            </a:r>
            <a:r>
              <a:rPr lang="en-US" dirty="0" err="1"/>
              <a:t>errorbar</a:t>
            </a:r>
            <a:r>
              <a:rPr lang="en-US" dirty="0"/>
              <a:t>", </a:t>
            </a:r>
            <a:r>
              <a:rPr lang="en-US" dirty="0" err="1"/>
              <a:t>fun.args</a:t>
            </a:r>
            <a:r>
              <a:rPr lang="en-US" dirty="0"/>
              <a:t> = list(</a:t>
            </a:r>
            <a:r>
              <a:rPr lang="en-US" dirty="0" err="1"/>
              <a:t>mult</a:t>
            </a:r>
            <a:r>
              <a:rPr lang="en-US" dirty="0"/>
              <a:t> = 1),                 </a:t>
            </a:r>
            <a:br>
              <a:rPr lang="en-US" dirty="0"/>
            </a:br>
            <a:r>
              <a:rPr lang="en-US" dirty="0"/>
              <a:t>	position = </a:t>
            </a:r>
            <a:r>
              <a:rPr lang="en-US" dirty="0" err="1"/>
              <a:t>position_dodge</a:t>
            </a:r>
            <a:r>
              <a:rPr lang="en-US" dirty="0"/>
              <a:t>(width = 0.90), width = 0.1) +</a:t>
            </a:r>
          </a:p>
        </p:txBody>
      </p:sp>
      <p:sp>
        <p:nvSpPr>
          <p:cNvPr id="4" name="Slide Number Placeholder 3"/>
          <p:cNvSpPr>
            <a:spLocks noGrp="1"/>
          </p:cNvSpPr>
          <p:nvPr>
            <p:ph type="sldNum" sz="quarter" idx="5"/>
          </p:nvPr>
        </p:nvSpPr>
        <p:spPr/>
        <p:txBody>
          <a:bodyPr/>
          <a:lstStyle/>
          <a:p>
            <a:fld id="{BCFAAAB6-A2C6-4A85-A3A1-98EFBA61C967}" type="slidenum">
              <a:rPr lang="en-US" smtClean="0"/>
              <a:t>39</a:t>
            </a:fld>
            <a:endParaRPr lang="en-US" dirty="0"/>
          </a:p>
        </p:txBody>
      </p:sp>
    </p:spTree>
    <p:extLst>
      <p:ext uri="{BB962C8B-B14F-4D97-AF65-F5344CB8AC3E}">
        <p14:creationId xmlns:p14="http://schemas.microsoft.com/office/powerpoint/2010/main" val="3732044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compute a z-score from an individual score: subtract the mean from the score and divide the result by the standard deviation</a:t>
            </a:r>
          </a:p>
          <a:p>
            <a:r>
              <a:rPr lang="en-US" dirty="0"/>
              <a:t>Word length for Mistral is normally distributed: </a:t>
            </a:r>
            <a:r>
              <a:rPr lang="en-US" dirty="0">
                <a:effectLst/>
              </a:rPr>
              <a:t>Shapiro-Wilk -&gt; W = 0.94351, p-value = 0.504</a:t>
            </a:r>
            <a:endParaRPr lang="en-US" dirty="0"/>
          </a:p>
        </p:txBody>
      </p:sp>
      <p:sp>
        <p:nvSpPr>
          <p:cNvPr id="4" name="Slide Number Placeholder 3"/>
          <p:cNvSpPr>
            <a:spLocks noGrp="1"/>
          </p:cNvSpPr>
          <p:nvPr>
            <p:ph type="sldNum" sz="quarter" idx="5"/>
          </p:nvPr>
        </p:nvSpPr>
        <p:spPr/>
        <p:txBody>
          <a:bodyPr/>
          <a:lstStyle/>
          <a:p>
            <a:fld id="{BCFAAAB6-A2C6-4A85-A3A1-98EFBA61C967}" type="slidenum">
              <a:rPr lang="en-US" smtClean="0"/>
              <a:t>40</a:t>
            </a:fld>
            <a:endParaRPr lang="en-US" dirty="0"/>
          </a:p>
        </p:txBody>
      </p:sp>
    </p:spTree>
    <p:extLst>
      <p:ext uri="{BB962C8B-B14F-4D97-AF65-F5344CB8AC3E}">
        <p14:creationId xmlns:p14="http://schemas.microsoft.com/office/powerpoint/2010/main" val="3845348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Dunn’s test is used to identify differences between specific groups after a non-parametric Kruskal-Wallis test. Bonferroni correction adjusts the significance level by dividing the original alpha by the number of comparisons to reduce the risk of Type I (false positive) errors in multiple comparisons.</a:t>
            </a:r>
          </a:p>
        </p:txBody>
      </p:sp>
      <p:sp>
        <p:nvSpPr>
          <p:cNvPr id="4" name="Slide Number Placeholder 3"/>
          <p:cNvSpPr>
            <a:spLocks noGrp="1"/>
          </p:cNvSpPr>
          <p:nvPr>
            <p:ph type="sldNum" sz="quarter" idx="5"/>
          </p:nvPr>
        </p:nvSpPr>
        <p:spPr/>
        <p:txBody>
          <a:bodyPr/>
          <a:lstStyle/>
          <a:p>
            <a:fld id="{BCFAAAB6-A2C6-4A85-A3A1-98EFBA61C967}" type="slidenum">
              <a:rPr lang="en-US" smtClean="0"/>
              <a:t>49</a:t>
            </a:fld>
            <a:endParaRPr lang="en-US" dirty="0"/>
          </a:p>
        </p:txBody>
      </p:sp>
    </p:spTree>
    <p:extLst>
      <p:ext uri="{BB962C8B-B14F-4D97-AF65-F5344CB8AC3E}">
        <p14:creationId xmlns:p14="http://schemas.microsoft.com/office/powerpoint/2010/main" val="90760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C5C50C9-5CB7-4938-BEDF-DD2FC7529FA9}"/>
              </a:ext>
            </a:extLst>
          </p:cNvPr>
          <p:cNvSpPr/>
          <p:nvPr userDrawn="1"/>
        </p:nvSpPr>
        <p:spPr>
          <a:xfrm>
            <a:off x="1528762" y="1473243"/>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1801368" y="1664208"/>
            <a:ext cx="8586216" cy="2176272"/>
          </a:xfrm>
        </p:spPr>
        <p:txBody>
          <a:bodyPr anchor="ctr">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2487168" y="4142232"/>
            <a:ext cx="7223760" cy="685800"/>
          </a:xfrm>
          <a:solidFill>
            <a:schemeClr val="accent1"/>
          </a:solidFill>
        </p:spPr>
        <p:txBody>
          <a:bodyPr anchor="ctr">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142E1D7-6DE8-87DA-3710-3E4EB959C6FA}"/>
              </a:ext>
            </a:extLst>
          </p:cNvPr>
          <p:cNvSpPr>
            <a:spLocks noGrp="1"/>
          </p:cNvSpPr>
          <p:nvPr>
            <p:ph type="dt" sz="half" idx="10"/>
          </p:nvPr>
        </p:nvSpPr>
        <p:spPr/>
        <p:txBody>
          <a:bodyPr/>
          <a:lstStyle/>
          <a:p>
            <a:r>
              <a:rPr lang="en-US"/>
              <a:t>9/4/20XX</a:t>
            </a:r>
            <a:endParaRPr lang="en-US" dirty="0"/>
          </a:p>
        </p:txBody>
      </p:sp>
      <p:sp>
        <p:nvSpPr>
          <p:cNvPr id="5" name="Footer Placeholder 4">
            <a:extLst>
              <a:ext uri="{FF2B5EF4-FFF2-40B4-BE49-F238E27FC236}">
                <a16:creationId xmlns:a16="http://schemas.microsoft.com/office/drawing/2014/main" id="{FD89844C-4A87-2EFD-D279-FFBB5B3C1E7D}"/>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DF6A299E-5977-A802-3C6F-73EAC51B5EC5}"/>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2669640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pictur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5084064" y="3355848"/>
            <a:ext cx="6272784" cy="2825496"/>
          </a:xfrm>
        </p:spPr>
        <p:txBody>
          <a:bodyPr/>
          <a:lstStyle>
            <a:lvl1pPr>
              <a:buNone/>
              <a:defRPr sz="1800"/>
            </a:lvl1pPr>
          </a:lstStyle>
          <a:p>
            <a:pPr lvl="0"/>
            <a:r>
              <a:rPr lang="en-US"/>
              <a:t>Click to edit Master text styles</a:t>
            </a:r>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3CC47E32-D289-4A1B-A3C7-A355CD5572E8}"/>
              </a:ext>
            </a:extLst>
          </p:cNvPr>
          <p:cNvSpPr/>
          <p:nvPr userDrawn="1"/>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457200" y="603504"/>
            <a:ext cx="4050792" cy="5577840"/>
          </a:xfrm>
        </p:spPr>
        <p:txBody>
          <a:bodyPr anchor="ctr"/>
          <a:lstStyle>
            <a:lvl1pPr algn="ctr">
              <a:buNone/>
              <a:defRPr/>
            </a:lvl1pPr>
          </a:lstStyle>
          <a:p>
            <a:r>
              <a:rPr lang="en-US"/>
              <a:t>Click icon to add picture</a:t>
            </a:r>
            <a:endParaRPr lang="en-US" dirty="0"/>
          </a:p>
        </p:txBody>
      </p:sp>
      <p:sp>
        <p:nvSpPr>
          <p:cNvPr id="8" name="Title 7">
            <a:extLst>
              <a:ext uri="{FF2B5EF4-FFF2-40B4-BE49-F238E27FC236}">
                <a16:creationId xmlns:a16="http://schemas.microsoft.com/office/drawing/2014/main" id="{DF7758E0-C9B4-869E-303F-E912A37EAC74}"/>
              </a:ext>
            </a:extLst>
          </p:cNvPr>
          <p:cNvSpPr>
            <a:spLocks noGrp="1"/>
          </p:cNvSpPr>
          <p:nvPr>
            <p:ph type="title"/>
          </p:nvPr>
        </p:nvSpPr>
        <p:spPr/>
        <p:txBody>
          <a:bodyPr/>
          <a:lstStyle/>
          <a:p>
            <a:r>
              <a:rPr lang="en-US"/>
              <a:t>Click to edit Master title style</a:t>
            </a:r>
          </a:p>
        </p:txBody>
      </p:sp>
      <p:sp>
        <p:nvSpPr>
          <p:cNvPr id="10" name="Date Placeholder 9">
            <a:extLst>
              <a:ext uri="{FF2B5EF4-FFF2-40B4-BE49-F238E27FC236}">
                <a16:creationId xmlns:a16="http://schemas.microsoft.com/office/drawing/2014/main" id="{EF8AF665-7E8E-18A2-DCF1-974C4F94CD14}"/>
              </a:ext>
            </a:extLst>
          </p:cNvPr>
          <p:cNvSpPr>
            <a:spLocks noGrp="1"/>
          </p:cNvSpPr>
          <p:nvPr>
            <p:ph type="dt" sz="half" idx="14"/>
          </p:nvPr>
        </p:nvSpPr>
        <p:spPr/>
        <p:txBody>
          <a:bodyPr/>
          <a:lstStyle/>
          <a:p>
            <a:r>
              <a:rPr lang="en-US"/>
              <a:t>9/4/20XX</a:t>
            </a:r>
            <a:endParaRPr lang="en-US" dirty="0"/>
          </a:p>
        </p:txBody>
      </p:sp>
      <p:sp>
        <p:nvSpPr>
          <p:cNvPr id="11" name="Footer Placeholder 10">
            <a:extLst>
              <a:ext uri="{FF2B5EF4-FFF2-40B4-BE49-F238E27FC236}">
                <a16:creationId xmlns:a16="http://schemas.microsoft.com/office/drawing/2014/main" id="{36BB3FCE-8389-C58E-B332-D27F40B8A8EC}"/>
              </a:ext>
            </a:extLst>
          </p:cNvPr>
          <p:cNvSpPr>
            <a:spLocks noGrp="1"/>
          </p:cNvSpPr>
          <p:nvPr>
            <p:ph type="ftr" sz="quarter" idx="15"/>
          </p:nvPr>
        </p:nvSpPr>
        <p:spPr/>
        <p:txBody>
          <a:bodyPr/>
          <a:lstStyle/>
          <a:p>
            <a:r>
              <a:rPr lang="en-US"/>
              <a:t>Presentation Title</a:t>
            </a:r>
            <a:endParaRPr lang="en-US" dirty="0"/>
          </a:p>
        </p:txBody>
      </p:sp>
      <p:sp>
        <p:nvSpPr>
          <p:cNvPr id="12" name="Slide Number Placeholder 11">
            <a:extLst>
              <a:ext uri="{FF2B5EF4-FFF2-40B4-BE49-F238E27FC236}">
                <a16:creationId xmlns:a16="http://schemas.microsoft.com/office/drawing/2014/main" id="{7E1E23CF-1853-416C-B3E1-9827B60BE40D}"/>
              </a:ext>
            </a:extLst>
          </p:cNvPr>
          <p:cNvSpPr>
            <a:spLocks noGrp="1"/>
          </p:cNvSpPr>
          <p:nvPr>
            <p:ph type="sldNum" sz="quarter" idx="16"/>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381258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612648" y="1078992"/>
            <a:ext cx="6272784" cy="1536192"/>
          </a:xfrm>
        </p:spPr>
        <p:txBody>
          <a:bodyPr anchor="b">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612648" y="3355848"/>
            <a:ext cx="6272784" cy="2825496"/>
          </a:xfrm>
        </p:spPr>
        <p:txBody>
          <a:bodyPr/>
          <a:lstStyle>
            <a:lvl1pPr marL="0" indent="0">
              <a:buNone/>
              <a:defRPr sz="1800"/>
            </a:lvl1pPr>
          </a:lstStyle>
          <a:p>
            <a:pPr lvl="0"/>
            <a:r>
              <a:rPr lang="en-US"/>
              <a:t>Click to edit Master text styles</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5605272" y="6356350"/>
            <a:ext cx="1280160" cy="365125"/>
          </a:xfrm>
        </p:spPr>
        <p:txBody>
          <a:bodyPr/>
          <a:lstStyle/>
          <a:p>
            <a:fld id="{A65A5C87-DF58-40C8-B092-1DE63DB4547E}" type="slidenum">
              <a:rPr lang="en-US" smtClean="0"/>
              <a:t>‹#›</a:t>
            </a:fld>
            <a:endParaRPr lang="en-US" dirty="0"/>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850392" y="36576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7680960" y="4352544"/>
            <a:ext cx="4507992" cy="2505456"/>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7680960" y="0"/>
            <a:ext cx="4507992" cy="4123944"/>
          </a:xfrm>
        </p:spPr>
        <p:txBody>
          <a:bodyPr anchor="ctr"/>
          <a:lstStyle>
            <a:lvl1pPr algn="ctr">
              <a:buNone/>
              <a:defRPr/>
            </a:lvl1pPr>
          </a:lstStyle>
          <a:p>
            <a:r>
              <a:rPr lang="en-US"/>
              <a:t>Click icon to add picture</a:t>
            </a:r>
            <a:endParaRPr lang="en-US" dirty="0"/>
          </a:p>
        </p:txBody>
      </p:sp>
      <p:sp>
        <p:nvSpPr>
          <p:cNvPr id="8" name="Rectangle 7">
            <a:extLst>
              <a:ext uri="{FF2B5EF4-FFF2-40B4-BE49-F238E27FC236}">
                <a16:creationId xmlns:a16="http://schemas.microsoft.com/office/drawing/2014/main" id="{EEFA3CC7-31ED-4E5A-87A6-AA1D8F4251FC}"/>
              </a:ext>
            </a:extLst>
          </p:cNvPr>
          <p:cNvSpPr/>
          <p:nvPr userDrawn="1"/>
        </p:nvSpPr>
        <p:spPr>
          <a:xfrm>
            <a:off x="621792"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17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1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612648" y="1078992"/>
            <a:ext cx="5381752" cy="1536192"/>
          </a:xfrm>
        </p:spPr>
        <p:txBody>
          <a:bodyPr anchor="b">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612648" y="3355848"/>
            <a:ext cx="5381752" cy="2825496"/>
          </a:xfrm>
        </p:spPr>
        <p:txBody>
          <a:bodyPr/>
          <a:lstStyle>
            <a:lvl1pPr marL="0" indent="0">
              <a:buNone/>
              <a:defRPr sz="1800"/>
            </a:lvl1pPr>
          </a:lstStyle>
          <a:p>
            <a:pPr lvl="0"/>
            <a:r>
              <a:rPr lang="en-US"/>
              <a:t>Click to edit Master text styles</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4714240" y="6328641"/>
            <a:ext cx="1280160" cy="365125"/>
          </a:xfrm>
        </p:spPr>
        <p:txBody>
          <a:bodyPr/>
          <a:lstStyle/>
          <a:p>
            <a:fld id="{A65A5C87-DF58-40C8-B092-1DE63DB4547E}" type="slidenum">
              <a:rPr lang="en-US" smtClean="0"/>
              <a:t>‹#›</a:t>
            </a:fld>
            <a:endParaRPr lang="en-US" dirty="0"/>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850392" y="36576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6308436" y="0"/>
            <a:ext cx="5880516" cy="6839712"/>
          </a:xfrm>
        </p:spPr>
        <p:txBody>
          <a:bodyPr anchor="ctr"/>
          <a:lstStyle>
            <a:lvl1pPr algn="ctr">
              <a:buNone/>
              <a:defRPr/>
            </a:lvl1pPr>
          </a:lstStyle>
          <a:p>
            <a:r>
              <a:rPr lang="en-US"/>
              <a:t>Click icon to add picture</a:t>
            </a:r>
            <a:endParaRPr lang="en-US" dirty="0"/>
          </a:p>
        </p:txBody>
      </p:sp>
      <p:sp>
        <p:nvSpPr>
          <p:cNvPr id="8" name="Rectangle 7">
            <a:extLst>
              <a:ext uri="{FF2B5EF4-FFF2-40B4-BE49-F238E27FC236}">
                <a16:creationId xmlns:a16="http://schemas.microsoft.com/office/drawing/2014/main" id="{EEFA3CC7-31ED-4E5A-87A6-AA1D8F4251FC}"/>
              </a:ext>
            </a:extLst>
          </p:cNvPr>
          <p:cNvSpPr/>
          <p:nvPr userDrawn="1"/>
        </p:nvSpPr>
        <p:spPr>
          <a:xfrm>
            <a:off x="621792" y="2935541"/>
            <a:ext cx="5334681"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3183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541A812-4D3F-4D65-BA64-BA64E37F2C1D}"/>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1078992" y="1938528"/>
            <a:ext cx="7013448" cy="2990088"/>
          </a:xfrm>
        </p:spPr>
        <p:txBody>
          <a:bodyPr anchor="ctr">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613648" y="1938528"/>
            <a:ext cx="2688336" cy="2990088"/>
          </a:xfrm>
          <a:solidFill>
            <a:schemeClr val="accent1"/>
          </a:solidFill>
        </p:spPr>
        <p:txBody>
          <a:bodyPr anchor="ctr">
            <a:normAutofit/>
          </a:bodyPr>
          <a:lstStyle>
            <a:lvl1pPr marL="0" indent="0">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5716BBE9-8A9C-450B-A235-677945C7ED44}"/>
              </a:ext>
            </a:extLst>
          </p:cNvPr>
          <p:cNvSpPr/>
          <p:nvPr userDrawn="1"/>
        </p:nvSpPr>
        <p:spPr>
          <a:xfrm>
            <a:off x="609084" y="2965074"/>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855E7BF-3629-4C02-98DF-CFC1C93CE036}"/>
              </a:ext>
            </a:extLst>
          </p:cNvPr>
          <p:cNvSpPr/>
          <p:nvPr userDrawn="1"/>
        </p:nvSpPr>
        <p:spPr>
          <a:xfrm rot="5400000">
            <a:off x="7360539" y="3424428"/>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3540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01852" y="6356350"/>
            <a:ext cx="2743200" cy="365125"/>
          </a:xfrm>
        </p:spPr>
        <p:txBody>
          <a:bodyPr/>
          <a:lstStyle/>
          <a:p>
            <a:r>
              <a:rPr lang="en-US"/>
              <a:t>9/4/20XX</a:t>
            </a:r>
            <a:endParaRPr lang="en-US" dirty="0"/>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3393869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ctr">
            <a:normAutofit/>
          </a:bodyPr>
          <a:lstStyle>
            <a:lvl1pPr algn="ctr">
              <a:defRPr sz="4800"/>
            </a:lvl1pPr>
          </a:lstStyle>
          <a:p>
            <a:r>
              <a:rPr lang="en-US"/>
              <a:t>Click to edit Master title style</a:t>
            </a:r>
            <a:endParaRPr lang="en-US" dirty="0"/>
          </a:p>
        </p:txBody>
      </p:sp>
      <p:sp useBgFill="1">
        <p:nvSpPr>
          <p:cNvPr id="4" name="Rectangle 3">
            <a:extLst>
              <a:ext uri="{FF2B5EF4-FFF2-40B4-BE49-F238E27FC236}">
                <a16:creationId xmlns:a16="http://schemas.microsoft.com/office/drawing/2014/main" id="{673635DF-99E4-4A0C-A272-D9FF87695DE7}"/>
              </a:ext>
            </a:extLst>
          </p:cNvPr>
          <p:cNvSpPr/>
          <p:nvPr userDrawn="1"/>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590C76F-6331-4485-AA5B-D61483481F68}"/>
              </a:ext>
            </a:extLst>
          </p:cNvPr>
          <p:cNvSpPr/>
          <p:nvPr userDrawn="1"/>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a:solidFill>
            <a:schemeClr val="accent1"/>
          </a:solidFill>
        </p:spPr>
        <p:txBody>
          <a:bodyPr anchor="ct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Date Placeholder 5">
            <a:extLst>
              <a:ext uri="{FF2B5EF4-FFF2-40B4-BE49-F238E27FC236}">
                <a16:creationId xmlns:a16="http://schemas.microsoft.com/office/drawing/2014/main" id="{ECB2BA4C-9ADA-41DB-B758-9E3CFECDF528}"/>
              </a:ext>
            </a:extLst>
          </p:cNvPr>
          <p:cNvSpPr>
            <a:spLocks noGrp="1"/>
          </p:cNvSpPr>
          <p:nvPr>
            <p:ph type="dt" sz="half" idx="10"/>
          </p:nvPr>
        </p:nvSpPr>
        <p:spPr>
          <a:xfrm>
            <a:off x="905256" y="6356350"/>
            <a:ext cx="2743200" cy="365125"/>
          </a:xfrm>
        </p:spPr>
        <p:txBody>
          <a:bodyPr/>
          <a:lstStyle/>
          <a:p>
            <a:r>
              <a:rPr lang="en-US"/>
              <a:t>9/4/20XX</a:t>
            </a:r>
            <a:endParaRPr lang="en-US" dirty="0"/>
          </a:p>
        </p:txBody>
      </p:sp>
      <p:sp>
        <p:nvSpPr>
          <p:cNvPr id="10" name="Footer Placeholder 9">
            <a:extLst>
              <a:ext uri="{FF2B5EF4-FFF2-40B4-BE49-F238E27FC236}">
                <a16:creationId xmlns:a16="http://schemas.microsoft.com/office/drawing/2014/main" id="{20957ADB-410A-48BE-AA95-3A708314B02A}"/>
              </a:ext>
            </a:extLst>
          </p:cNvPr>
          <p:cNvSpPr>
            <a:spLocks noGrp="1"/>
          </p:cNvSpPr>
          <p:nvPr>
            <p:ph type="ftr" sz="quarter" idx="11"/>
          </p:nvPr>
        </p:nvSpPr>
        <p:spPr/>
        <p:txBody>
          <a:bodyPr/>
          <a:lstStyle/>
          <a:p>
            <a:r>
              <a:rPr lang="en-US" dirty="0"/>
              <a:t>Presentation Title</a:t>
            </a:r>
          </a:p>
        </p:txBody>
      </p:sp>
      <p:sp>
        <p:nvSpPr>
          <p:cNvPr id="11" name="Slide Number Placeholder 10">
            <a:extLst>
              <a:ext uri="{FF2B5EF4-FFF2-40B4-BE49-F238E27FC236}">
                <a16:creationId xmlns:a16="http://schemas.microsoft.com/office/drawing/2014/main" id="{5112591B-8032-4FDF-9B26-8F505642C5C2}"/>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244522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2F4163-FF9F-453F-99BB-82B8FDB0A1F9}"/>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hasCustomPrompt="1"/>
          </p:nvPr>
        </p:nvSpPr>
        <p:spPr>
          <a:xfrm>
            <a:off x="5422392" y="2798064"/>
            <a:ext cx="1463040" cy="1481328"/>
          </a:xfrm>
        </p:spPr>
        <p:txBody>
          <a:bodyPr anchor="ctr"/>
          <a:lstStyle>
            <a:lvl1pPr algn="ctr">
              <a:buNone/>
              <a:defRPr/>
            </a:lvl1pPr>
          </a:lstStyle>
          <a:p>
            <a:r>
              <a:rPr lang="en-US" dirty="0"/>
              <a:t>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hasCustomPrompt="1"/>
          </p:nvPr>
        </p:nvSpPr>
        <p:spPr>
          <a:xfrm>
            <a:off x="576072" y="2798064"/>
            <a:ext cx="1463040" cy="1481328"/>
          </a:xfrm>
        </p:spPr>
        <p:txBody>
          <a:bodyPr anchor="ctr"/>
          <a:lstStyle>
            <a:lvl1pPr algn="ctr">
              <a:buNone/>
              <a:defRPr/>
            </a:lvl1pPr>
          </a:lstStyle>
          <a:p>
            <a:r>
              <a:rPr lang="en-US" dirty="0"/>
              <a:t>Picture</a:t>
            </a: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hasCustomPrompt="1"/>
          </p:nvPr>
        </p:nvSpPr>
        <p:spPr>
          <a:xfrm>
            <a:off x="7845552" y="2798064"/>
            <a:ext cx="1463040" cy="1481328"/>
          </a:xfrm>
        </p:spPr>
        <p:txBody>
          <a:bodyPr anchor="ctr"/>
          <a:lstStyle>
            <a:lvl1pPr algn="ctr">
              <a:buNone/>
              <a:defRPr/>
            </a:lvl1pPr>
          </a:lstStyle>
          <a:p>
            <a:r>
              <a:rPr lang="en-US" dirty="0"/>
              <a:t>Picture</a:t>
            </a:r>
          </a:p>
        </p:txBody>
      </p:sp>
      <p:sp>
        <p:nvSpPr>
          <p:cNvPr id="27" name="Rectangle 26">
            <a:extLst>
              <a:ext uri="{FF2B5EF4-FFF2-40B4-BE49-F238E27FC236}">
                <a16:creationId xmlns:a16="http://schemas.microsoft.com/office/drawing/2014/main" id="{76763C05-47FB-4725-A20D-066889246220}"/>
              </a:ext>
            </a:extLst>
          </p:cNvPr>
          <p:cNvSpPr/>
          <p:nvPr userDrawn="1"/>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Title 1">
            <a:extLst>
              <a:ext uri="{FF2B5EF4-FFF2-40B4-BE49-F238E27FC236}">
                <a16:creationId xmlns:a16="http://schemas.microsoft.com/office/drawing/2014/main" id="{9EDC39EC-C00D-4DE8-8828-E0E5AD579F19}"/>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2" name="Picture Placeholder 14">
            <a:extLst>
              <a:ext uri="{FF2B5EF4-FFF2-40B4-BE49-F238E27FC236}">
                <a16:creationId xmlns:a16="http://schemas.microsoft.com/office/drawing/2014/main" id="{AC393A50-B0FA-44B0-850A-6E748DECA20A}"/>
              </a:ext>
            </a:extLst>
          </p:cNvPr>
          <p:cNvSpPr>
            <a:spLocks noGrp="1"/>
          </p:cNvSpPr>
          <p:nvPr>
            <p:ph type="pic" sz="quarter" idx="28" hasCustomPrompt="1"/>
          </p:nvPr>
        </p:nvSpPr>
        <p:spPr>
          <a:xfrm>
            <a:off x="2999232" y="2798064"/>
            <a:ext cx="1463040" cy="1481328"/>
          </a:xfrm>
        </p:spPr>
        <p:txBody>
          <a:bodyPr anchor="ctr"/>
          <a:lstStyle>
            <a:lvl1pPr algn="ctr">
              <a:buNone/>
              <a:defRPr/>
            </a:lvl1pPr>
          </a:lstStyle>
          <a:p>
            <a:r>
              <a:rPr lang="en-US" dirty="0"/>
              <a:t>Picture</a:t>
            </a:r>
          </a:p>
        </p:txBody>
      </p:sp>
      <p:sp>
        <p:nvSpPr>
          <p:cNvPr id="33" name="Picture Placeholder 14">
            <a:extLst>
              <a:ext uri="{FF2B5EF4-FFF2-40B4-BE49-F238E27FC236}">
                <a16:creationId xmlns:a16="http://schemas.microsoft.com/office/drawing/2014/main" id="{C19D18E3-AE27-4902-A5E1-1E388C8CA886}"/>
              </a:ext>
            </a:extLst>
          </p:cNvPr>
          <p:cNvSpPr>
            <a:spLocks noGrp="1"/>
          </p:cNvSpPr>
          <p:nvPr>
            <p:ph type="pic" sz="quarter" idx="29" hasCustomPrompt="1"/>
          </p:nvPr>
        </p:nvSpPr>
        <p:spPr>
          <a:xfrm>
            <a:off x="10268712" y="2798064"/>
            <a:ext cx="1463040" cy="1481328"/>
          </a:xfrm>
        </p:spPr>
        <p:txBody>
          <a:bodyPr anchor="ctr"/>
          <a:lstStyle>
            <a:lvl1pPr algn="ctr">
              <a:buNone/>
              <a:defRPr/>
            </a:lvl1pPr>
          </a:lstStyle>
          <a:p>
            <a:r>
              <a:rPr lang="en-US" dirty="0"/>
              <a:t>Picture</a:t>
            </a:r>
          </a:p>
        </p:txBody>
      </p:sp>
      <p:sp>
        <p:nvSpPr>
          <p:cNvPr id="11" name="Date Placeholder 10">
            <a:extLst>
              <a:ext uri="{FF2B5EF4-FFF2-40B4-BE49-F238E27FC236}">
                <a16:creationId xmlns:a16="http://schemas.microsoft.com/office/drawing/2014/main" id="{C4A1E4D4-19E0-496B-BBAF-99A720781C00}"/>
              </a:ext>
            </a:extLst>
          </p:cNvPr>
          <p:cNvSpPr>
            <a:spLocks noGrp="1"/>
          </p:cNvSpPr>
          <p:nvPr>
            <p:ph type="dt" sz="half" idx="32"/>
          </p:nvPr>
        </p:nvSpPr>
        <p:spPr>
          <a:xfrm>
            <a:off x="905256" y="6356350"/>
            <a:ext cx="2743200" cy="365125"/>
          </a:xfrm>
        </p:spPr>
        <p:txBody>
          <a:bodyPr/>
          <a:lstStyle/>
          <a:p>
            <a:r>
              <a:rPr lang="en-US"/>
              <a:t>9/4/20XX</a:t>
            </a:r>
            <a:endParaRPr lang="en-US" dirty="0"/>
          </a:p>
        </p:txBody>
      </p:sp>
      <p:sp>
        <p:nvSpPr>
          <p:cNvPr id="12" name="Footer Placeholder 11">
            <a:extLst>
              <a:ext uri="{FF2B5EF4-FFF2-40B4-BE49-F238E27FC236}">
                <a16:creationId xmlns:a16="http://schemas.microsoft.com/office/drawing/2014/main" id="{D0281C10-EAAA-4F45-8CC9-87F9F9116C21}"/>
              </a:ext>
            </a:extLst>
          </p:cNvPr>
          <p:cNvSpPr>
            <a:spLocks noGrp="1"/>
          </p:cNvSpPr>
          <p:nvPr>
            <p:ph type="ftr" sz="quarter" idx="33"/>
          </p:nvPr>
        </p:nvSpPr>
        <p:spPr/>
        <p:txBody>
          <a:bodyPr/>
          <a:lstStyle/>
          <a:p>
            <a:r>
              <a:rPr lang="en-US" dirty="0"/>
              <a:t>Presentation Title</a:t>
            </a:r>
          </a:p>
        </p:txBody>
      </p:sp>
      <p:sp>
        <p:nvSpPr>
          <p:cNvPr id="13" name="Slide Number Placeholder 12">
            <a:extLst>
              <a:ext uri="{FF2B5EF4-FFF2-40B4-BE49-F238E27FC236}">
                <a16:creationId xmlns:a16="http://schemas.microsoft.com/office/drawing/2014/main" id="{389175D6-43FD-42A2-8595-893FC3BFCDF6}"/>
              </a:ext>
            </a:extLst>
          </p:cNvPr>
          <p:cNvSpPr>
            <a:spLocks noGrp="1"/>
          </p:cNvSpPr>
          <p:nvPr>
            <p:ph type="sldNum" sz="quarter" idx="34"/>
          </p:nvPr>
        </p:nvSpPr>
        <p:spPr/>
        <p:txBody>
          <a:bodyPr/>
          <a:lstStyle/>
          <a:p>
            <a:fld id="{A65A5C87-DF58-40C8-B092-1DE63DB4547E}" type="slidenum">
              <a:rPr lang="en-US" smtClean="0"/>
              <a:t>‹#›</a:t>
            </a:fld>
            <a:endParaRPr lang="en-US" dirty="0"/>
          </a:p>
        </p:txBody>
      </p:sp>
      <p:sp>
        <p:nvSpPr>
          <p:cNvPr id="37" name="Text Placeholder 35">
            <a:extLst>
              <a:ext uri="{FF2B5EF4-FFF2-40B4-BE49-F238E27FC236}">
                <a16:creationId xmlns:a16="http://schemas.microsoft.com/office/drawing/2014/main" id="{28F74B10-F76D-4BBB-A284-01D5A0DF8BCB}"/>
              </a:ext>
            </a:extLst>
          </p:cNvPr>
          <p:cNvSpPr>
            <a:spLocks noGrp="1"/>
          </p:cNvSpPr>
          <p:nvPr>
            <p:ph type="body" sz="quarter" idx="36" hasCustomPrompt="1"/>
          </p:nvPr>
        </p:nvSpPr>
        <p:spPr>
          <a:xfrm>
            <a:off x="543153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38" name="Text Placeholder 35">
            <a:extLst>
              <a:ext uri="{FF2B5EF4-FFF2-40B4-BE49-F238E27FC236}">
                <a16:creationId xmlns:a16="http://schemas.microsoft.com/office/drawing/2014/main" id="{BD245DC2-6D7B-4AEE-B8EE-0D0E473AFFF5}"/>
              </a:ext>
            </a:extLst>
          </p:cNvPr>
          <p:cNvSpPr>
            <a:spLocks noGrp="1"/>
          </p:cNvSpPr>
          <p:nvPr>
            <p:ph type="body" sz="quarter" idx="37" hasCustomPrompt="1"/>
          </p:nvPr>
        </p:nvSpPr>
        <p:spPr>
          <a:xfrm>
            <a:off x="784555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39" name="Text Placeholder 35">
            <a:extLst>
              <a:ext uri="{FF2B5EF4-FFF2-40B4-BE49-F238E27FC236}">
                <a16:creationId xmlns:a16="http://schemas.microsoft.com/office/drawing/2014/main" id="{28069EAF-8C82-49CC-8A38-2ACAD26F7DE9}"/>
              </a:ext>
            </a:extLst>
          </p:cNvPr>
          <p:cNvSpPr>
            <a:spLocks noGrp="1"/>
          </p:cNvSpPr>
          <p:nvPr>
            <p:ph type="body" sz="quarter" idx="38" hasCustomPrompt="1"/>
          </p:nvPr>
        </p:nvSpPr>
        <p:spPr>
          <a:xfrm>
            <a:off x="1026871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40" name="Text Placeholder 35">
            <a:extLst>
              <a:ext uri="{FF2B5EF4-FFF2-40B4-BE49-F238E27FC236}">
                <a16:creationId xmlns:a16="http://schemas.microsoft.com/office/drawing/2014/main" id="{DAA3B1CD-59B3-4B73-B91A-88CED1D8FDD6}"/>
              </a:ext>
            </a:extLst>
          </p:cNvPr>
          <p:cNvSpPr>
            <a:spLocks noGrp="1"/>
          </p:cNvSpPr>
          <p:nvPr>
            <p:ph type="body" sz="quarter" idx="39" hasCustomPrompt="1"/>
          </p:nvPr>
        </p:nvSpPr>
        <p:spPr>
          <a:xfrm>
            <a:off x="594360"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41" name="Text Placeholder 35">
            <a:extLst>
              <a:ext uri="{FF2B5EF4-FFF2-40B4-BE49-F238E27FC236}">
                <a16:creationId xmlns:a16="http://schemas.microsoft.com/office/drawing/2014/main" id="{C1FED6B0-DEB7-46E3-8038-FE6788AC24A9}"/>
              </a:ext>
            </a:extLst>
          </p:cNvPr>
          <p:cNvSpPr>
            <a:spLocks noGrp="1"/>
          </p:cNvSpPr>
          <p:nvPr>
            <p:ph type="body" sz="quarter" idx="35" hasCustomPrompt="1"/>
          </p:nvPr>
        </p:nvSpPr>
        <p:spPr>
          <a:xfrm>
            <a:off x="300837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Tree>
    <p:extLst>
      <p:ext uri="{BB962C8B-B14F-4D97-AF65-F5344CB8AC3E}">
        <p14:creationId xmlns:p14="http://schemas.microsoft.com/office/powerpoint/2010/main" val="431511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a:t>9/4/20XX</a:t>
            </a:r>
            <a:endParaRPr lang="en-US" dirty="0"/>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606934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3 colum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576072" y="2379775"/>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576072" y="3203688"/>
            <a:ext cx="329184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4507992" y="2379775"/>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450799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a:t>9/4/20XX</a:t>
            </a:r>
            <a:endParaRPr lang="en-US" dirty="0"/>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
        <p:nvSpPr>
          <p:cNvPr id="14" name="Text Placeholder 4">
            <a:extLst>
              <a:ext uri="{FF2B5EF4-FFF2-40B4-BE49-F238E27FC236}">
                <a16:creationId xmlns:a16="http://schemas.microsoft.com/office/drawing/2014/main" id="{CE04853A-B5A7-418B-B49F-E718136614E0}"/>
              </a:ext>
            </a:extLst>
          </p:cNvPr>
          <p:cNvSpPr>
            <a:spLocks noGrp="1"/>
          </p:cNvSpPr>
          <p:nvPr>
            <p:ph type="body" sz="quarter" idx="13"/>
          </p:nvPr>
        </p:nvSpPr>
        <p:spPr>
          <a:xfrm>
            <a:off x="8439912" y="2379775"/>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D08E5547-BBB9-4D87-A012-6BC6B1330861}"/>
              </a:ext>
            </a:extLst>
          </p:cNvPr>
          <p:cNvSpPr>
            <a:spLocks noGrp="1"/>
          </p:cNvSpPr>
          <p:nvPr>
            <p:ph sz="quarter" idx="14"/>
          </p:nvPr>
        </p:nvSpPr>
        <p:spPr>
          <a:xfrm>
            <a:off x="843991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02261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3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409575" y="633619"/>
            <a:ext cx="492741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841248" y="978408"/>
            <a:ext cx="4059936" cy="1106424"/>
          </a:xfrm>
        </p:spPr>
        <p:txBody>
          <a:bodyPr anchor="ctr">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841248" y="2359152"/>
            <a:ext cx="4059936" cy="3429000"/>
          </a:xfrm>
        </p:spPr>
        <p:txBody>
          <a:bodyPr/>
          <a:lstStyle>
            <a:lvl1pPr marL="0" indent="0">
              <a:buNone/>
              <a:defRPr sz="1800"/>
            </a:lvl1pPr>
          </a:lstStyle>
          <a:p>
            <a:pPr lvl="0"/>
            <a:r>
              <a:rPr lang="en-US"/>
              <a:t>Click to edit Master text styles</a:t>
            </a: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8961120" y="566928"/>
            <a:ext cx="2871216" cy="2340864"/>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5843016" y="566928"/>
            <a:ext cx="2871216" cy="2340864"/>
          </a:xfrm>
        </p:spPr>
        <p:txBody>
          <a:bodyPr anchor="ctr"/>
          <a:lstStyle>
            <a:lvl1pPr algn="ctr">
              <a:buNone/>
              <a:defRPr/>
            </a:lvl1pPr>
          </a:lstStyle>
          <a:p>
            <a:r>
              <a:rPr lang="en-US"/>
              <a:t>Click icon to add picture</a:t>
            </a:r>
            <a:endParaRPr lang="en-US" dirty="0"/>
          </a:p>
        </p:txBody>
      </p:sp>
      <p:sp>
        <p:nvSpPr>
          <p:cNvPr id="5" name="Rectangle 4">
            <a:extLst>
              <a:ext uri="{FF2B5EF4-FFF2-40B4-BE49-F238E27FC236}">
                <a16:creationId xmlns:a16="http://schemas.microsoft.com/office/drawing/2014/main" id="{B3ED68CE-A00C-4DD9-8065-B0E3D033BC20}"/>
              </a:ext>
            </a:extLst>
          </p:cNvPr>
          <p:cNvSpPr/>
          <p:nvPr userDrawn="1"/>
        </p:nvSpPr>
        <p:spPr>
          <a:xfrm>
            <a:off x="345567" y="117043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B3EDCB6-603C-4A22-80E6-232A6202452A}"/>
              </a:ext>
            </a:extLst>
          </p:cNvPr>
          <p:cNvSpPr/>
          <p:nvPr userDrawn="1"/>
        </p:nvSpPr>
        <p:spPr>
          <a:xfrm>
            <a:off x="877459" y="2121408"/>
            <a:ext cx="395865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5843016" y="3108960"/>
            <a:ext cx="5989320" cy="3054096"/>
          </a:xfrm>
        </p:spPr>
        <p:txBody>
          <a:bodyPr anchor="ctr"/>
          <a:lstStyle>
            <a:lvl1pPr algn="ctr">
              <a:buNone/>
              <a:defRPr/>
            </a:lvl1pPr>
          </a:lstStyle>
          <a:p>
            <a:r>
              <a:rPr lang="en-US"/>
              <a:t>Click icon to add picture</a:t>
            </a:r>
            <a:endParaRPr lang="en-US" dirty="0"/>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a:t>9/4/20XX</a:t>
            </a:r>
            <a:endParaRPr lang="en-US" dirty="0"/>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dirty="0"/>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3527971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7324344" y="630936"/>
            <a:ext cx="4517136"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7772400" y="978408"/>
            <a:ext cx="3721608" cy="1106424"/>
          </a:xfrm>
        </p:spPr>
        <p:txBody>
          <a:bodyPr anchor="ctr">
            <a:normAutofit/>
          </a:bodyPr>
          <a:lstStyle>
            <a:lvl1pPr>
              <a:defRPr sz="2800"/>
            </a:lvl1pPr>
          </a:lstStyle>
          <a:p>
            <a:r>
              <a:rPr lang="en-US"/>
              <a:t>Click to edit Master title style</a:t>
            </a:r>
            <a:endParaRPr lang="en-US" dirty="0"/>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3767328" y="630936"/>
            <a:ext cx="3246120" cy="2688336"/>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411480" y="630936"/>
            <a:ext cx="3246120" cy="2688336"/>
          </a:xfrm>
        </p:spPr>
        <p:txBody>
          <a:bodyPr anchor="ctr"/>
          <a:lstStyle>
            <a:lvl1pPr algn="ctr">
              <a:buNone/>
              <a:defRPr/>
            </a:lvl1pPr>
          </a:lstStyle>
          <a:p>
            <a:r>
              <a:rPr lang="en-US"/>
              <a:t>Click icon to add picture</a:t>
            </a:r>
            <a:endParaRPr lang="en-US" dirty="0"/>
          </a:p>
        </p:txBody>
      </p:sp>
      <p:sp>
        <p:nvSpPr>
          <p:cNvPr id="5" name="Rectangle 4">
            <a:extLst>
              <a:ext uri="{FF2B5EF4-FFF2-40B4-BE49-F238E27FC236}">
                <a16:creationId xmlns:a16="http://schemas.microsoft.com/office/drawing/2014/main" id="{B3ED68CE-A00C-4DD9-8065-B0E3D033BC20}"/>
              </a:ext>
            </a:extLst>
          </p:cNvPr>
          <p:cNvSpPr/>
          <p:nvPr userDrawn="1"/>
        </p:nvSpPr>
        <p:spPr>
          <a:xfrm>
            <a:off x="7260336" y="117957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411480" y="3438144"/>
            <a:ext cx="3246120" cy="2688336"/>
          </a:xfrm>
        </p:spPr>
        <p:txBody>
          <a:bodyPr anchor="ctr"/>
          <a:lstStyle>
            <a:lvl1pPr algn="ctr">
              <a:buNone/>
              <a:defRPr/>
            </a:lvl1pPr>
          </a:lstStyle>
          <a:p>
            <a:r>
              <a:rPr lang="en-US"/>
              <a:t>Click icon to add picture</a:t>
            </a:r>
            <a:endParaRPr lang="en-US" dirty="0"/>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a:t>9/4/20XX</a:t>
            </a:r>
            <a:endParaRPr lang="en-US" dirty="0"/>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dirty="0"/>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dirty="0"/>
          </a:p>
        </p:txBody>
      </p:sp>
      <p:sp>
        <p:nvSpPr>
          <p:cNvPr id="6" name="Rectangle 5">
            <a:extLst>
              <a:ext uri="{FF2B5EF4-FFF2-40B4-BE49-F238E27FC236}">
                <a16:creationId xmlns:a16="http://schemas.microsoft.com/office/drawing/2014/main" id="{525280B1-DD77-4ADB-A6FC-71309BCB66E1}"/>
              </a:ext>
            </a:extLst>
          </p:cNvPr>
          <p:cNvSpPr/>
          <p:nvPr userDrawn="1"/>
        </p:nvSpPr>
        <p:spPr>
          <a:xfrm>
            <a:off x="7792216" y="2185416"/>
            <a:ext cx="3683187"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p:nvPr>
        </p:nvSpPr>
        <p:spPr>
          <a:xfrm>
            <a:off x="3767328" y="3438144"/>
            <a:ext cx="3246120" cy="2688336"/>
          </a:xfrm>
        </p:spPr>
        <p:txBody>
          <a:bodyPr anchor="ctr"/>
          <a:lstStyle>
            <a:lvl1pPr algn="ctr">
              <a:buNone/>
              <a:defRPr/>
            </a:lvl1pPr>
          </a:lstStyle>
          <a:p>
            <a:r>
              <a:rPr lang="en-US"/>
              <a:t>Click icon to add picture</a:t>
            </a:r>
            <a:endParaRPr lang="en-US" dirty="0"/>
          </a:p>
        </p:txBody>
      </p:sp>
      <p:sp>
        <p:nvSpPr>
          <p:cNvPr id="8" name="Text Placeholder 7">
            <a:extLst>
              <a:ext uri="{FF2B5EF4-FFF2-40B4-BE49-F238E27FC236}">
                <a16:creationId xmlns:a16="http://schemas.microsoft.com/office/drawing/2014/main" id="{A0D33A8D-B0BB-4920-AAC4-6EE9952AA556}"/>
              </a:ext>
            </a:extLst>
          </p:cNvPr>
          <p:cNvSpPr>
            <a:spLocks noGrp="1"/>
          </p:cNvSpPr>
          <p:nvPr>
            <p:ph type="body" sz="quarter" idx="22"/>
          </p:nvPr>
        </p:nvSpPr>
        <p:spPr>
          <a:xfrm>
            <a:off x="7772400" y="3099816"/>
            <a:ext cx="3721100" cy="447675"/>
          </a:xfrm>
        </p:spPr>
        <p:txBody>
          <a:bodyPr/>
          <a:lstStyle>
            <a:lvl1pPr marL="0" indent="0">
              <a:buNone/>
              <a:defRPr sz="1600"/>
            </a:lvl1pPr>
          </a:lstStyle>
          <a:p>
            <a:pPr lvl="0"/>
            <a:r>
              <a:rPr lang="en-US"/>
              <a:t>Click to edit Master text styles</a:t>
            </a:r>
          </a:p>
        </p:txBody>
      </p:sp>
      <p:sp>
        <p:nvSpPr>
          <p:cNvPr id="21" name="Text Placeholder 7">
            <a:extLst>
              <a:ext uri="{FF2B5EF4-FFF2-40B4-BE49-F238E27FC236}">
                <a16:creationId xmlns:a16="http://schemas.microsoft.com/office/drawing/2014/main" id="{FC2F80E1-DA5D-4EBA-BDBC-FFD24776ED07}"/>
              </a:ext>
            </a:extLst>
          </p:cNvPr>
          <p:cNvSpPr>
            <a:spLocks noGrp="1"/>
          </p:cNvSpPr>
          <p:nvPr>
            <p:ph type="body" sz="quarter" idx="23"/>
          </p:nvPr>
        </p:nvSpPr>
        <p:spPr>
          <a:xfrm>
            <a:off x="7772400" y="4215384"/>
            <a:ext cx="3721100" cy="447675"/>
          </a:xfrm>
        </p:spPr>
        <p:txBody>
          <a:bodyPr/>
          <a:lstStyle>
            <a:lvl1pPr marL="0" indent="0">
              <a:buNone/>
              <a:defRPr sz="1600"/>
            </a:lvl1pPr>
          </a:lstStyle>
          <a:p>
            <a:pPr lvl="0"/>
            <a:r>
              <a:rPr lang="en-US"/>
              <a:t>Click to edit Master text styles</a:t>
            </a:r>
          </a:p>
        </p:txBody>
      </p:sp>
      <p:sp>
        <p:nvSpPr>
          <p:cNvPr id="22" name="Text Placeholder 7">
            <a:extLst>
              <a:ext uri="{FF2B5EF4-FFF2-40B4-BE49-F238E27FC236}">
                <a16:creationId xmlns:a16="http://schemas.microsoft.com/office/drawing/2014/main" id="{536A3E74-5D94-4FE5-A5F8-7DA032AD48AF}"/>
              </a:ext>
            </a:extLst>
          </p:cNvPr>
          <p:cNvSpPr>
            <a:spLocks noGrp="1"/>
          </p:cNvSpPr>
          <p:nvPr>
            <p:ph type="body" sz="quarter" idx="24"/>
          </p:nvPr>
        </p:nvSpPr>
        <p:spPr>
          <a:xfrm>
            <a:off x="7772400" y="5321808"/>
            <a:ext cx="3721100" cy="447675"/>
          </a:xfrm>
        </p:spPr>
        <p:txBody>
          <a:bodyPr/>
          <a:lstStyle>
            <a:lvl1pPr marL="0" indent="0">
              <a:buNone/>
              <a:defRPr sz="1600"/>
            </a:lvl1pPr>
          </a:lstStyle>
          <a:p>
            <a:pPr lvl="0"/>
            <a:r>
              <a:rPr lang="en-US"/>
              <a:t>Click to edit Master text styles</a:t>
            </a:r>
          </a:p>
        </p:txBody>
      </p:sp>
      <p:sp>
        <p:nvSpPr>
          <p:cNvPr id="23" name="Picture Placeholder 14">
            <a:extLst>
              <a:ext uri="{FF2B5EF4-FFF2-40B4-BE49-F238E27FC236}">
                <a16:creationId xmlns:a16="http://schemas.microsoft.com/office/drawing/2014/main" id="{A36D2011-9E99-44AA-8612-4EEBAAA5D036}"/>
              </a:ext>
            </a:extLst>
          </p:cNvPr>
          <p:cNvSpPr>
            <a:spLocks noGrp="1"/>
          </p:cNvSpPr>
          <p:nvPr>
            <p:ph type="pic" sz="quarter" idx="25" hasCustomPrompt="1"/>
          </p:nvPr>
        </p:nvSpPr>
        <p:spPr>
          <a:xfrm>
            <a:off x="7772400" y="2532888"/>
            <a:ext cx="457200" cy="457200"/>
          </a:xfrm>
        </p:spPr>
        <p:txBody>
          <a:bodyPr anchor="ctr"/>
          <a:lstStyle>
            <a:lvl1pPr algn="ctr">
              <a:buNone/>
              <a:defRPr sz="900"/>
            </a:lvl1pPr>
          </a:lstStyle>
          <a:p>
            <a:r>
              <a:rPr lang="en-US" dirty="0"/>
              <a:t>Icon</a:t>
            </a:r>
          </a:p>
        </p:txBody>
      </p:sp>
      <p:sp>
        <p:nvSpPr>
          <p:cNvPr id="24" name="Picture Placeholder 14">
            <a:extLst>
              <a:ext uri="{FF2B5EF4-FFF2-40B4-BE49-F238E27FC236}">
                <a16:creationId xmlns:a16="http://schemas.microsoft.com/office/drawing/2014/main" id="{80B0958E-0709-4604-ADAF-A6137275F31B}"/>
              </a:ext>
            </a:extLst>
          </p:cNvPr>
          <p:cNvSpPr>
            <a:spLocks noGrp="1"/>
          </p:cNvSpPr>
          <p:nvPr>
            <p:ph type="pic" sz="quarter" idx="26" hasCustomPrompt="1"/>
          </p:nvPr>
        </p:nvSpPr>
        <p:spPr>
          <a:xfrm>
            <a:off x="7772400" y="3630168"/>
            <a:ext cx="457200" cy="457200"/>
          </a:xfrm>
        </p:spPr>
        <p:txBody>
          <a:bodyPr anchor="ctr"/>
          <a:lstStyle>
            <a:lvl1pPr algn="ctr">
              <a:buNone/>
              <a:defRPr sz="900"/>
            </a:lvl1pPr>
          </a:lstStyle>
          <a:p>
            <a:r>
              <a:rPr lang="en-US" dirty="0"/>
              <a:t>Icon</a:t>
            </a:r>
          </a:p>
        </p:txBody>
      </p:sp>
      <p:sp>
        <p:nvSpPr>
          <p:cNvPr id="25" name="Picture Placeholder 14">
            <a:extLst>
              <a:ext uri="{FF2B5EF4-FFF2-40B4-BE49-F238E27FC236}">
                <a16:creationId xmlns:a16="http://schemas.microsoft.com/office/drawing/2014/main" id="{F4A09204-1398-472F-B713-0AD49188773D}"/>
              </a:ext>
            </a:extLst>
          </p:cNvPr>
          <p:cNvSpPr>
            <a:spLocks noGrp="1"/>
          </p:cNvSpPr>
          <p:nvPr>
            <p:ph type="pic" sz="quarter" idx="27" hasCustomPrompt="1"/>
          </p:nvPr>
        </p:nvSpPr>
        <p:spPr>
          <a:xfrm>
            <a:off x="7772400" y="4754880"/>
            <a:ext cx="457200" cy="457200"/>
          </a:xfrm>
        </p:spPr>
        <p:txBody>
          <a:bodyPr anchor="ctr"/>
          <a:lstStyle>
            <a:lvl1pPr algn="ctr">
              <a:buNone/>
              <a:defRPr sz="900"/>
            </a:lvl1pPr>
          </a:lstStyle>
          <a:p>
            <a:r>
              <a:rPr lang="en-US" dirty="0"/>
              <a:t>Icon</a:t>
            </a:r>
          </a:p>
        </p:txBody>
      </p:sp>
    </p:spTree>
    <p:extLst>
      <p:ext uri="{BB962C8B-B14F-4D97-AF65-F5344CB8AC3E}">
        <p14:creationId xmlns:p14="http://schemas.microsoft.com/office/powerpoint/2010/main" val="3439343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r>
              <a:rPr lang="en-US"/>
              <a:t>9/4/20XX</a:t>
            </a:r>
            <a:endParaRPr lang="en-US" dirty="0"/>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4009944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r>
              <a:rPr lang="en-US"/>
              <a:t>9/4/20XX</a:t>
            </a:r>
            <a:endParaRPr lang="en-US" dirty="0"/>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0603778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r>
              <a:rPr lang="en-US"/>
              <a:t>9/4/20XX</a:t>
            </a:r>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7772245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r>
              <a:rPr lang="en-US"/>
              <a:t>9/4/20XX</a:t>
            </a:r>
            <a:endParaRPr lang="en-US" dirty="0"/>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33248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9/4/20XX</a:t>
            </a:r>
            <a:endParaRPr lang="en-US" dirty="0"/>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5A5C87-DF58-40C8-B092-1DE63DB4547E}" type="slidenum">
              <a:rPr lang="en-US" smtClean="0"/>
              <a:t>‹#›</a:t>
            </a:fld>
            <a:endParaRPr lang="en-US" dirty="0"/>
          </a:p>
        </p:txBody>
      </p:sp>
    </p:spTree>
    <p:extLst>
      <p:ext uri="{BB962C8B-B14F-4D97-AF65-F5344CB8AC3E}">
        <p14:creationId xmlns:p14="http://schemas.microsoft.com/office/powerpoint/2010/main" val="1785134420"/>
      </p:ext>
    </p:extLst>
  </p:cSld>
  <p:clrMap bg1="lt1" tx1="dk1" bg2="lt2" tx2="dk2" accent1="accent1" accent2="accent2" accent3="accent3" accent4="accent4" accent5="accent5" accent6="accent6" hlink="hlink" folHlink="folHlink"/>
  <p:sldLayoutIdLst>
    <p:sldLayoutId id="2147483721" r:id="rId1"/>
    <p:sldLayoutId id="2147483730" r:id="rId2"/>
    <p:sldLayoutId id="2147483731" r:id="rId3"/>
    <p:sldLayoutId id="2147483737" r:id="rId4"/>
    <p:sldLayoutId id="2147483723" r:id="rId5"/>
    <p:sldLayoutId id="2147483722" r:id="rId6"/>
    <p:sldLayoutId id="2147483732" r:id="rId7"/>
    <p:sldLayoutId id="2147483736" r:id="rId8"/>
    <p:sldLayoutId id="2147483725" r:id="rId9"/>
    <p:sldLayoutId id="2147483733" r:id="rId10"/>
    <p:sldLayoutId id="2147483734" r:id="rId11"/>
    <p:sldLayoutId id="2147483735" r:id="rId12"/>
    <p:sldLayoutId id="2147483726" r:id="rId13"/>
    <p:sldLayoutId id="2147483727" r:id="rId14"/>
    <p:sldLayoutId id="2147483728" r:id="rId15"/>
    <p:sldLayoutId id="2147483729"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tonazzog/LLM_Argumentation/"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sherbold/chatgpt-student-essay-study/blob/v1.1/markers/connectives_discourse_markers_PDTB.txt" TargetMode="Externa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scrosseye/persuade_corpus_2.0/blob/main/sat_rubric_only_indy.pdf" TargetMode="Externa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langchain.com/" TargetMode="Externa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8.svg"/></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10.svg"/></Relationships>
</file>

<file path=ppt/slides/_rels/slide4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9.xml"/><Relationship Id="rId5" Type="http://schemas.openxmlformats.org/officeDocument/2006/relationships/image" Target="../media/image14.svg"/><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6.xml"/><Relationship Id="rId4" Type="http://schemas.openxmlformats.org/officeDocument/2006/relationships/image" Target="../media/image17.svg"/></Relationships>
</file>

<file path=ppt/slides/_rels/slide4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 Id="rId5" Type="http://schemas.openxmlformats.org/officeDocument/2006/relationships/image" Target="../media/image36.png"/><Relationship Id="rId4" Type="http://schemas.openxmlformats.org/officeDocument/2006/relationships/image" Target="../media/image35.png"/></Relationships>
</file>

<file path=ppt/slides/_rels/slide56.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hyperlink" Target="https://dx.doi.org/10.2139/ssrn.4891634" TargetMode="External"/><Relationship Id="rId2" Type="http://schemas.openxmlformats.org/officeDocument/2006/relationships/hyperlink" Target="https://aclanthology.org/J17-3005" TargetMode="External"/><Relationship Id="rId1" Type="http://schemas.openxmlformats.org/officeDocument/2006/relationships/slideLayout" Target="../slideLayouts/slideLayout14.xml"/><Relationship Id="rId4" Type="http://schemas.openxmlformats.org/officeDocument/2006/relationships/hyperlink" Target="https://doi.org/10.18653/v1/W19-4404" TargetMode="External"/></Relationships>
</file>

<file path=ppt/slides/_rels/slide77.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png"/><Relationship Id="rId1" Type="http://schemas.openxmlformats.org/officeDocument/2006/relationships/slideLayout" Target="../slideLayouts/slideLayout7.xml"/><Relationship Id="rId5" Type="http://schemas.openxmlformats.org/officeDocument/2006/relationships/image" Target="../media/image55.sv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D9D20-B4BB-42AA-8DDD-68CC9F1D95DB}"/>
              </a:ext>
            </a:extLst>
          </p:cNvPr>
          <p:cNvSpPr>
            <a:spLocks noGrp="1"/>
          </p:cNvSpPr>
          <p:nvPr>
            <p:ph type="ctrTitle"/>
          </p:nvPr>
        </p:nvSpPr>
        <p:spPr>
          <a:xfrm>
            <a:off x="1801368" y="1820550"/>
            <a:ext cx="8586216" cy="2176272"/>
          </a:xfrm>
        </p:spPr>
        <p:txBody>
          <a:bodyPr>
            <a:normAutofit fontScale="90000"/>
          </a:bodyPr>
          <a:lstStyle/>
          <a:p>
            <a:r>
              <a:rPr lang="en-US" dirty="0"/>
              <a:t>Large Language Models and Argumentation</a:t>
            </a:r>
          </a:p>
        </p:txBody>
      </p:sp>
      <p:sp>
        <p:nvSpPr>
          <p:cNvPr id="3" name="Subtitle 2">
            <a:extLst>
              <a:ext uri="{FF2B5EF4-FFF2-40B4-BE49-F238E27FC236}">
                <a16:creationId xmlns:a16="http://schemas.microsoft.com/office/drawing/2014/main" id="{ED9E8FDB-60EE-45AE-BB89-9A561A61C2AC}"/>
              </a:ext>
            </a:extLst>
          </p:cNvPr>
          <p:cNvSpPr>
            <a:spLocks noGrp="1"/>
          </p:cNvSpPr>
          <p:nvPr>
            <p:ph type="subTitle" idx="1"/>
          </p:nvPr>
        </p:nvSpPr>
        <p:spPr>
          <a:xfrm>
            <a:off x="2482596" y="5826835"/>
            <a:ext cx="7223760" cy="685800"/>
          </a:xfrm>
        </p:spPr>
        <p:txBody>
          <a:bodyPr/>
          <a:lstStyle/>
          <a:p>
            <a:r>
              <a:rPr lang="en-US" dirty="0"/>
              <a:t>Giovanna Tonazzo</a:t>
            </a:r>
          </a:p>
        </p:txBody>
      </p:sp>
      <p:sp>
        <p:nvSpPr>
          <p:cNvPr id="4" name="TextBox 3">
            <a:extLst>
              <a:ext uri="{FF2B5EF4-FFF2-40B4-BE49-F238E27FC236}">
                <a16:creationId xmlns:a16="http://schemas.microsoft.com/office/drawing/2014/main" id="{9C265888-CCDD-65EF-F786-BC33A9467869}"/>
              </a:ext>
            </a:extLst>
          </p:cNvPr>
          <p:cNvSpPr txBox="1"/>
          <p:nvPr/>
        </p:nvSpPr>
        <p:spPr>
          <a:xfrm>
            <a:off x="2379306" y="4555181"/>
            <a:ext cx="7408506" cy="1015663"/>
          </a:xfrm>
          <a:prstGeom prst="rect">
            <a:avLst/>
          </a:prstGeom>
          <a:noFill/>
        </p:spPr>
        <p:txBody>
          <a:bodyPr wrap="square" rtlCol="0">
            <a:spAutoFit/>
          </a:bodyPr>
          <a:lstStyle/>
          <a:p>
            <a:r>
              <a:rPr lang="en-US" sz="2000" dirty="0">
                <a:solidFill>
                  <a:schemeClr val="tx2"/>
                </a:solidFill>
              </a:rPr>
              <a:t>A corpus linguistics study of the use of linking adverbials in argumentative essays generated by Large Language Models</a:t>
            </a:r>
          </a:p>
          <a:p>
            <a:pPr algn="ctr"/>
            <a:endParaRPr lang="en-US" sz="2000" dirty="0">
              <a:solidFill>
                <a:schemeClr val="tx2"/>
              </a:solidFill>
            </a:endParaRPr>
          </a:p>
        </p:txBody>
      </p:sp>
      <p:sp>
        <p:nvSpPr>
          <p:cNvPr id="5" name="Slide Number Placeholder 4">
            <a:extLst>
              <a:ext uri="{FF2B5EF4-FFF2-40B4-BE49-F238E27FC236}">
                <a16:creationId xmlns:a16="http://schemas.microsoft.com/office/drawing/2014/main" id="{44173FB5-5B32-B0D5-6019-0BBE80F22116}"/>
              </a:ext>
            </a:extLst>
          </p:cNvPr>
          <p:cNvSpPr>
            <a:spLocks noGrp="1"/>
          </p:cNvSpPr>
          <p:nvPr>
            <p:ph type="sldNum" sz="quarter" idx="12"/>
          </p:nvPr>
        </p:nvSpPr>
        <p:spPr/>
        <p:txBody>
          <a:bodyPr/>
          <a:lstStyle/>
          <a:p>
            <a:fld id="{A65A5C87-DF58-40C8-B092-1DE63DB4547E}" type="slidenum">
              <a:rPr lang="en-US" smtClean="0"/>
              <a:t>1</a:t>
            </a:fld>
            <a:endParaRPr lang="en-US" dirty="0"/>
          </a:p>
        </p:txBody>
      </p:sp>
    </p:spTree>
    <p:extLst>
      <p:ext uri="{BB962C8B-B14F-4D97-AF65-F5344CB8AC3E}">
        <p14:creationId xmlns:p14="http://schemas.microsoft.com/office/powerpoint/2010/main" val="183373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071E010-E143-33E8-979F-935316674BE4}"/>
              </a:ext>
            </a:extLst>
          </p:cNvPr>
          <p:cNvSpPr>
            <a:spLocks noGrp="1"/>
          </p:cNvSpPr>
          <p:nvPr>
            <p:ph type="title"/>
          </p:nvPr>
        </p:nvSpPr>
        <p:spPr/>
        <p:txBody>
          <a:bodyPr/>
          <a:lstStyle/>
          <a:p>
            <a:r>
              <a:rPr lang="en-US" dirty="0"/>
              <a:t>Introduction</a:t>
            </a:r>
          </a:p>
        </p:txBody>
      </p:sp>
      <p:sp>
        <p:nvSpPr>
          <p:cNvPr id="9" name="Content Placeholder 8">
            <a:extLst>
              <a:ext uri="{FF2B5EF4-FFF2-40B4-BE49-F238E27FC236}">
                <a16:creationId xmlns:a16="http://schemas.microsoft.com/office/drawing/2014/main" id="{68F0A5CD-8DDD-4C13-EB90-E757442B4EAF}"/>
              </a:ext>
            </a:extLst>
          </p:cNvPr>
          <p:cNvSpPr>
            <a:spLocks noGrp="1"/>
          </p:cNvSpPr>
          <p:nvPr>
            <p:ph idx="1"/>
          </p:nvPr>
        </p:nvSpPr>
        <p:spPr/>
        <p:txBody>
          <a:bodyPr>
            <a:normAutofit fontScale="92500" lnSpcReduction="20000"/>
          </a:bodyPr>
          <a:lstStyle/>
          <a:p>
            <a:pPr>
              <a:lnSpc>
                <a:spcPct val="115000"/>
              </a:lnSpc>
              <a:spcAft>
                <a:spcPts val="800"/>
              </a:spcAft>
              <a:tabLst>
                <a:tab pos="457200" algn="l"/>
              </a:tabLst>
            </a:pPr>
            <a:r>
              <a:rPr lang="en-US" sz="1800" kern="100" dirty="0">
                <a:effectLst/>
                <a:latin typeface="Avenir Next LT Pro (Body)"/>
                <a:ea typeface="Aptos" panose="020B0004020202020204" pitchFamily="34" charset="0"/>
                <a:cs typeface="Times New Roman" panose="02020603050405020304" pitchFamily="18" charset="0"/>
              </a:rPr>
              <a:t>Large language models (LLMs) have made significant advancements in generating human-like text, exhibiting impressive fluency and coherence.</a:t>
            </a:r>
          </a:p>
          <a:p>
            <a:pPr>
              <a:lnSpc>
                <a:spcPct val="115000"/>
              </a:lnSpc>
              <a:spcAft>
                <a:spcPts val="800"/>
              </a:spcAft>
              <a:tabLst>
                <a:tab pos="457200" algn="l"/>
              </a:tabLst>
            </a:pPr>
            <a:r>
              <a:rPr lang="en-US" sz="1800" kern="100" dirty="0">
                <a:effectLst/>
                <a:latin typeface="Avenir Next LT Pro (Body)"/>
                <a:ea typeface="Aptos" panose="020B0004020202020204" pitchFamily="34" charset="0"/>
                <a:cs typeface="Times New Roman" panose="02020603050405020304" pitchFamily="18" charset="0"/>
              </a:rPr>
              <a:t>Companies are increasingly integrating LLMs into their business processes and many face a critical decision when selecting an appropriate LLM, particularly whether to opt for open-source or proprietary (closed) models. This choice can significantly impact factors such as cost, customization, and data privacy. </a:t>
            </a:r>
          </a:p>
          <a:p>
            <a:pPr>
              <a:lnSpc>
                <a:spcPct val="115000"/>
              </a:lnSpc>
              <a:spcAft>
                <a:spcPts val="800"/>
              </a:spcAft>
              <a:tabLst>
                <a:tab pos="457200" algn="l"/>
              </a:tabLst>
            </a:pPr>
            <a:r>
              <a:rPr lang="en-US" sz="1800" kern="100" dirty="0">
                <a:latin typeface="Avenir Next LT Pro (Body)"/>
                <a:cs typeface="Times New Roman" panose="02020603050405020304" pitchFamily="18" charset="0"/>
              </a:rPr>
              <a:t>However, LLMs are fundamentally statistical models designed to predict and generate text based on patterns they learn from data, which raises questions about their abilities in tasks that involve logical thinking.</a:t>
            </a:r>
          </a:p>
          <a:p>
            <a:pPr>
              <a:lnSpc>
                <a:spcPct val="115000"/>
              </a:lnSpc>
              <a:spcAft>
                <a:spcPts val="800"/>
              </a:spcAft>
              <a:tabLst>
                <a:tab pos="457200" algn="l"/>
              </a:tabLst>
            </a:pPr>
            <a:r>
              <a:rPr lang="en-US" sz="1800" kern="100" dirty="0">
                <a:latin typeface="Avenir Next LT Pro (Body)"/>
                <a:cs typeface="Times New Roman" panose="02020603050405020304" pitchFamily="18" charset="0"/>
              </a:rPr>
              <a:t>For </a:t>
            </a:r>
            <a:r>
              <a:rPr lang="en-US" sz="1800" kern="100" dirty="0">
                <a:effectLst/>
                <a:latin typeface="Avenir Next LT Pro (Body)"/>
                <a:ea typeface="Aptos" panose="020B0004020202020204" pitchFamily="34" charset="0"/>
                <a:cs typeface="Times New Roman" panose="02020603050405020304" pitchFamily="18" charset="0"/>
              </a:rPr>
              <a:t>these reasons, argumentative writing can be challenging for LLM</a:t>
            </a:r>
            <a:r>
              <a:rPr lang="en-US" sz="1800" kern="100" dirty="0">
                <a:latin typeface="Avenir Next LT Pro (Body)"/>
                <a:ea typeface="Aptos" panose="020B0004020202020204" pitchFamily="34" charset="0"/>
                <a:cs typeface="Times New Roman" panose="02020603050405020304" pitchFamily="18" charset="0"/>
              </a:rPr>
              <a:t>s</a:t>
            </a:r>
            <a:r>
              <a:rPr lang="en-US" sz="1800" kern="100" dirty="0">
                <a:effectLst/>
                <a:latin typeface="Avenir Next LT Pro (Body)"/>
                <a:ea typeface="Aptos" panose="020B0004020202020204" pitchFamily="34" charset="0"/>
                <a:cs typeface="Times New Roman" panose="02020603050405020304" pitchFamily="18" charset="0"/>
              </a:rPr>
              <a:t>, as it aims to persuade an audience by presenting reasons and evidence to support a particular claim or position.</a:t>
            </a:r>
            <a:endParaRPr lang="en-US" dirty="0"/>
          </a:p>
        </p:txBody>
      </p:sp>
      <p:sp>
        <p:nvSpPr>
          <p:cNvPr id="6" name="Slide Number Placeholder 5">
            <a:extLst>
              <a:ext uri="{FF2B5EF4-FFF2-40B4-BE49-F238E27FC236}">
                <a16:creationId xmlns:a16="http://schemas.microsoft.com/office/drawing/2014/main" id="{CBB539FB-3FB8-2398-BDC3-FFD4FE918745}"/>
              </a:ext>
            </a:extLst>
          </p:cNvPr>
          <p:cNvSpPr>
            <a:spLocks noGrp="1"/>
          </p:cNvSpPr>
          <p:nvPr>
            <p:ph type="sldNum" sz="quarter" idx="12"/>
          </p:nvPr>
        </p:nvSpPr>
        <p:spPr/>
        <p:txBody>
          <a:bodyPr/>
          <a:lstStyle/>
          <a:p>
            <a:fld id="{A65A5C87-DF58-40C8-B092-1DE63DB4547E}" type="slidenum">
              <a:rPr lang="en-US" smtClean="0"/>
              <a:t>2</a:t>
            </a:fld>
            <a:endParaRPr lang="en-US" dirty="0"/>
          </a:p>
        </p:txBody>
      </p:sp>
    </p:spTree>
    <p:extLst>
      <p:ext uri="{BB962C8B-B14F-4D97-AF65-F5344CB8AC3E}">
        <p14:creationId xmlns:p14="http://schemas.microsoft.com/office/powerpoint/2010/main" val="856089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071E010-E143-33E8-979F-935316674BE4}"/>
              </a:ext>
            </a:extLst>
          </p:cNvPr>
          <p:cNvSpPr>
            <a:spLocks noGrp="1"/>
          </p:cNvSpPr>
          <p:nvPr>
            <p:ph type="title"/>
          </p:nvPr>
        </p:nvSpPr>
        <p:spPr/>
        <p:txBody>
          <a:bodyPr/>
          <a:lstStyle/>
          <a:p>
            <a:r>
              <a:rPr lang="en-US" dirty="0"/>
              <a:t>Introduction</a:t>
            </a:r>
          </a:p>
        </p:txBody>
      </p:sp>
      <p:sp>
        <p:nvSpPr>
          <p:cNvPr id="9" name="Content Placeholder 8">
            <a:extLst>
              <a:ext uri="{FF2B5EF4-FFF2-40B4-BE49-F238E27FC236}">
                <a16:creationId xmlns:a16="http://schemas.microsoft.com/office/drawing/2014/main" id="{68F0A5CD-8DDD-4C13-EB90-E757442B4EAF}"/>
              </a:ext>
            </a:extLst>
          </p:cNvPr>
          <p:cNvSpPr>
            <a:spLocks noGrp="1"/>
          </p:cNvSpPr>
          <p:nvPr>
            <p:ph idx="1"/>
          </p:nvPr>
        </p:nvSpPr>
        <p:spPr/>
        <p:txBody>
          <a:bodyPr/>
          <a:lstStyle/>
          <a:p>
            <a:pPr>
              <a:lnSpc>
                <a:spcPct val="115000"/>
              </a:lnSpc>
              <a:spcAft>
                <a:spcPts val="800"/>
              </a:spcAft>
              <a:tabLst>
                <a:tab pos="457200" algn="l"/>
              </a:tabLst>
            </a:pPr>
            <a:r>
              <a:rPr lang="en-US" sz="1800" kern="100" dirty="0">
                <a:effectLst/>
                <a:ea typeface="Aptos" panose="020B0004020202020204" pitchFamily="34" charset="0"/>
                <a:cs typeface="Times New Roman" panose="02020603050405020304" pitchFamily="18" charset="0"/>
              </a:rPr>
              <a:t>The aim of this research is to compare human-written argumentative essays with essays generated by LLMs and to analyze differences in argumentative writing across various LLMs.</a:t>
            </a:r>
          </a:p>
          <a:p>
            <a:pPr>
              <a:lnSpc>
                <a:spcPct val="115000"/>
              </a:lnSpc>
              <a:spcAft>
                <a:spcPts val="800"/>
              </a:spcAft>
              <a:tabLst>
                <a:tab pos="457200" algn="l"/>
              </a:tabLst>
            </a:pPr>
            <a:r>
              <a:rPr lang="en-US" sz="1800" kern="100" dirty="0">
                <a:effectLst/>
                <a:ea typeface="Aptos" panose="020B0004020202020204" pitchFamily="34" charset="0"/>
                <a:cs typeface="Times New Roman" panose="02020603050405020304" pitchFamily="18" charset="0"/>
              </a:rPr>
              <a:t>The research focuses on the use of linking adverbials, which play a crucial role in establishing logical connections and cohesion within argumentative essays.</a:t>
            </a:r>
          </a:p>
          <a:p>
            <a:pPr>
              <a:lnSpc>
                <a:spcPct val="115000"/>
              </a:lnSpc>
              <a:spcAft>
                <a:spcPts val="800"/>
              </a:spcAft>
              <a:tabLst>
                <a:tab pos="457200" algn="l"/>
              </a:tabLst>
            </a:pPr>
            <a:r>
              <a:rPr lang="en-US" sz="1800" kern="100" dirty="0">
                <a:effectLst/>
                <a:ea typeface="Aptos" panose="020B0004020202020204" pitchFamily="34" charset="0"/>
                <a:cs typeface="Times New Roman" panose="02020603050405020304" pitchFamily="18" charset="0"/>
              </a:rPr>
              <a:t>The research follows a corpus linguistics approach to ensure empirical, objective, and quantitative results. A qualitative approach is used to address specific questions.</a:t>
            </a:r>
          </a:p>
          <a:p>
            <a:pPr>
              <a:lnSpc>
                <a:spcPct val="115000"/>
              </a:lnSpc>
              <a:spcAft>
                <a:spcPts val="800"/>
              </a:spcAft>
              <a:tabLst>
                <a:tab pos="457200" algn="l"/>
              </a:tabLst>
            </a:pPr>
            <a:r>
              <a:rPr lang="en-US" sz="1800" dirty="0"/>
              <a:t>Code and data available at </a:t>
            </a:r>
            <a:r>
              <a:rPr lang="en-US" sz="1800" dirty="0">
                <a:hlinkClick r:id="rId2"/>
              </a:rPr>
              <a:t>github.com/</a:t>
            </a:r>
            <a:r>
              <a:rPr lang="en-US" sz="1800" dirty="0" err="1">
                <a:hlinkClick r:id="rId2"/>
              </a:rPr>
              <a:t>tonazzog</a:t>
            </a:r>
            <a:r>
              <a:rPr lang="en-US" sz="1800" dirty="0">
                <a:hlinkClick r:id="rId2"/>
              </a:rPr>
              <a:t>/</a:t>
            </a:r>
            <a:r>
              <a:rPr lang="en-US" sz="1800" dirty="0" err="1">
                <a:hlinkClick r:id="rId2"/>
              </a:rPr>
              <a:t>LLM_Argumentation</a:t>
            </a:r>
            <a:r>
              <a:rPr lang="en-US" sz="1800" dirty="0">
                <a:hlinkClick r:id="rId2"/>
              </a:rPr>
              <a:t>/</a:t>
            </a:r>
            <a:endParaRPr lang="en-US" sz="1800" dirty="0"/>
          </a:p>
          <a:p>
            <a:pPr marL="342900" lvl="0" indent="-342900">
              <a:lnSpc>
                <a:spcPct val="115000"/>
              </a:lnSpc>
              <a:spcAft>
                <a:spcPts val="800"/>
              </a:spcAft>
              <a:buFont typeface="Arial" panose="020B0604020202020204" pitchFamily="34" charset="0"/>
              <a:buChar char="•"/>
              <a:tabLst>
                <a:tab pos="457200" algn="l"/>
              </a:tabLst>
            </a:pPr>
            <a:endParaRPr lang="en-US" dirty="0"/>
          </a:p>
        </p:txBody>
      </p:sp>
      <p:sp>
        <p:nvSpPr>
          <p:cNvPr id="6" name="Slide Number Placeholder 5">
            <a:extLst>
              <a:ext uri="{FF2B5EF4-FFF2-40B4-BE49-F238E27FC236}">
                <a16:creationId xmlns:a16="http://schemas.microsoft.com/office/drawing/2014/main" id="{CBB539FB-3FB8-2398-BDC3-FFD4FE918745}"/>
              </a:ext>
            </a:extLst>
          </p:cNvPr>
          <p:cNvSpPr>
            <a:spLocks noGrp="1"/>
          </p:cNvSpPr>
          <p:nvPr>
            <p:ph type="sldNum" sz="quarter" idx="12"/>
          </p:nvPr>
        </p:nvSpPr>
        <p:spPr/>
        <p:txBody>
          <a:bodyPr/>
          <a:lstStyle/>
          <a:p>
            <a:fld id="{A65A5C87-DF58-40C8-B092-1DE63DB4547E}" type="slidenum">
              <a:rPr lang="en-US" smtClean="0"/>
              <a:t>3</a:t>
            </a:fld>
            <a:endParaRPr lang="en-US" dirty="0"/>
          </a:p>
        </p:txBody>
      </p:sp>
    </p:spTree>
    <p:extLst>
      <p:ext uri="{BB962C8B-B14F-4D97-AF65-F5344CB8AC3E}">
        <p14:creationId xmlns:p14="http://schemas.microsoft.com/office/powerpoint/2010/main" val="2787864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5A189-2A29-4DC8-137B-F91E7440E0C5}"/>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D19B8CFA-9369-D6DD-50D6-D309B1291C8C}"/>
              </a:ext>
            </a:extLst>
          </p:cNvPr>
          <p:cNvSpPr>
            <a:spLocks noGrp="1"/>
          </p:cNvSpPr>
          <p:nvPr>
            <p:ph idx="1"/>
          </p:nvPr>
        </p:nvSpPr>
        <p:spPr/>
        <p:txBody>
          <a:bodyPr>
            <a:normAutofit/>
          </a:bodyPr>
          <a:lstStyle/>
          <a:p>
            <a:pPr marL="0" lvl="0" indent="0">
              <a:lnSpc>
                <a:spcPct val="115000"/>
              </a:lnSpc>
              <a:spcAft>
                <a:spcPts val="800"/>
              </a:spcAft>
              <a:buNone/>
            </a:pPr>
            <a:r>
              <a:rPr lang="en-US" sz="1800" b="1" kern="100" dirty="0">
                <a:effectLst/>
                <a:ea typeface="Aptos" panose="020B0004020202020204" pitchFamily="34" charset="0"/>
                <a:cs typeface="Times New Roman" panose="02020603050405020304" pitchFamily="18" charset="0"/>
              </a:rPr>
              <a:t>Background</a:t>
            </a:r>
          </a:p>
          <a:p>
            <a:pPr marL="0" lvl="0" indent="0">
              <a:lnSpc>
                <a:spcPct val="115000"/>
              </a:lnSpc>
              <a:spcAft>
                <a:spcPts val="800"/>
              </a:spcAft>
              <a:buNone/>
            </a:pPr>
            <a:r>
              <a:rPr lang="en-US" sz="1800" b="1" kern="100" dirty="0">
                <a:effectLst/>
                <a:ea typeface="Aptos" panose="020B0004020202020204" pitchFamily="34" charset="0"/>
                <a:cs typeface="Times New Roman" panose="02020603050405020304" pitchFamily="18" charset="0"/>
              </a:rPr>
              <a:t>Relevance and limitations</a:t>
            </a:r>
          </a:p>
          <a:p>
            <a:pPr marL="0" lvl="0" indent="0">
              <a:lnSpc>
                <a:spcPct val="115000"/>
              </a:lnSpc>
              <a:spcAft>
                <a:spcPts val="800"/>
              </a:spcAft>
              <a:buNone/>
            </a:pPr>
            <a:r>
              <a:rPr lang="en-US" sz="1800" b="1" kern="100" dirty="0">
                <a:effectLst/>
                <a:ea typeface="Aptos" panose="020B0004020202020204" pitchFamily="34" charset="0"/>
                <a:cs typeface="Times New Roman" panose="02020603050405020304" pitchFamily="18" charset="0"/>
              </a:rPr>
              <a:t>Research questions</a:t>
            </a:r>
          </a:p>
          <a:p>
            <a:pPr marL="0" lvl="0" indent="0">
              <a:lnSpc>
                <a:spcPct val="115000"/>
              </a:lnSpc>
              <a:spcAft>
                <a:spcPts val="800"/>
              </a:spcAft>
              <a:buNone/>
            </a:pPr>
            <a:r>
              <a:rPr lang="en-US" sz="1800" b="1" kern="100" dirty="0">
                <a:effectLst/>
                <a:ea typeface="Aptos" panose="020B0004020202020204" pitchFamily="34" charset="0"/>
                <a:cs typeface="Times New Roman" panose="02020603050405020304" pitchFamily="18" charset="0"/>
              </a:rPr>
              <a:t>Methodology</a:t>
            </a:r>
          </a:p>
          <a:p>
            <a:pPr marL="0" lvl="0" indent="0">
              <a:lnSpc>
                <a:spcPct val="115000"/>
              </a:lnSpc>
              <a:spcAft>
                <a:spcPts val="800"/>
              </a:spcAft>
              <a:buNone/>
            </a:pPr>
            <a:r>
              <a:rPr lang="en-US" sz="1800" b="1" kern="100" dirty="0">
                <a:effectLst/>
                <a:ea typeface="Aptos" panose="020B0004020202020204" pitchFamily="34" charset="0"/>
                <a:cs typeface="Times New Roman" panose="02020603050405020304" pitchFamily="18" charset="0"/>
              </a:rPr>
              <a:t>Results</a:t>
            </a:r>
          </a:p>
          <a:p>
            <a:pPr marL="0" lvl="0" indent="0">
              <a:lnSpc>
                <a:spcPct val="115000"/>
              </a:lnSpc>
              <a:spcAft>
                <a:spcPts val="800"/>
              </a:spcAft>
              <a:buNone/>
            </a:pPr>
            <a:r>
              <a:rPr lang="en-US" sz="1800" b="1" kern="100" dirty="0">
                <a:effectLst/>
                <a:ea typeface="Aptos" panose="020B0004020202020204" pitchFamily="34" charset="0"/>
                <a:cs typeface="Times New Roman" panose="02020603050405020304" pitchFamily="18" charset="0"/>
              </a:rPr>
              <a:t>Discussion</a:t>
            </a:r>
          </a:p>
          <a:p>
            <a:pPr marL="0" lvl="0" indent="0">
              <a:lnSpc>
                <a:spcPct val="115000"/>
              </a:lnSpc>
              <a:spcAft>
                <a:spcPts val="800"/>
              </a:spcAft>
              <a:buNone/>
            </a:pPr>
            <a:r>
              <a:rPr lang="en-US" sz="1800" b="1" kern="100" dirty="0">
                <a:effectLst/>
                <a:ea typeface="Aptos" panose="020B0004020202020204" pitchFamily="34" charset="0"/>
                <a:cs typeface="Times New Roman" panose="02020603050405020304" pitchFamily="18" charset="0"/>
              </a:rPr>
              <a:t>Conclusion</a:t>
            </a:r>
          </a:p>
          <a:p>
            <a:pPr marL="0" indent="0">
              <a:buNone/>
            </a:pPr>
            <a:endParaRPr lang="en-US" dirty="0"/>
          </a:p>
        </p:txBody>
      </p:sp>
      <p:sp>
        <p:nvSpPr>
          <p:cNvPr id="4" name="Text Placeholder 3">
            <a:extLst>
              <a:ext uri="{FF2B5EF4-FFF2-40B4-BE49-F238E27FC236}">
                <a16:creationId xmlns:a16="http://schemas.microsoft.com/office/drawing/2014/main" id="{94CE3448-9DB3-5FC6-6BB3-A60B4A678B25}"/>
              </a:ext>
            </a:extLst>
          </p:cNvPr>
          <p:cNvSpPr>
            <a:spLocks noGrp="1"/>
          </p:cNvSpPr>
          <p:nvPr>
            <p:ph type="body" sz="half" idx="2"/>
          </p:nvPr>
        </p:nvSpPr>
        <p:spPr/>
        <p:txBody>
          <a:bodyPr/>
          <a:lstStyle/>
          <a:p>
            <a:r>
              <a:rPr lang="en-US" dirty="0"/>
              <a:t> </a:t>
            </a:r>
          </a:p>
        </p:txBody>
      </p:sp>
      <p:sp>
        <p:nvSpPr>
          <p:cNvPr id="5" name="Slide Number Placeholder 4">
            <a:extLst>
              <a:ext uri="{FF2B5EF4-FFF2-40B4-BE49-F238E27FC236}">
                <a16:creationId xmlns:a16="http://schemas.microsoft.com/office/drawing/2014/main" id="{1B6DAE0C-43B9-952C-3595-942D8A0E9F8A}"/>
              </a:ext>
            </a:extLst>
          </p:cNvPr>
          <p:cNvSpPr>
            <a:spLocks noGrp="1"/>
          </p:cNvSpPr>
          <p:nvPr>
            <p:ph type="sldNum" sz="quarter" idx="12"/>
          </p:nvPr>
        </p:nvSpPr>
        <p:spPr/>
        <p:txBody>
          <a:bodyPr/>
          <a:lstStyle/>
          <a:p>
            <a:fld id="{A65A5C87-DF58-40C8-B092-1DE63DB4547E}" type="slidenum">
              <a:rPr lang="en-US" smtClean="0"/>
              <a:t>4</a:t>
            </a:fld>
            <a:endParaRPr lang="en-US" dirty="0"/>
          </a:p>
        </p:txBody>
      </p:sp>
    </p:spTree>
    <p:extLst>
      <p:ext uri="{BB962C8B-B14F-4D97-AF65-F5344CB8AC3E}">
        <p14:creationId xmlns:p14="http://schemas.microsoft.com/office/powerpoint/2010/main" val="4182122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dirty="0"/>
              <a:t>Background</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r>
              <a:rPr lang="en-US" dirty="0"/>
              <a:t>Cohesion and Coherence</a:t>
            </a:r>
          </a:p>
        </p:txBody>
      </p:sp>
    </p:spTree>
    <p:extLst>
      <p:ext uri="{BB962C8B-B14F-4D97-AF65-F5344CB8AC3E}">
        <p14:creationId xmlns:p14="http://schemas.microsoft.com/office/powerpoint/2010/main" val="2177544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071E010-E143-33E8-979F-935316674BE4}"/>
              </a:ext>
            </a:extLst>
          </p:cNvPr>
          <p:cNvSpPr>
            <a:spLocks noGrp="1"/>
          </p:cNvSpPr>
          <p:nvPr>
            <p:ph type="title"/>
          </p:nvPr>
        </p:nvSpPr>
        <p:spPr/>
        <p:txBody>
          <a:bodyPr/>
          <a:lstStyle/>
          <a:p>
            <a:r>
              <a:rPr lang="en-US" dirty="0"/>
              <a:t>Cohesion and Coherence</a:t>
            </a:r>
          </a:p>
        </p:txBody>
      </p:sp>
      <p:sp>
        <p:nvSpPr>
          <p:cNvPr id="9" name="Content Placeholder 8">
            <a:extLst>
              <a:ext uri="{FF2B5EF4-FFF2-40B4-BE49-F238E27FC236}">
                <a16:creationId xmlns:a16="http://schemas.microsoft.com/office/drawing/2014/main" id="{68F0A5CD-8DDD-4C13-EB90-E757442B4EAF}"/>
              </a:ext>
            </a:extLst>
          </p:cNvPr>
          <p:cNvSpPr>
            <a:spLocks noGrp="1"/>
          </p:cNvSpPr>
          <p:nvPr>
            <p:ph idx="1"/>
          </p:nvPr>
        </p:nvSpPr>
        <p:spPr>
          <a:xfrm>
            <a:off x="1115568" y="2108718"/>
            <a:ext cx="10168128" cy="4063482"/>
          </a:xfrm>
        </p:spPr>
        <p:txBody>
          <a:bodyPr>
            <a:normAutofit fontScale="92500" lnSpcReduction="20000"/>
          </a:bodyPr>
          <a:lstStyle/>
          <a:p>
            <a:pPr mar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In the study of discourse in general, and of argumentative discourse in particular, the concepts of coherence and cohesion are fundamental to understanding how texts are structured and how meaning is conveyed [Halliday and Hasan, 1976]</a:t>
            </a:r>
          </a:p>
          <a:p>
            <a:pPr marL="0" indent="0">
              <a:lnSpc>
                <a:spcPct val="115000"/>
              </a:lnSpc>
              <a:spcAft>
                <a:spcPts val="800"/>
              </a:spcAft>
              <a:buNone/>
            </a:pPr>
            <a:r>
              <a:rPr lang="en-US" sz="1800" b="1" kern="100" dirty="0">
                <a:effectLst/>
                <a:ea typeface="Aptos" panose="020B0004020202020204" pitchFamily="34" charset="0"/>
                <a:cs typeface="Times New Roman" panose="02020603050405020304" pitchFamily="18" charset="0"/>
              </a:rPr>
              <a:t>Coherence</a:t>
            </a:r>
            <a:endParaRPr lang="en-US" sz="1800" kern="100" dirty="0">
              <a:effectLst/>
              <a:ea typeface="Aptos" panose="020B0004020202020204" pitchFamily="34" charset="0"/>
              <a:cs typeface="Times New Roman" panose="02020603050405020304" pitchFamily="18" charset="0"/>
            </a:endParaRPr>
          </a:p>
          <a:p>
            <a:pPr>
              <a:lnSpc>
                <a:spcPct val="115000"/>
              </a:lnSpc>
              <a:spcAft>
                <a:spcPts val="800"/>
              </a:spcAft>
              <a:tabLst>
                <a:tab pos="457200" algn="l"/>
              </a:tabLst>
            </a:pPr>
            <a:r>
              <a:rPr lang="en-US" sz="1800" kern="100" dirty="0">
                <a:effectLst/>
                <a:ea typeface="Aptos" panose="020B0004020202020204" pitchFamily="34" charset="0"/>
                <a:cs typeface="Times New Roman" panose="02020603050405020304" pitchFamily="18" charset="0"/>
              </a:rPr>
              <a:t>refers to the overall sense of unity and logical flow within a text</a:t>
            </a:r>
          </a:p>
          <a:p>
            <a:pPr>
              <a:lnSpc>
                <a:spcPct val="115000"/>
              </a:lnSpc>
              <a:spcAft>
                <a:spcPts val="800"/>
              </a:spcAft>
              <a:tabLst>
                <a:tab pos="457200" algn="l"/>
              </a:tabLst>
            </a:pPr>
            <a:r>
              <a:rPr lang="en-US" sz="1800" kern="100" dirty="0">
                <a:effectLst/>
                <a:ea typeface="Aptos" panose="020B0004020202020204" pitchFamily="34" charset="0"/>
                <a:cs typeface="Times New Roman" panose="02020603050405020304" pitchFamily="18" charset="0"/>
              </a:rPr>
              <a:t>abstract quality that emerges when all parts of a text work together to create a meaningful whole</a:t>
            </a:r>
          </a:p>
          <a:p>
            <a:pPr>
              <a:lnSpc>
                <a:spcPct val="115000"/>
              </a:lnSpc>
              <a:spcAft>
                <a:spcPts val="800"/>
              </a:spcAft>
              <a:tabLst>
                <a:tab pos="457200" algn="l"/>
              </a:tabLst>
            </a:pPr>
            <a:r>
              <a:rPr lang="en-US" sz="1800" kern="100" dirty="0">
                <a:effectLst/>
                <a:ea typeface="Aptos" panose="020B0004020202020204" pitchFamily="34" charset="0"/>
                <a:cs typeface="Times New Roman" panose="02020603050405020304" pitchFamily="18" charset="0"/>
              </a:rPr>
              <a:t>guides the reader through the argument or narrative in a way that is clear and easy to follow</a:t>
            </a:r>
          </a:p>
          <a:p>
            <a:pPr>
              <a:lnSpc>
                <a:spcPct val="115000"/>
              </a:lnSpc>
              <a:spcAft>
                <a:spcPts val="800"/>
              </a:spcAft>
              <a:tabLst>
                <a:tab pos="457200" algn="l"/>
              </a:tabLst>
            </a:pPr>
            <a:r>
              <a:rPr lang="en-US" sz="1800" kern="100" dirty="0">
                <a:effectLst/>
                <a:ea typeface="Aptos" panose="020B0004020202020204" pitchFamily="34" charset="0"/>
                <a:cs typeface="Times New Roman" panose="02020603050405020304" pitchFamily="18" charset="0"/>
              </a:rPr>
              <a:t>achieved through the logical arrangement of ideas and the clear development of themes</a:t>
            </a:r>
          </a:p>
          <a:p>
            <a:pPr>
              <a:lnSpc>
                <a:spcPct val="115000"/>
              </a:lnSpc>
              <a:spcAft>
                <a:spcPts val="800"/>
              </a:spcAft>
              <a:tabLst>
                <a:tab pos="457200" algn="l"/>
              </a:tabLst>
            </a:pPr>
            <a:r>
              <a:rPr lang="en-US" sz="1800" kern="100" dirty="0">
                <a:effectLst/>
                <a:ea typeface="Aptos" panose="020B0004020202020204" pitchFamily="34" charset="0"/>
                <a:cs typeface="Times New Roman" panose="02020603050405020304" pitchFamily="18" charset="0"/>
              </a:rPr>
              <a:t>uses implicit connections that allow readers to understand the relationships between different parts of the text</a:t>
            </a:r>
          </a:p>
          <a:p>
            <a:endParaRPr lang="en-US" dirty="0"/>
          </a:p>
        </p:txBody>
      </p:sp>
      <p:sp>
        <p:nvSpPr>
          <p:cNvPr id="6" name="Slide Number Placeholder 5">
            <a:extLst>
              <a:ext uri="{FF2B5EF4-FFF2-40B4-BE49-F238E27FC236}">
                <a16:creationId xmlns:a16="http://schemas.microsoft.com/office/drawing/2014/main" id="{CBB539FB-3FB8-2398-BDC3-FFD4FE918745}"/>
              </a:ext>
            </a:extLst>
          </p:cNvPr>
          <p:cNvSpPr>
            <a:spLocks noGrp="1"/>
          </p:cNvSpPr>
          <p:nvPr>
            <p:ph type="sldNum" sz="quarter" idx="12"/>
          </p:nvPr>
        </p:nvSpPr>
        <p:spPr/>
        <p:txBody>
          <a:bodyPr/>
          <a:lstStyle/>
          <a:p>
            <a:fld id="{A65A5C87-DF58-40C8-B092-1DE63DB4547E}" type="slidenum">
              <a:rPr lang="en-US" smtClean="0"/>
              <a:t>6</a:t>
            </a:fld>
            <a:endParaRPr lang="en-US" dirty="0"/>
          </a:p>
        </p:txBody>
      </p:sp>
    </p:spTree>
    <p:extLst>
      <p:ext uri="{BB962C8B-B14F-4D97-AF65-F5344CB8AC3E}">
        <p14:creationId xmlns:p14="http://schemas.microsoft.com/office/powerpoint/2010/main" val="2750289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071E010-E143-33E8-979F-935316674BE4}"/>
              </a:ext>
            </a:extLst>
          </p:cNvPr>
          <p:cNvSpPr>
            <a:spLocks noGrp="1"/>
          </p:cNvSpPr>
          <p:nvPr>
            <p:ph type="title"/>
          </p:nvPr>
        </p:nvSpPr>
        <p:spPr/>
        <p:txBody>
          <a:bodyPr/>
          <a:lstStyle/>
          <a:p>
            <a:r>
              <a:rPr lang="en-US" dirty="0"/>
              <a:t>Cohesion and Coherence</a:t>
            </a:r>
          </a:p>
        </p:txBody>
      </p:sp>
      <p:sp>
        <p:nvSpPr>
          <p:cNvPr id="9" name="Content Placeholder 8">
            <a:extLst>
              <a:ext uri="{FF2B5EF4-FFF2-40B4-BE49-F238E27FC236}">
                <a16:creationId xmlns:a16="http://schemas.microsoft.com/office/drawing/2014/main" id="{68F0A5CD-8DDD-4C13-EB90-E757442B4EAF}"/>
              </a:ext>
            </a:extLst>
          </p:cNvPr>
          <p:cNvSpPr>
            <a:spLocks noGrp="1"/>
          </p:cNvSpPr>
          <p:nvPr>
            <p:ph idx="1"/>
          </p:nvPr>
        </p:nvSpPr>
        <p:spPr>
          <a:xfrm>
            <a:off x="1115568" y="2127380"/>
            <a:ext cx="10168128" cy="4044820"/>
          </a:xfrm>
        </p:spPr>
        <p:txBody>
          <a:bodyPr>
            <a:normAutofit fontScale="92500"/>
          </a:bodyPr>
          <a:lstStyle/>
          <a:p>
            <a:pPr marL="0" indent="0">
              <a:lnSpc>
                <a:spcPct val="115000"/>
              </a:lnSpc>
              <a:spcAft>
                <a:spcPts val="800"/>
              </a:spcAft>
              <a:buNone/>
            </a:pPr>
            <a:r>
              <a:rPr lang="en-US" sz="1800" b="1" kern="100" dirty="0">
                <a:effectLst/>
                <a:ea typeface="Aptos" panose="020B0004020202020204" pitchFamily="34" charset="0"/>
                <a:cs typeface="Times New Roman" panose="02020603050405020304" pitchFamily="18" charset="0"/>
              </a:rPr>
              <a:t>Cohesion</a:t>
            </a:r>
            <a:endParaRPr lang="en-US" sz="1800" kern="100" dirty="0">
              <a:effectLst/>
              <a:ea typeface="Aptos" panose="020B0004020202020204" pitchFamily="34" charset="0"/>
              <a:cs typeface="Times New Roman" panose="02020603050405020304" pitchFamily="18" charset="0"/>
            </a:endParaRPr>
          </a:p>
          <a:p>
            <a:pPr>
              <a:lnSpc>
                <a:spcPct val="115000"/>
              </a:lnSpc>
              <a:spcAft>
                <a:spcPts val="800"/>
              </a:spcAft>
              <a:tabLst>
                <a:tab pos="457200" algn="l"/>
              </a:tabLst>
            </a:pPr>
            <a:r>
              <a:rPr lang="en-US" sz="1800" kern="100" dirty="0">
                <a:effectLst/>
                <a:ea typeface="Aptos" panose="020B0004020202020204" pitchFamily="34" charset="0"/>
                <a:cs typeface="Times New Roman" panose="02020603050405020304" pitchFamily="18" charset="0"/>
              </a:rPr>
              <a:t>refers to the linguistic devices and grammatical structures that link sentences and parts of the text together</a:t>
            </a:r>
          </a:p>
          <a:p>
            <a:pPr>
              <a:lnSpc>
                <a:spcPct val="115000"/>
              </a:lnSpc>
              <a:spcAft>
                <a:spcPts val="800"/>
              </a:spcAft>
              <a:tabLst>
                <a:tab pos="457200" algn="l"/>
              </a:tabLst>
            </a:pPr>
            <a:r>
              <a:rPr lang="en-US" sz="1800" kern="100" dirty="0">
                <a:effectLst/>
                <a:ea typeface="Aptos" panose="020B0004020202020204" pitchFamily="34" charset="0"/>
                <a:cs typeface="Times New Roman" panose="02020603050405020304" pitchFamily="18" charset="0"/>
              </a:rPr>
              <a:t>it is about the surface connections between words, phrases, and clauses that create a sense of unity</a:t>
            </a:r>
          </a:p>
          <a:p>
            <a:pPr>
              <a:lnSpc>
                <a:spcPct val="115000"/>
              </a:lnSpc>
              <a:spcAft>
                <a:spcPts val="800"/>
              </a:spcAft>
              <a:tabLst>
                <a:tab pos="457200" algn="l"/>
              </a:tabLst>
            </a:pPr>
            <a:r>
              <a:rPr lang="en-US" sz="1800" kern="100" dirty="0">
                <a:effectLst/>
                <a:ea typeface="Aptos" panose="020B0004020202020204" pitchFamily="34" charset="0"/>
                <a:cs typeface="Times New Roman" panose="02020603050405020304" pitchFamily="18" charset="0"/>
              </a:rPr>
              <a:t>is concerned with the formal links between elements in the text, ensuring that it is linguistically connected</a:t>
            </a:r>
          </a:p>
          <a:p>
            <a:pPr>
              <a:lnSpc>
                <a:spcPct val="115000"/>
              </a:lnSpc>
              <a:spcAft>
                <a:spcPts val="800"/>
              </a:spcAft>
              <a:tabLst>
                <a:tab pos="457200" algn="l"/>
              </a:tabLst>
            </a:pPr>
            <a:r>
              <a:rPr lang="en-US" sz="1800" kern="100" dirty="0">
                <a:effectLst/>
                <a:ea typeface="Aptos" panose="020B0004020202020204" pitchFamily="34" charset="0"/>
                <a:cs typeface="Times New Roman" panose="02020603050405020304" pitchFamily="18" charset="0"/>
              </a:rPr>
              <a:t>occurs where the interpretation of some element in the discourse is dependent on that of another </a:t>
            </a:r>
          </a:p>
          <a:p>
            <a:pPr>
              <a:lnSpc>
                <a:spcPct val="115000"/>
              </a:lnSpc>
              <a:spcAft>
                <a:spcPts val="800"/>
              </a:spcAft>
              <a:tabLst>
                <a:tab pos="457200" algn="l"/>
              </a:tabLst>
            </a:pPr>
            <a:r>
              <a:rPr lang="en-US" sz="1800" kern="100" dirty="0">
                <a:effectLst/>
                <a:ea typeface="Aptos" panose="020B0004020202020204" pitchFamily="34" charset="0"/>
                <a:cs typeface="Times New Roman" panose="02020603050405020304" pitchFamily="18" charset="0"/>
              </a:rPr>
              <a:t>is achieved through the use of </a:t>
            </a:r>
            <a:r>
              <a:rPr lang="en-US" sz="1800" b="1" kern="100" dirty="0">
                <a:effectLst/>
                <a:ea typeface="Aptos" panose="020B0004020202020204" pitchFamily="34" charset="0"/>
                <a:cs typeface="Times New Roman" panose="02020603050405020304" pitchFamily="18" charset="0"/>
              </a:rPr>
              <a:t>cohesive devices</a:t>
            </a:r>
            <a:endParaRPr lang="en-US" sz="1800" kern="100" dirty="0">
              <a:effectLst/>
              <a:ea typeface="Aptos" panose="020B0004020202020204" pitchFamily="34" charset="0"/>
              <a:cs typeface="Times New Roman" panose="02020603050405020304" pitchFamily="18" charset="0"/>
            </a:endParaRPr>
          </a:p>
          <a:p>
            <a:endParaRPr lang="en-US" dirty="0"/>
          </a:p>
        </p:txBody>
      </p:sp>
      <p:sp>
        <p:nvSpPr>
          <p:cNvPr id="6" name="Slide Number Placeholder 5">
            <a:extLst>
              <a:ext uri="{FF2B5EF4-FFF2-40B4-BE49-F238E27FC236}">
                <a16:creationId xmlns:a16="http://schemas.microsoft.com/office/drawing/2014/main" id="{CBB539FB-3FB8-2398-BDC3-FFD4FE918745}"/>
              </a:ext>
            </a:extLst>
          </p:cNvPr>
          <p:cNvSpPr>
            <a:spLocks noGrp="1"/>
          </p:cNvSpPr>
          <p:nvPr>
            <p:ph type="sldNum" sz="quarter" idx="12"/>
          </p:nvPr>
        </p:nvSpPr>
        <p:spPr/>
        <p:txBody>
          <a:bodyPr/>
          <a:lstStyle/>
          <a:p>
            <a:fld id="{A65A5C87-DF58-40C8-B092-1DE63DB4547E}" type="slidenum">
              <a:rPr lang="en-US" smtClean="0"/>
              <a:t>7</a:t>
            </a:fld>
            <a:endParaRPr lang="en-US" dirty="0"/>
          </a:p>
        </p:txBody>
      </p:sp>
    </p:spTree>
    <p:extLst>
      <p:ext uri="{BB962C8B-B14F-4D97-AF65-F5344CB8AC3E}">
        <p14:creationId xmlns:p14="http://schemas.microsoft.com/office/powerpoint/2010/main" val="2441705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071E010-E143-33E8-979F-935316674BE4}"/>
              </a:ext>
            </a:extLst>
          </p:cNvPr>
          <p:cNvSpPr>
            <a:spLocks noGrp="1"/>
          </p:cNvSpPr>
          <p:nvPr>
            <p:ph type="title"/>
          </p:nvPr>
        </p:nvSpPr>
        <p:spPr/>
        <p:txBody>
          <a:bodyPr/>
          <a:lstStyle/>
          <a:p>
            <a:r>
              <a:rPr lang="en-US" dirty="0"/>
              <a:t>Cohesive Devices</a:t>
            </a:r>
          </a:p>
        </p:txBody>
      </p:sp>
      <p:sp>
        <p:nvSpPr>
          <p:cNvPr id="9" name="Content Placeholder 8">
            <a:extLst>
              <a:ext uri="{FF2B5EF4-FFF2-40B4-BE49-F238E27FC236}">
                <a16:creationId xmlns:a16="http://schemas.microsoft.com/office/drawing/2014/main" id="{68F0A5CD-8DDD-4C13-EB90-E757442B4EAF}"/>
              </a:ext>
            </a:extLst>
          </p:cNvPr>
          <p:cNvSpPr>
            <a:spLocks noGrp="1"/>
          </p:cNvSpPr>
          <p:nvPr>
            <p:ph idx="1"/>
          </p:nvPr>
        </p:nvSpPr>
        <p:spPr>
          <a:xfrm>
            <a:off x="1115568" y="2108718"/>
            <a:ext cx="10168128" cy="4063482"/>
          </a:xfrm>
        </p:spPr>
        <p:txBody>
          <a:bodyPr>
            <a:normAutofit fontScale="92500" lnSpcReduction="20000"/>
          </a:bodyPr>
          <a:lstStyle/>
          <a:p>
            <a:pPr mar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[Halliday and Hasan, 1976] identify several types of cohesive devices, including:</a:t>
            </a:r>
          </a:p>
          <a:p>
            <a:pPr>
              <a:lnSpc>
                <a:spcPct val="115000"/>
              </a:lnSpc>
              <a:spcAft>
                <a:spcPts val="800"/>
              </a:spcAft>
              <a:tabLst>
                <a:tab pos="457200" algn="l"/>
              </a:tabLst>
            </a:pPr>
            <a:r>
              <a:rPr lang="en-US" sz="1800" b="1" kern="100" dirty="0">
                <a:effectLst/>
                <a:ea typeface="Aptos" panose="020B0004020202020204" pitchFamily="34" charset="0"/>
                <a:cs typeface="Times New Roman" panose="02020603050405020304" pitchFamily="18" charset="0"/>
              </a:rPr>
              <a:t>Reference:</a:t>
            </a:r>
            <a:r>
              <a:rPr lang="en-US" sz="1800" kern="100" dirty="0">
                <a:effectLst/>
                <a:ea typeface="Aptos" panose="020B0004020202020204" pitchFamily="34" charset="0"/>
                <a:cs typeface="Times New Roman" panose="02020603050405020304" pitchFamily="18" charset="0"/>
              </a:rPr>
              <a:t> using pronouns or other referring expressions to link parts of a text (“John went to the store. </a:t>
            </a:r>
            <a:r>
              <a:rPr lang="en-US" sz="1800" i="1" kern="100" dirty="0">
                <a:effectLst/>
                <a:ea typeface="Aptos" panose="020B0004020202020204" pitchFamily="34" charset="0"/>
                <a:cs typeface="Times New Roman" panose="02020603050405020304" pitchFamily="18" charset="0"/>
              </a:rPr>
              <a:t>He</a:t>
            </a:r>
            <a:r>
              <a:rPr lang="en-US" sz="1800" kern="100" dirty="0">
                <a:effectLst/>
                <a:ea typeface="Aptos" panose="020B0004020202020204" pitchFamily="34" charset="0"/>
                <a:cs typeface="Times New Roman" panose="02020603050405020304" pitchFamily="18" charset="0"/>
              </a:rPr>
              <a:t> bought some milk”)</a:t>
            </a:r>
          </a:p>
          <a:p>
            <a:pPr>
              <a:lnSpc>
                <a:spcPct val="115000"/>
              </a:lnSpc>
              <a:spcAft>
                <a:spcPts val="800"/>
              </a:spcAft>
              <a:tabLst>
                <a:tab pos="457200" algn="l"/>
              </a:tabLst>
            </a:pPr>
            <a:r>
              <a:rPr lang="en-US" sz="1800" b="1" kern="100" dirty="0">
                <a:effectLst/>
                <a:ea typeface="Aptos" panose="020B0004020202020204" pitchFamily="34" charset="0"/>
                <a:cs typeface="Times New Roman" panose="02020603050405020304" pitchFamily="18" charset="0"/>
              </a:rPr>
              <a:t>Substitution:</a:t>
            </a:r>
            <a:r>
              <a:rPr lang="en-US" sz="1800" kern="100" dirty="0">
                <a:effectLst/>
                <a:ea typeface="Aptos" panose="020B0004020202020204" pitchFamily="34" charset="0"/>
                <a:cs typeface="Times New Roman" panose="02020603050405020304" pitchFamily="18" charset="0"/>
              </a:rPr>
              <a:t> replacing a word or phrase with another word to avoid repetition (“I need a pen. Do you have </a:t>
            </a:r>
            <a:r>
              <a:rPr lang="en-US" sz="1800" i="1" kern="100" dirty="0">
                <a:effectLst/>
                <a:ea typeface="Aptos" panose="020B0004020202020204" pitchFamily="34" charset="0"/>
                <a:cs typeface="Times New Roman" panose="02020603050405020304" pitchFamily="18" charset="0"/>
              </a:rPr>
              <a:t>one</a:t>
            </a:r>
            <a:r>
              <a:rPr lang="en-US" sz="1800" kern="100" dirty="0">
                <a:effectLst/>
                <a:ea typeface="Aptos" panose="020B0004020202020204" pitchFamily="34" charset="0"/>
                <a:cs typeface="Times New Roman" panose="02020603050405020304" pitchFamily="18" charset="0"/>
              </a:rPr>
              <a:t>?”)</a:t>
            </a:r>
          </a:p>
          <a:p>
            <a:pPr>
              <a:lnSpc>
                <a:spcPct val="115000"/>
              </a:lnSpc>
              <a:spcAft>
                <a:spcPts val="800"/>
              </a:spcAft>
              <a:tabLst>
                <a:tab pos="457200" algn="l"/>
              </a:tabLst>
            </a:pPr>
            <a:r>
              <a:rPr lang="en-US" sz="1800" b="1" kern="100" dirty="0">
                <a:effectLst/>
                <a:ea typeface="Aptos" panose="020B0004020202020204" pitchFamily="34" charset="0"/>
                <a:cs typeface="Times New Roman" panose="02020603050405020304" pitchFamily="18" charset="0"/>
              </a:rPr>
              <a:t>Ellipsis:</a:t>
            </a:r>
            <a:r>
              <a:rPr lang="en-US" sz="1800" kern="100" dirty="0">
                <a:effectLst/>
                <a:ea typeface="Aptos" panose="020B0004020202020204" pitchFamily="34" charset="0"/>
                <a:cs typeface="Times New Roman" panose="02020603050405020304" pitchFamily="18" charset="0"/>
              </a:rPr>
              <a:t> omitting part of a sentence because it is understood from the context. “I’ll take the first bus, and you [take] the second.”</a:t>
            </a:r>
          </a:p>
          <a:p>
            <a:pPr>
              <a:lnSpc>
                <a:spcPct val="115000"/>
              </a:lnSpc>
              <a:spcAft>
                <a:spcPts val="800"/>
              </a:spcAft>
              <a:tabLst>
                <a:tab pos="457200" algn="l"/>
              </a:tabLst>
            </a:pPr>
            <a:r>
              <a:rPr lang="en-US" sz="1800" b="1" kern="100" dirty="0">
                <a:effectLst/>
                <a:ea typeface="Aptos" panose="020B0004020202020204" pitchFamily="34" charset="0"/>
                <a:cs typeface="Times New Roman" panose="02020603050405020304" pitchFamily="18" charset="0"/>
              </a:rPr>
              <a:t>Conjunction:</a:t>
            </a:r>
            <a:r>
              <a:rPr lang="en-US" sz="1800" kern="100" dirty="0">
                <a:effectLst/>
                <a:ea typeface="Aptos" panose="020B0004020202020204" pitchFamily="34" charset="0"/>
                <a:cs typeface="Times New Roman" panose="02020603050405020304" pitchFamily="18" charset="0"/>
              </a:rPr>
              <a:t> using linking words (such as “and”, “but”, “therefore”) to connect sentences or parts of sentences.</a:t>
            </a:r>
          </a:p>
          <a:p>
            <a:pPr>
              <a:lnSpc>
                <a:spcPct val="115000"/>
              </a:lnSpc>
              <a:spcAft>
                <a:spcPts val="800"/>
              </a:spcAft>
              <a:tabLst>
                <a:tab pos="457200" algn="l"/>
              </a:tabLst>
            </a:pPr>
            <a:r>
              <a:rPr lang="en-US" sz="1800" b="1" kern="100" dirty="0">
                <a:effectLst/>
                <a:ea typeface="Aptos" panose="020B0004020202020204" pitchFamily="34" charset="0"/>
                <a:cs typeface="Times New Roman" panose="02020603050405020304" pitchFamily="18" charset="0"/>
              </a:rPr>
              <a:t>Lexical Cohesion:</a:t>
            </a:r>
            <a:r>
              <a:rPr lang="en-US" sz="1800" kern="100" dirty="0">
                <a:effectLst/>
                <a:ea typeface="Aptos" panose="020B0004020202020204" pitchFamily="34" charset="0"/>
                <a:cs typeface="Times New Roman" panose="02020603050405020304" pitchFamily="18" charset="0"/>
              </a:rPr>
              <a:t> the repetition of words, synonyms, or related words to create connections between parts of the text. “The </a:t>
            </a:r>
            <a:r>
              <a:rPr lang="en-US" sz="1800" i="1" kern="100" dirty="0">
                <a:effectLst/>
                <a:ea typeface="Aptos" panose="020B0004020202020204" pitchFamily="34" charset="0"/>
                <a:cs typeface="Times New Roman" panose="02020603050405020304" pitchFamily="18" charset="0"/>
              </a:rPr>
              <a:t>cat</a:t>
            </a:r>
            <a:r>
              <a:rPr lang="en-US" sz="1800" kern="100" dirty="0">
                <a:effectLst/>
                <a:ea typeface="Aptos" panose="020B0004020202020204" pitchFamily="34" charset="0"/>
                <a:cs typeface="Times New Roman" panose="02020603050405020304" pitchFamily="18" charset="0"/>
              </a:rPr>
              <a:t> sat on the mat. The </a:t>
            </a:r>
            <a:r>
              <a:rPr lang="en-US" sz="1800" i="1" kern="100" dirty="0">
                <a:effectLst/>
                <a:ea typeface="Aptos" panose="020B0004020202020204" pitchFamily="34" charset="0"/>
                <a:cs typeface="Times New Roman" panose="02020603050405020304" pitchFamily="18" charset="0"/>
              </a:rPr>
              <a:t>feline</a:t>
            </a:r>
            <a:r>
              <a:rPr lang="en-US" sz="1800" kern="100" dirty="0">
                <a:effectLst/>
                <a:ea typeface="Aptos" panose="020B0004020202020204" pitchFamily="34" charset="0"/>
                <a:cs typeface="Times New Roman" panose="02020603050405020304" pitchFamily="18" charset="0"/>
              </a:rPr>
              <a:t> seemed content.”</a:t>
            </a:r>
          </a:p>
          <a:p>
            <a:endParaRPr lang="en-US" dirty="0"/>
          </a:p>
        </p:txBody>
      </p:sp>
      <p:sp>
        <p:nvSpPr>
          <p:cNvPr id="6" name="Slide Number Placeholder 5">
            <a:extLst>
              <a:ext uri="{FF2B5EF4-FFF2-40B4-BE49-F238E27FC236}">
                <a16:creationId xmlns:a16="http://schemas.microsoft.com/office/drawing/2014/main" id="{CBB539FB-3FB8-2398-BDC3-FFD4FE918745}"/>
              </a:ext>
            </a:extLst>
          </p:cNvPr>
          <p:cNvSpPr>
            <a:spLocks noGrp="1"/>
          </p:cNvSpPr>
          <p:nvPr>
            <p:ph type="sldNum" sz="quarter" idx="12"/>
          </p:nvPr>
        </p:nvSpPr>
        <p:spPr/>
        <p:txBody>
          <a:bodyPr/>
          <a:lstStyle/>
          <a:p>
            <a:fld id="{A65A5C87-DF58-40C8-B092-1DE63DB4547E}" type="slidenum">
              <a:rPr lang="en-US" smtClean="0"/>
              <a:t>8</a:t>
            </a:fld>
            <a:endParaRPr lang="en-US" dirty="0"/>
          </a:p>
        </p:txBody>
      </p:sp>
    </p:spTree>
    <p:extLst>
      <p:ext uri="{BB962C8B-B14F-4D97-AF65-F5344CB8AC3E}">
        <p14:creationId xmlns:p14="http://schemas.microsoft.com/office/powerpoint/2010/main" val="3189100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071E010-E143-33E8-979F-935316674BE4}"/>
              </a:ext>
            </a:extLst>
          </p:cNvPr>
          <p:cNvSpPr>
            <a:spLocks noGrp="1"/>
          </p:cNvSpPr>
          <p:nvPr>
            <p:ph type="title"/>
          </p:nvPr>
        </p:nvSpPr>
        <p:spPr/>
        <p:txBody>
          <a:bodyPr/>
          <a:lstStyle/>
          <a:p>
            <a:r>
              <a:rPr lang="en-US" dirty="0"/>
              <a:t>Conjunctions</a:t>
            </a:r>
          </a:p>
        </p:txBody>
      </p:sp>
      <p:sp>
        <p:nvSpPr>
          <p:cNvPr id="9" name="Content Placeholder 8">
            <a:extLst>
              <a:ext uri="{FF2B5EF4-FFF2-40B4-BE49-F238E27FC236}">
                <a16:creationId xmlns:a16="http://schemas.microsoft.com/office/drawing/2014/main" id="{68F0A5CD-8DDD-4C13-EB90-E757442B4EAF}"/>
              </a:ext>
            </a:extLst>
          </p:cNvPr>
          <p:cNvSpPr>
            <a:spLocks noGrp="1"/>
          </p:cNvSpPr>
          <p:nvPr>
            <p:ph idx="1"/>
          </p:nvPr>
        </p:nvSpPr>
        <p:spPr>
          <a:xfrm>
            <a:off x="1115568" y="2108718"/>
            <a:ext cx="10168128" cy="4329404"/>
          </a:xfrm>
        </p:spPr>
        <p:txBody>
          <a:bodyPr>
            <a:noAutofit/>
          </a:bodyPr>
          <a:lstStyle/>
          <a:p>
            <a:pPr marL="0" indent="0">
              <a:lnSpc>
                <a:spcPct val="115000"/>
              </a:lnSpc>
              <a:spcAft>
                <a:spcPts val="800"/>
              </a:spcAft>
              <a:buNone/>
            </a:pPr>
            <a:r>
              <a:rPr lang="en-US" sz="1600" b="1" kern="100" dirty="0">
                <a:effectLst/>
                <a:ea typeface="Aptos" panose="020B0004020202020204" pitchFamily="34" charset="0"/>
                <a:cs typeface="Times New Roman" panose="02020603050405020304" pitchFamily="18" charset="0"/>
              </a:rPr>
              <a:t>Conjunctions</a:t>
            </a:r>
            <a:r>
              <a:rPr lang="en-US" sz="1600" kern="100" dirty="0">
                <a:effectLst/>
                <a:ea typeface="Aptos" panose="020B0004020202020204" pitchFamily="34" charset="0"/>
                <a:cs typeface="Times New Roman" panose="02020603050405020304" pitchFamily="18" charset="0"/>
              </a:rPr>
              <a:t> are crucial for creating cohesion in a text because they explicitly signal the relationships between different parts of a text, guiding the reader through the logical structure of the argument.  [Halliday and Hasan, 1976] categorize conjunctions into several types based on the kind of relationship they establish between ideas:</a:t>
            </a:r>
          </a:p>
          <a:p>
            <a:pPr>
              <a:lnSpc>
                <a:spcPct val="115000"/>
              </a:lnSpc>
              <a:spcAft>
                <a:spcPts val="800"/>
              </a:spcAft>
              <a:tabLst>
                <a:tab pos="457200" algn="l"/>
              </a:tabLst>
            </a:pPr>
            <a:r>
              <a:rPr lang="en-US" sz="1600" b="1" kern="100" dirty="0">
                <a:effectLst/>
                <a:ea typeface="Aptos" panose="020B0004020202020204" pitchFamily="34" charset="0"/>
                <a:cs typeface="Times New Roman" panose="02020603050405020304" pitchFamily="18" charset="0"/>
              </a:rPr>
              <a:t>Additive</a:t>
            </a:r>
            <a:r>
              <a:rPr lang="en-US" sz="1600" kern="100" dirty="0">
                <a:effectLst/>
                <a:ea typeface="Aptos" panose="020B0004020202020204" pitchFamily="34" charset="0"/>
                <a:cs typeface="Times New Roman" panose="02020603050405020304" pitchFamily="18" charset="0"/>
              </a:rPr>
              <a:t> conjunctions add information or ideas. Examples: and, furthermore, moreover, in addition, besides (“She enjoys reading and writing.”)</a:t>
            </a:r>
          </a:p>
          <a:p>
            <a:pPr>
              <a:lnSpc>
                <a:spcPct val="115000"/>
              </a:lnSpc>
              <a:spcAft>
                <a:spcPts val="800"/>
              </a:spcAft>
              <a:tabLst>
                <a:tab pos="457200" algn="l"/>
              </a:tabLst>
            </a:pPr>
            <a:r>
              <a:rPr lang="en-US" sz="1600" b="1" kern="100" dirty="0">
                <a:effectLst/>
                <a:ea typeface="Aptos" panose="020B0004020202020204" pitchFamily="34" charset="0"/>
                <a:cs typeface="Times New Roman" panose="02020603050405020304" pitchFamily="18" charset="0"/>
              </a:rPr>
              <a:t>Adversative</a:t>
            </a:r>
            <a:r>
              <a:rPr lang="en-US" sz="1600" kern="100" dirty="0">
                <a:effectLst/>
                <a:ea typeface="Aptos" panose="020B0004020202020204" pitchFamily="34" charset="0"/>
                <a:cs typeface="Times New Roman" panose="02020603050405020304" pitchFamily="18" charset="0"/>
              </a:rPr>
              <a:t> conjunctions introduce a contrast or opposition between ideas. Examples: but, however, on the other hand, nevertheless, yet. (“The weather was terrible, but we decided to go hiking anyway.”)</a:t>
            </a:r>
          </a:p>
          <a:p>
            <a:pPr>
              <a:lnSpc>
                <a:spcPct val="115000"/>
              </a:lnSpc>
              <a:spcAft>
                <a:spcPts val="800"/>
              </a:spcAft>
              <a:tabLst>
                <a:tab pos="457200" algn="l"/>
              </a:tabLst>
            </a:pPr>
            <a:r>
              <a:rPr lang="en-US" sz="1600" b="1" kern="100" dirty="0">
                <a:effectLst/>
                <a:ea typeface="Aptos" panose="020B0004020202020204" pitchFamily="34" charset="0"/>
                <a:cs typeface="Times New Roman" panose="02020603050405020304" pitchFamily="18" charset="0"/>
              </a:rPr>
              <a:t>Causal</a:t>
            </a:r>
            <a:r>
              <a:rPr lang="en-US" sz="1600" kern="100" dirty="0">
                <a:effectLst/>
                <a:ea typeface="Aptos" panose="020B0004020202020204" pitchFamily="34" charset="0"/>
                <a:cs typeface="Times New Roman" panose="02020603050405020304" pitchFamily="18" charset="0"/>
              </a:rPr>
              <a:t> conjunctions express a cause-and-effect relationship. Examples: because, therefore, so, thus, consequently, hence. (“He studied hard for the exam, so he passed with high marks.”)</a:t>
            </a:r>
          </a:p>
          <a:p>
            <a:pPr>
              <a:lnSpc>
                <a:spcPct val="115000"/>
              </a:lnSpc>
              <a:spcAft>
                <a:spcPts val="800"/>
              </a:spcAft>
              <a:tabLst>
                <a:tab pos="457200" algn="l"/>
              </a:tabLst>
            </a:pPr>
            <a:r>
              <a:rPr lang="en-US" sz="1600" b="1" kern="100" dirty="0">
                <a:effectLst/>
                <a:ea typeface="Aptos" panose="020B0004020202020204" pitchFamily="34" charset="0"/>
                <a:cs typeface="Times New Roman" panose="02020603050405020304" pitchFamily="18" charset="0"/>
              </a:rPr>
              <a:t>Temporal</a:t>
            </a:r>
            <a:r>
              <a:rPr lang="en-US" sz="1600" kern="100" dirty="0">
                <a:effectLst/>
                <a:ea typeface="Aptos" panose="020B0004020202020204" pitchFamily="34" charset="0"/>
                <a:cs typeface="Times New Roman" panose="02020603050405020304" pitchFamily="18" charset="0"/>
              </a:rPr>
              <a:t> conjunctions indicate the timing or sequence of events. Examples: then, next, after that, before, meanwhile, finally. (“First, we went to the museum. Then, we had lunch.”)</a:t>
            </a:r>
            <a:endParaRPr lang="en-US" sz="1600" dirty="0"/>
          </a:p>
        </p:txBody>
      </p:sp>
      <p:sp>
        <p:nvSpPr>
          <p:cNvPr id="6" name="Slide Number Placeholder 5">
            <a:extLst>
              <a:ext uri="{FF2B5EF4-FFF2-40B4-BE49-F238E27FC236}">
                <a16:creationId xmlns:a16="http://schemas.microsoft.com/office/drawing/2014/main" id="{CBB539FB-3FB8-2398-BDC3-FFD4FE918745}"/>
              </a:ext>
            </a:extLst>
          </p:cNvPr>
          <p:cNvSpPr>
            <a:spLocks noGrp="1"/>
          </p:cNvSpPr>
          <p:nvPr>
            <p:ph type="sldNum" sz="quarter" idx="12"/>
          </p:nvPr>
        </p:nvSpPr>
        <p:spPr/>
        <p:txBody>
          <a:bodyPr/>
          <a:lstStyle/>
          <a:p>
            <a:fld id="{A65A5C87-DF58-40C8-B092-1DE63DB4547E}" type="slidenum">
              <a:rPr lang="en-US" smtClean="0"/>
              <a:t>9</a:t>
            </a:fld>
            <a:endParaRPr lang="en-US" dirty="0"/>
          </a:p>
        </p:txBody>
      </p:sp>
    </p:spTree>
    <p:extLst>
      <p:ext uri="{BB962C8B-B14F-4D97-AF65-F5344CB8AC3E}">
        <p14:creationId xmlns:p14="http://schemas.microsoft.com/office/powerpoint/2010/main" val="1251229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071E010-E143-33E8-979F-935316674BE4}"/>
              </a:ext>
            </a:extLst>
          </p:cNvPr>
          <p:cNvSpPr>
            <a:spLocks noGrp="1"/>
          </p:cNvSpPr>
          <p:nvPr>
            <p:ph type="title"/>
          </p:nvPr>
        </p:nvSpPr>
        <p:spPr/>
        <p:txBody>
          <a:bodyPr/>
          <a:lstStyle/>
          <a:p>
            <a:r>
              <a:rPr lang="en-US" dirty="0"/>
              <a:t>Linking Adverbials</a:t>
            </a:r>
          </a:p>
        </p:txBody>
      </p:sp>
      <p:sp>
        <p:nvSpPr>
          <p:cNvPr id="9" name="Content Placeholder 8">
            <a:extLst>
              <a:ext uri="{FF2B5EF4-FFF2-40B4-BE49-F238E27FC236}">
                <a16:creationId xmlns:a16="http://schemas.microsoft.com/office/drawing/2014/main" id="{68F0A5CD-8DDD-4C13-EB90-E757442B4EAF}"/>
              </a:ext>
            </a:extLst>
          </p:cNvPr>
          <p:cNvSpPr>
            <a:spLocks noGrp="1"/>
          </p:cNvSpPr>
          <p:nvPr>
            <p:ph idx="1"/>
          </p:nvPr>
        </p:nvSpPr>
        <p:spPr>
          <a:xfrm>
            <a:off x="1115568" y="2127380"/>
            <a:ext cx="10168128" cy="4044820"/>
          </a:xfrm>
        </p:spPr>
        <p:txBody>
          <a:bodyPr>
            <a:normAutofit/>
          </a:bodyPr>
          <a:lstStyle/>
          <a:p>
            <a:pPr marL="0" indent="0">
              <a:lnSpc>
                <a:spcPct val="115000"/>
              </a:lnSpc>
              <a:spcAft>
                <a:spcPts val="800"/>
              </a:spcAft>
              <a:buNone/>
            </a:pPr>
            <a:r>
              <a:rPr lang="en-US" sz="1600" b="1" kern="100" dirty="0" err="1">
                <a:effectLst/>
                <a:ea typeface="Aptos" panose="020B0004020202020204" pitchFamily="34" charset="0"/>
                <a:cs typeface="Times New Roman" panose="02020603050405020304" pitchFamily="18" charset="0"/>
              </a:rPr>
              <a:t>Biber</a:t>
            </a:r>
            <a:r>
              <a:rPr lang="en-US" sz="1600" kern="100" dirty="0">
                <a:effectLst/>
                <a:ea typeface="Aptos" panose="020B0004020202020204" pitchFamily="34" charset="0"/>
                <a:cs typeface="Times New Roman" panose="02020603050405020304" pitchFamily="18" charset="0"/>
              </a:rPr>
              <a:t> uses the term </a:t>
            </a:r>
            <a:r>
              <a:rPr lang="en-US" sz="1600" b="1" kern="100" dirty="0">
                <a:effectLst/>
                <a:ea typeface="Aptos" panose="020B0004020202020204" pitchFamily="34" charset="0"/>
                <a:cs typeface="Times New Roman" panose="02020603050405020304" pitchFamily="18" charset="0"/>
              </a:rPr>
              <a:t>"linking adverbials" </a:t>
            </a:r>
            <a:r>
              <a:rPr lang="en-US" sz="1600" kern="100" dirty="0">
                <a:effectLst/>
                <a:ea typeface="Aptos" panose="020B0004020202020204" pitchFamily="34" charset="0"/>
                <a:cs typeface="Times New Roman" panose="02020603050405020304" pitchFamily="18" charset="0"/>
              </a:rPr>
              <a:t>to describe words or phrases that function similarly to Halliday's conjunctions [</a:t>
            </a:r>
            <a:r>
              <a:rPr lang="en-US" sz="1600" kern="100" dirty="0" err="1">
                <a:effectLst/>
                <a:ea typeface="Aptos" panose="020B0004020202020204" pitchFamily="34" charset="0"/>
                <a:cs typeface="Times New Roman" panose="02020603050405020304" pitchFamily="18" charset="0"/>
              </a:rPr>
              <a:t>Biber</a:t>
            </a:r>
            <a:r>
              <a:rPr lang="en-US" sz="1600" kern="100" dirty="0">
                <a:effectLst/>
                <a:ea typeface="Aptos" panose="020B0004020202020204" pitchFamily="34" charset="0"/>
                <a:cs typeface="Times New Roman" panose="02020603050405020304" pitchFamily="18" charset="0"/>
              </a:rPr>
              <a:t> et al., 1999, pp 765, 875]:</a:t>
            </a:r>
          </a:p>
          <a:p>
            <a:pPr>
              <a:lnSpc>
                <a:spcPct val="115000"/>
              </a:lnSpc>
              <a:spcAft>
                <a:spcPts val="800"/>
              </a:spcAft>
              <a:tabLst>
                <a:tab pos="457200" algn="l"/>
              </a:tabLst>
            </a:pPr>
            <a:r>
              <a:rPr lang="en-US" sz="1600" kern="100" dirty="0">
                <a:effectLst/>
                <a:ea typeface="Aptos" panose="020B0004020202020204" pitchFamily="34" charset="0"/>
                <a:cs typeface="Times New Roman" panose="02020603050405020304" pitchFamily="18" charset="0"/>
              </a:rPr>
              <a:t>“those adverbials that serve to connect two stretches of discourse”</a:t>
            </a:r>
          </a:p>
          <a:p>
            <a:pPr>
              <a:lnSpc>
                <a:spcPct val="115000"/>
              </a:lnSpc>
              <a:spcAft>
                <a:spcPts val="800"/>
              </a:spcAft>
              <a:tabLst>
                <a:tab pos="457200" algn="l"/>
              </a:tabLst>
            </a:pPr>
            <a:r>
              <a:rPr lang="en-US" sz="1600" kern="100" dirty="0">
                <a:effectLst/>
                <a:ea typeface="Aptos" panose="020B0004020202020204" pitchFamily="34" charset="0"/>
                <a:cs typeface="Times New Roman" panose="02020603050405020304" pitchFamily="18" charset="0"/>
              </a:rPr>
              <a:t>they “make explicit the relationship between two units of discourse” and are therefore “important devices for creating textual cohesion”</a:t>
            </a:r>
          </a:p>
          <a:p>
            <a:pPr>
              <a:lnSpc>
                <a:spcPct val="115000"/>
              </a:lnSpc>
              <a:spcAft>
                <a:spcPts val="800"/>
              </a:spcAft>
              <a:tabLst>
                <a:tab pos="457200" algn="l"/>
              </a:tabLst>
            </a:pPr>
            <a:r>
              <a:rPr lang="en-US" sz="1600" kern="100" dirty="0">
                <a:effectLst/>
                <a:ea typeface="Aptos" panose="020B0004020202020204" pitchFamily="34" charset="0"/>
                <a:cs typeface="Times New Roman" panose="02020603050405020304" pitchFamily="18" charset="0"/>
              </a:rPr>
              <a:t>their main function is “to state the speaker/writer's perception of the relationship between two units of discourse” and “to make semantic connections between spans of discourse of varying length”</a:t>
            </a:r>
          </a:p>
          <a:p>
            <a:pPr marL="0" indent="0">
              <a:lnSpc>
                <a:spcPct val="115000"/>
              </a:lnSpc>
              <a:spcAft>
                <a:spcPts val="800"/>
              </a:spcAft>
              <a:buNone/>
            </a:pPr>
            <a:r>
              <a:rPr lang="en-US" sz="1600" kern="100" dirty="0" err="1">
                <a:effectLst/>
                <a:ea typeface="Aptos" panose="020B0004020202020204" pitchFamily="34" charset="0"/>
                <a:cs typeface="Times New Roman" panose="02020603050405020304" pitchFamily="18" charset="0"/>
              </a:rPr>
              <a:t>Biber’s</a:t>
            </a:r>
            <a:r>
              <a:rPr lang="en-US" sz="1600" kern="100" dirty="0">
                <a:effectLst/>
                <a:ea typeface="Aptos" panose="020B0004020202020204" pitchFamily="34" charset="0"/>
                <a:cs typeface="Times New Roman" panose="02020603050405020304" pitchFamily="18" charset="0"/>
              </a:rPr>
              <a:t> classification of linking adverbials is based on the corpus analysis of how these adverbials function in actual usage.</a:t>
            </a:r>
          </a:p>
          <a:p>
            <a:endParaRPr lang="en-US" dirty="0"/>
          </a:p>
        </p:txBody>
      </p:sp>
      <p:sp>
        <p:nvSpPr>
          <p:cNvPr id="6" name="Slide Number Placeholder 5">
            <a:extLst>
              <a:ext uri="{FF2B5EF4-FFF2-40B4-BE49-F238E27FC236}">
                <a16:creationId xmlns:a16="http://schemas.microsoft.com/office/drawing/2014/main" id="{CBB539FB-3FB8-2398-BDC3-FFD4FE918745}"/>
              </a:ext>
            </a:extLst>
          </p:cNvPr>
          <p:cNvSpPr>
            <a:spLocks noGrp="1"/>
          </p:cNvSpPr>
          <p:nvPr>
            <p:ph type="sldNum" sz="quarter" idx="12"/>
          </p:nvPr>
        </p:nvSpPr>
        <p:spPr/>
        <p:txBody>
          <a:bodyPr/>
          <a:lstStyle/>
          <a:p>
            <a:fld id="{A65A5C87-DF58-40C8-B092-1DE63DB4547E}" type="slidenum">
              <a:rPr lang="en-US" smtClean="0"/>
              <a:t>10</a:t>
            </a:fld>
            <a:endParaRPr lang="en-US" dirty="0"/>
          </a:p>
        </p:txBody>
      </p:sp>
    </p:spTree>
    <p:extLst>
      <p:ext uri="{BB962C8B-B14F-4D97-AF65-F5344CB8AC3E}">
        <p14:creationId xmlns:p14="http://schemas.microsoft.com/office/powerpoint/2010/main" val="1719364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071E010-E143-33E8-979F-935316674BE4}"/>
              </a:ext>
            </a:extLst>
          </p:cNvPr>
          <p:cNvSpPr>
            <a:spLocks noGrp="1"/>
          </p:cNvSpPr>
          <p:nvPr>
            <p:ph type="title"/>
          </p:nvPr>
        </p:nvSpPr>
        <p:spPr/>
        <p:txBody>
          <a:bodyPr>
            <a:normAutofit fontScale="90000"/>
          </a:bodyPr>
          <a:lstStyle/>
          <a:p>
            <a:r>
              <a:rPr lang="en-US" dirty="0"/>
              <a:t>Comparison between conjunctions and linking adverbials</a:t>
            </a:r>
          </a:p>
        </p:txBody>
      </p:sp>
      <p:sp>
        <p:nvSpPr>
          <p:cNvPr id="9" name="Content Placeholder 8">
            <a:extLst>
              <a:ext uri="{FF2B5EF4-FFF2-40B4-BE49-F238E27FC236}">
                <a16:creationId xmlns:a16="http://schemas.microsoft.com/office/drawing/2014/main" id="{68F0A5CD-8DDD-4C13-EB90-E757442B4EAF}"/>
              </a:ext>
            </a:extLst>
          </p:cNvPr>
          <p:cNvSpPr>
            <a:spLocks noGrp="1"/>
          </p:cNvSpPr>
          <p:nvPr>
            <p:ph idx="1"/>
          </p:nvPr>
        </p:nvSpPr>
        <p:spPr>
          <a:xfrm>
            <a:off x="1115568" y="2062065"/>
            <a:ext cx="10168128" cy="4110135"/>
          </a:xfrm>
        </p:spPr>
        <p:txBody>
          <a:bodyPr>
            <a:noAutofit/>
          </a:bodyPr>
          <a:lstStyle/>
          <a:p>
            <a:pPr marL="0" indent="0">
              <a:lnSpc>
                <a:spcPct val="115000"/>
              </a:lnSpc>
              <a:spcAft>
                <a:spcPts val="800"/>
              </a:spcAft>
              <a:buNone/>
            </a:pPr>
            <a:r>
              <a:rPr lang="en-US" sz="1600" b="1" kern="100" dirty="0">
                <a:effectLst/>
                <a:ea typeface="Aptos" panose="020B0004020202020204" pitchFamily="34" charset="0"/>
                <a:cs typeface="Times New Roman" panose="02020603050405020304" pitchFamily="18" charset="0"/>
              </a:rPr>
              <a:t>Analogies</a:t>
            </a:r>
            <a:r>
              <a:rPr lang="en-US" sz="1600" kern="100" dirty="0">
                <a:effectLst/>
                <a:ea typeface="Aptos" panose="020B0004020202020204" pitchFamily="34" charset="0"/>
                <a:cs typeface="Times New Roman" panose="02020603050405020304" pitchFamily="18" charset="0"/>
              </a:rPr>
              <a:t>:  </a:t>
            </a:r>
          </a:p>
          <a:p>
            <a:pPr>
              <a:lnSpc>
                <a:spcPct val="115000"/>
              </a:lnSpc>
              <a:spcAft>
                <a:spcPts val="800"/>
              </a:spcAft>
            </a:pPr>
            <a:r>
              <a:rPr lang="en-US" sz="1600" kern="100" dirty="0">
                <a:effectLst/>
                <a:ea typeface="Aptos" panose="020B0004020202020204" pitchFamily="34" charset="0"/>
                <a:cs typeface="Times New Roman" panose="02020603050405020304" pitchFamily="18" charset="0"/>
              </a:rPr>
              <a:t>both classifications deal with how ideas are connected in discourse, with significant analogies in their functional categories (e.</a:t>
            </a:r>
            <a:r>
              <a:rPr lang="en-US" sz="1600" kern="100">
                <a:effectLst/>
                <a:ea typeface="Aptos" panose="020B0004020202020204" pitchFamily="34" charset="0"/>
                <a:cs typeface="Times New Roman" panose="02020603050405020304" pitchFamily="18" charset="0"/>
              </a:rPr>
              <a:t>g. </a:t>
            </a:r>
            <a:r>
              <a:rPr lang="en-US" sz="1600" kern="100" dirty="0">
                <a:effectLst/>
                <a:ea typeface="Aptos" panose="020B0004020202020204" pitchFamily="34" charset="0"/>
                <a:cs typeface="Times New Roman" panose="02020603050405020304" pitchFamily="18" charset="0"/>
              </a:rPr>
              <a:t>additive, adversative, …).</a:t>
            </a:r>
          </a:p>
          <a:p>
            <a:pPr marL="0" indent="0">
              <a:lnSpc>
                <a:spcPct val="115000"/>
              </a:lnSpc>
              <a:spcAft>
                <a:spcPts val="800"/>
              </a:spcAft>
              <a:buNone/>
            </a:pPr>
            <a:r>
              <a:rPr lang="en-US" sz="1600" b="1" kern="100" dirty="0">
                <a:effectLst/>
                <a:ea typeface="Aptos" panose="020B0004020202020204" pitchFamily="34" charset="0"/>
                <a:cs typeface="Times New Roman" panose="02020603050405020304" pitchFamily="18" charset="0"/>
              </a:rPr>
              <a:t>Differences:</a:t>
            </a:r>
            <a:endParaRPr lang="en-US" sz="1600" kern="100" dirty="0">
              <a:effectLst/>
              <a:ea typeface="Aptos" panose="020B0004020202020204" pitchFamily="34" charset="0"/>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tabLst>
                <a:tab pos="457200" algn="l"/>
              </a:tabLst>
            </a:pPr>
            <a:r>
              <a:rPr lang="en-US" sz="1600" kern="100" dirty="0" err="1">
                <a:effectLst/>
                <a:ea typeface="Aptos" panose="020B0004020202020204" pitchFamily="34" charset="0"/>
                <a:cs typeface="Times New Roman" panose="02020603050405020304" pitchFamily="18" charset="0"/>
              </a:rPr>
              <a:t>Biber</a:t>
            </a:r>
            <a:r>
              <a:rPr lang="en-US" sz="1600" kern="100" dirty="0">
                <a:effectLst/>
                <a:ea typeface="Aptos" panose="020B0004020202020204" pitchFamily="34" charset="0"/>
                <a:cs typeface="Times New Roman" panose="02020603050405020304" pitchFamily="18" charset="0"/>
              </a:rPr>
              <a:t> uses the term "linking adverbials" to emphasize their role as standalone elements (usually at the beginning of a sentence or clause), while Halliday talks about "conjunctions" more broadly, including within-clause connections.</a:t>
            </a:r>
          </a:p>
          <a:p>
            <a:pPr marL="342900" lvl="0" indent="-342900">
              <a:lnSpc>
                <a:spcPct val="115000"/>
              </a:lnSpc>
              <a:spcAft>
                <a:spcPts val="800"/>
              </a:spcAft>
              <a:buFont typeface="Arial" panose="020B0604020202020204" pitchFamily="34" charset="0"/>
              <a:buChar char="•"/>
              <a:tabLst>
                <a:tab pos="457200" algn="l"/>
              </a:tabLst>
            </a:pPr>
            <a:r>
              <a:rPr lang="en-US" sz="1600" kern="100" dirty="0" err="1">
                <a:effectLst/>
                <a:ea typeface="Aptos" panose="020B0004020202020204" pitchFamily="34" charset="0"/>
                <a:cs typeface="Times New Roman" panose="02020603050405020304" pitchFamily="18" charset="0"/>
              </a:rPr>
              <a:t>Biber</a:t>
            </a:r>
            <a:r>
              <a:rPr lang="en-US" sz="1600" kern="100" dirty="0">
                <a:effectLst/>
                <a:ea typeface="Aptos" panose="020B0004020202020204" pitchFamily="34" charset="0"/>
                <a:cs typeface="Times New Roman" panose="02020603050405020304" pitchFamily="18" charset="0"/>
              </a:rPr>
              <a:t> addresses the issue of the meaning of linking adverbials: they should be viewed as meaning markers that contribute to discourse cohesion by indicating how the reader should interpret information that follows in light of what has preceded it.</a:t>
            </a:r>
            <a:endParaRPr lang="en-US" sz="1600" dirty="0"/>
          </a:p>
        </p:txBody>
      </p:sp>
      <p:sp>
        <p:nvSpPr>
          <p:cNvPr id="6" name="Slide Number Placeholder 5">
            <a:extLst>
              <a:ext uri="{FF2B5EF4-FFF2-40B4-BE49-F238E27FC236}">
                <a16:creationId xmlns:a16="http://schemas.microsoft.com/office/drawing/2014/main" id="{CBB539FB-3FB8-2398-BDC3-FFD4FE918745}"/>
              </a:ext>
            </a:extLst>
          </p:cNvPr>
          <p:cNvSpPr>
            <a:spLocks noGrp="1"/>
          </p:cNvSpPr>
          <p:nvPr>
            <p:ph type="sldNum" sz="quarter" idx="12"/>
          </p:nvPr>
        </p:nvSpPr>
        <p:spPr/>
        <p:txBody>
          <a:bodyPr/>
          <a:lstStyle/>
          <a:p>
            <a:fld id="{A65A5C87-DF58-40C8-B092-1DE63DB4547E}" type="slidenum">
              <a:rPr lang="en-US" smtClean="0"/>
              <a:t>11</a:t>
            </a:fld>
            <a:endParaRPr lang="en-US" dirty="0"/>
          </a:p>
        </p:txBody>
      </p:sp>
    </p:spTree>
    <p:extLst>
      <p:ext uri="{BB962C8B-B14F-4D97-AF65-F5344CB8AC3E}">
        <p14:creationId xmlns:p14="http://schemas.microsoft.com/office/powerpoint/2010/main" val="46506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D2F9CD5-9CA5-E0D1-2645-A9DF8289599C}"/>
              </a:ext>
            </a:extLst>
          </p:cNvPr>
          <p:cNvSpPr>
            <a:spLocks noGrp="1"/>
          </p:cNvSpPr>
          <p:nvPr>
            <p:ph type="title"/>
          </p:nvPr>
        </p:nvSpPr>
        <p:spPr/>
        <p:txBody>
          <a:bodyPr/>
          <a:lstStyle/>
          <a:p>
            <a:r>
              <a:rPr lang="en-US" dirty="0"/>
              <a:t>Classification of Linking Adverbials</a:t>
            </a:r>
          </a:p>
        </p:txBody>
      </p:sp>
      <p:graphicFrame>
        <p:nvGraphicFramePr>
          <p:cNvPr id="16" name="Content Placeholder 15">
            <a:extLst>
              <a:ext uri="{FF2B5EF4-FFF2-40B4-BE49-F238E27FC236}">
                <a16:creationId xmlns:a16="http://schemas.microsoft.com/office/drawing/2014/main" id="{B422470B-CA1B-63FC-359A-71F4380F3784}"/>
              </a:ext>
            </a:extLst>
          </p:cNvPr>
          <p:cNvGraphicFramePr>
            <a:graphicFrameLocks noGrp="1"/>
          </p:cNvGraphicFramePr>
          <p:nvPr>
            <p:ph idx="1"/>
            <p:extLst>
              <p:ext uri="{D42A27DB-BD31-4B8C-83A1-F6EECF244321}">
                <p14:modId xmlns:p14="http://schemas.microsoft.com/office/powerpoint/2010/main" val="489694560"/>
              </p:ext>
            </p:extLst>
          </p:nvPr>
        </p:nvGraphicFramePr>
        <p:xfrm>
          <a:off x="1012158" y="2072401"/>
          <a:ext cx="10167684" cy="4354174"/>
        </p:xfrm>
        <a:graphic>
          <a:graphicData uri="http://schemas.openxmlformats.org/drawingml/2006/table">
            <a:tbl>
              <a:tblPr firstRow="1" bandRow="1">
                <a:tableStyleId>{5C22544A-7EE6-4342-B048-85BDC9FD1C3A}</a:tableStyleId>
              </a:tblPr>
              <a:tblGrid>
                <a:gridCol w="1281955">
                  <a:extLst>
                    <a:ext uri="{9D8B030D-6E8A-4147-A177-3AD203B41FA5}">
                      <a16:colId xmlns:a16="http://schemas.microsoft.com/office/drawing/2014/main" val="501081190"/>
                    </a:ext>
                  </a:extLst>
                </a:gridCol>
                <a:gridCol w="5607698">
                  <a:extLst>
                    <a:ext uri="{9D8B030D-6E8A-4147-A177-3AD203B41FA5}">
                      <a16:colId xmlns:a16="http://schemas.microsoft.com/office/drawing/2014/main" val="508871910"/>
                    </a:ext>
                  </a:extLst>
                </a:gridCol>
                <a:gridCol w="3278031">
                  <a:extLst>
                    <a:ext uri="{9D8B030D-6E8A-4147-A177-3AD203B41FA5}">
                      <a16:colId xmlns:a16="http://schemas.microsoft.com/office/drawing/2014/main" val="2234629449"/>
                    </a:ext>
                  </a:extLst>
                </a:gridCol>
              </a:tblGrid>
              <a:tr h="391963">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Category</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Function</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Examples</a:t>
                      </a:r>
                      <a:endParaRPr lang="en-US" sz="1400" kern="100" dirty="0">
                        <a:effectLst/>
                        <a:latin typeface="+mn-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1790566249"/>
                  </a:ext>
                </a:extLst>
              </a:tr>
              <a:tr h="1099278">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Enumeration and Addition </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marL="342900" lvl="0" indent="-342900">
                        <a:lnSpc>
                          <a:spcPct val="115000"/>
                        </a:lnSpc>
                        <a:spcAft>
                          <a:spcPts val="800"/>
                        </a:spcAft>
                        <a:buFont typeface="Arial" panose="020B0604020202020204" pitchFamily="34" charset="0"/>
                        <a:buChar char="•"/>
                        <a:tabLst>
                          <a:tab pos="457200" algn="l"/>
                        </a:tabLst>
                      </a:pPr>
                      <a:r>
                        <a:rPr lang="en-US" sz="1400" kern="100">
                          <a:solidFill>
                            <a:srgbClr val="000000"/>
                          </a:solidFill>
                          <a:effectLst/>
                          <a:latin typeface="+mn-lt"/>
                          <a:ea typeface="Aptos" panose="020B0004020202020204" pitchFamily="34" charset="0"/>
                          <a:cs typeface="Times New Roman" panose="02020603050405020304" pitchFamily="18" charset="0"/>
                        </a:rPr>
                        <a:t>enumeration</a:t>
                      </a:r>
                      <a:r>
                        <a:rPr lang="en-US" sz="1400" b="1" kern="100">
                          <a:solidFill>
                            <a:srgbClr val="000000"/>
                          </a:solidFill>
                          <a:effectLst/>
                          <a:latin typeface="+mn-lt"/>
                          <a:ea typeface="Aptos" panose="020B0004020202020204" pitchFamily="34" charset="0"/>
                          <a:cs typeface="Times New Roman" panose="02020603050405020304" pitchFamily="18" charset="0"/>
                        </a:rPr>
                        <a:t> </a:t>
                      </a:r>
                      <a:r>
                        <a:rPr lang="en-US" sz="1400" kern="100">
                          <a:solidFill>
                            <a:srgbClr val="000000"/>
                          </a:solidFill>
                          <a:effectLst/>
                          <a:latin typeface="+mn-lt"/>
                          <a:ea typeface="Aptos" panose="020B0004020202020204" pitchFamily="34" charset="0"/>
                          <a:cs typeface="Times New Roman" panose="02020603050405020304" pitchFamily="18" charset="0"/>
                        </a:rPr>
                        <a:t>of pieces of information in an order chosen by the speaker/writer </a:t>
                      </a:r>
                      <a:endParaRPr lang="en-US" sz="1400" kern="100">
                        <a:effectLst/>
                        <a:latin typeface="+mn-lt"/>
                        <a:ea typeface="Aptos" panose="020B0004020202020204" pitchFamily="34" charset="0"/>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tabLst>
                          <a:tab pos="457200" algn="l"/>
                        </a:tabLst>
                      </a:pPr>
                      <a:r>
                        <a:rPr lang="en-US" sz="1400" kern="100">
                          <a:solidFill>
                            <a:srgbClr val="000000"/>
                          </a:solidFill>
                          <a:effectLst/>
                          <a:latin typeface="+mn-lt"/>
                          <a:ea typeface="Aptos" panose="020B0004020202020204" pitchFamily="34" charset="0"/>
                          <a:cs typeface="Times New Roman" panose="02020603050405020304" pitchFamily="18" charset="0"/>
                        </a:rPr>
                        <a:t>addition</a:t>
                      </a:r>
                      <a:r>
                        <a:rPr lang="en-US" sz="1400" b="1" kern="100">
                          <a:solidFill>
                            <a:srgbClr val="000000"/>
                          </a:solidFill>
                          <a:effectLst/>
                          <a:latin typeface="+mn-lt"/>
                          <a:ea typeface="Aptos" panose="020B0004020202020204" pitchFamily="34" charset="0"/>
                          <a:cs typeface="Times New Roman" panose="02020603050405020304" pitchFamily="18" charset="0"/>
                        </a:rPr>
                        <a:t> </a:t>
                      </a:r>
                      <a:r>
                        <a:rPr lang="en-US" sz="1400" kern="100">
                          <a:solidFill>
                            <a:srgbClr val="000000"/>
                          </a:solidFill>
                          <a:effectLst/>
                          <a:latin typeface="+mn-lt"/>
                          <a:ea typeface="Aptos" panose="020B0004020202020204" pitchFamily="34" charset="0"/>
                          <a:cs typeface="Times New Roman" panose="02020603050405020304" pitchFamily="18" charset="0"/>
                        </a:rPr>
                        <a:t>of items of discourse to one another </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enumeration: first(</a:t>
                      </a:r>
                      <a:r>
                        <a:rPr lang="en-US" sz="1400" kern="100" dirty="0" err="1">
                          <a:solidFill>
                            <a:srgbClr val="000000"/>
                          </a:solidFill>
                          <a:effectLst/>
                          <a:latin typeface="+mn-lt"/>
                          <a:ea typeface="Aptos" panose="020B0004020202020204" pitchFamily="34" charset="0"/>
                          <a:cs typeface="Times New Roman" panose="02020603050405020304" pitchFamily="18" charset="0"/>
                        </a:rPr>
                        <a:t>ly</a:t>
                      </a:r>
                      <a:r>
                        <a:rPr lang="en-US" sz="1400" kern="100" dirty="0">
                          <a:solidFill>
                            <a:srgbClr val="000000"/>
                          </a:solidFill>
                          <a:effectLst/>
                          <a:latin typeface="+mn-lt"/>
                          <a:ea typeface="Aptos" panose="020B0004020202020204" pitchFamily="34" charset="0"/>
                          <a:cs typeface="Times New Roman" panose="02020603050405020304" pitchFamily="18" charset="0"/>
                        </a:rPr>
                        <a:t>), second(</a:t>
                      </a:r>
                      <a:r>
                        <a:rPr lang="en-US" sz="1400" kern="100" dirty="0" err="1">
                          <a:solidFill>
                            <a:srgbClr val="000000"/>
                          </a:solidFill>
                          <a:effectLst/>
                          <a:latin typeface="+mn-lt"/>
                          <a:ea typeface="Aptos" panose="020B0004020202020204" pitchFamily="34" charset="0"/>
                          <a:cs typeface="Times New Roman" panose="02020603050405020304" pitchFamily="18" charset="0"/>
                        </a:rPr>
                        <a:t>ly</a:t>
                      </a:r>
                      <a:r>
                        <a:rPr lang="en-US" sz="1400" kern="100" dirty="0">
                          <a:solidFill>
                            <a:srgbClr val="000000"/>
                          </a:solidFill>
                          <a:effectLst/>
                          <a:latin typeface="+mn-lt"/>
                          <a:ea typeface="Aptos" panose="020B0004020202020204" pitchFamily="34" charset="0"/>
                          <a:cs typeface="Times New Roman" panose="02020603050405020304" pitchFamily="18" charset="0"/>
                        </a:rPr>
                        <a:t>), next,  first of all </a:t>
                      </a:r>
                      <a:endParaRPr lang="en-US" sz="1400" kern="100" dirty="0">
                        <a:effectLst/>
                        <a:latin typeface="+mn-lt"/>
                        <a:ea typeface="Aptos" panose="020B0004020202020204" pitchFamily="34" charset="0"/>
                        <a:cs typeface="Times New Roman" panose="02020603050405020304" pitchFamily="18" charset="0"/>
                      </a:endParaRPr>
                    </a:p>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addition: in addition, similarly, also, furthermore, likewise, moreover </a:t>
                      </a:r>
                      <a:endParaRPr lang="en-US" sz="1400" kern="100" dirty="0">
                        <a:effectLst/>
                        <a:latin typeface="+mn-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1609600190"/>
                  </a:ext>
                </a:extLst>
              </a:tr>
              <a:tr h="536579">
                <a:tc>
                  <a:txBody>
                    <a:bodyPr/>
                    <a:lstStyle/>
                    <a:p>
                      <a:pPr>
                        <a:lnSpc>
                          <a:spcPct val="115000"/>
                        </a:lnSpc>
                        <a:spcAft>
                          <a:spcPts val="800"/>
                        </a:spcAft>
                      </a:pPr>
                      <a:r>
                        <a:rPr lang="en-US" sz="1400" kern="100">
                          <a:solidFill>
                            <a:srgbClr val="000000"/>
                          </a:solidFill>
                          <a:effectLst/>
                          <a:latin typeface="+mn-lt"/>
                          <a:ea typeface="Aptos" panose="020B0004020202020204" pitchFamily="34" charset="0"/>
                          <a:cs typeface="Times New Roman" panose="02020603050405020304" pitchFamily="18" charset="0"/>
                        </a:rPr>
                        <a:t>Summation</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a:solidFill>
                            <a:srgbClr val="000000"/>
                          </a:solidFill>
                          <a:effectLst/>
                          <a:latin typeface="+mn-lt"/>
                          <a:ea typeface="Aptos" panose="020B0004020202020204" pitchFamily="34" charset="0"/>
                          <a:cs typeface="Times New Roman" panose="02020603050405020304" pitchFamily="18" charset="0"/>
                        </a:rPr>
                        <a:t>show that the unit of discourse is intended to conclude or sum up the information in the preceding discourse </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in sum, to conclude, all in all, in conclusion, overall, to summarize </a:t>
                      </a:r>
                      <a:endParaRPr lang="en-US" sz="1400" kern="100" dirty="0">
                        <a:effectLst/>
                        <a:latin typeface="+mn-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625822904"/>
                  </a:ext>
                </a:extLst>
              </a:tr>
              <a:tr h="2128158">
                <a:tc>
                  <a:txBody>
                    <a:bodyPr/>
                    <a:lstStyle/>
                    <a:p>
                      <a:pPr>
                        <a:lnSpc>
                          <a:spcPct val="115000"/>
                        </a:lnSpc>
                        <a:spcAft>
                          <a:spcPts val="800"/>
                        </a:spcAft>
                      </a:pPr>
                      <a:r>
                        <a:rPr lang="en-US" sz="1400" kern="100">
                          <a:solidFill>
                            <a:srgbClr val="000000"/>
                          </a:solidFill>
                          <a:effectLst/>
                          <a:latin typeface="+mn-lt"/>
                          <a:ea typeface="Aptos" panose="020B0004020202020204" pitchFamily="34" charset="0"/>
                          <a:cs typeface="Times New Roman" panose="02020603050405020304" pitchFamily="18" charset="0"/>
                        </a:rPr>
                        <a:t>Apposition</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a:solidFill>
                            <a:srgbClr val="000000"/>
                          </a:solidFill>
                          <a:effectLst/>
                          <a:latin typeface="+mn-lt"/>
                          <a:ea typeface="Aptos" panose="020B0004020202020204" pitchFamily="34" charset="0"/>
                          <a:cs typeface="Times New Roman" panose="02020603050405020304" pitchFamily="18" charset="0"/>
                        </a:rPr>
                        <a:t>show that the second unit of text is to be treated either as equivalent to or included in the preceding unit; the second unit can be a </a:t>
                      </a:r>
                      <a:endParaRPr lang="en-US" sz="1400" kern="100">
                        <a:effectLst/>
                        <a:latin typeface="+mn-lt"/>
                        <a:ea typeface="Aptos" panose="020B0004020202020204" pitchFamily="34" charset="0"/>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tabLst>
                          <a:tab pos="457200" algn="l"/>
                        </a:tabLst>
                      </a:pPr>
                      <a:r>
                        <a:rPr lang="en-US" sz="1400" kern="100">
                          <a:solidFill>
                            <a:srgbClr val="000000"/>
                          </a:solidFill>
                          <a:effectLst/>
                          <a:latin typeface="+mn-lt"/>
                          <a:ea typeface="Aptos" panose="020B0004020202020204" pitchFamily="34" charset="0"/>
                          <a:cs typeface="Times New Roman" panose="02020603050405020304" pitchFamily="18" charset="0"/>
                        </a:rPr>
                        <a:t>restatement of the first, reformulating the information it expressing some way or stating it in more explicit terms</a:t>
                      </a:r>
                      <a:endParaRPr lang="en-US" sz="1400" kern="100">
                        <a:effectLst/>
                        <a:latin typeface="+mn-lt"/>
                        <a:ea typeface="Aptos" panose="020B0004020202020204" pitchFamily="34" charset="0"/>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tabLst>
                          <a:tab pos="457200" algn="l"/>
                        </a:tabLst>
                      </a:pPr>
                      <a:r>
                        <a:rPr lang="en-US" sz="1400" kern="100">
                          <a:solidFill>
                            <a:srgbClr val="000000"/>
                          </a:solidFill>
                          <a:effectLst/>
                          <a:latin typeface="+mn-lt"/>
                          <a:ea typeface="Aptos" panose="020B0004020202020204" pitchFamily="34" charset="0"/>
                          <a:cs typeface="Times New Roman" panose="02020603050405020304" pitchFamily="18" charset="0"/>
                        </a:rPr>
                        <a:t>an example, and it is presented as information that is in some sense included in, rather than exactly equivalent to, the previous text</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which is to say, in other words, that is, e.g., for example, for instance, namely, specifically </a:t>
                      </a:r>
                      <a:endParaRPr lang="en-US" sz="1400" kern="100" dirty="0">
                        <a:effectLst/>
                        <a:latin typeface="+mn-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2215093058"/>
                  </a:ext>
                </a:extLst>
              </a:tr>
            </a:tbl>
          </a:graphicData>
        </a:graphic>
      </p:graphicFrame>
      <p:sp>
        <p:nvSpPr>
          <p:cNvPr id="6" name="Slide Number Placeholder 5">
            <a:extLst>
              <a:ext uri="{FF2B5EF4-FFF2-40B4-BE49-F238E27FC236}">
                <a16:creationId xmlns:a16="http://schemas.microsoft.com/office/drawing/2014/main" id="{93060B0C-67C1-A58C-FB00-38658632F7E5}"/>
              </a:ext>
            </a:extLst>
          </p:cNvPr>
          <p:cNvSpPr>
            <a:spLocks noGrp="1"/>
          </p:cNvSpPr>
          <p:nvPr>
            <p:ph type="sldNum" sz="quarter" idx="12"/>
          </p:nvPr>
        </p:nvSpPr>
        <p:spPr/>
        <p:txBody>
          <a:bodyPr/>
          <a:lstStyle/>
          <a:p>
            <a:fld id="{A65A5C87-DF58-40C8-B092-1DE63DB4547E}" type="slidenum">
              <a:rPr lang="en-US" smtClean="0"/>
              <a:t>12</a:t>
            </a:fld>
            <a:endParaRPr lang="en-US" dirty="0"/>
          </a:p>
        </p:txBody>
      </p:sp>
    </p:spTree>
    <p:extLst>
      <p:ext uri="{BB962C8B-B14F-4D97-AF65-F5344CB8AC3E}">
        <p14:creationId xmlns:p14="http://schemas.microsoft.com/office/powerpoint/2010/main" val="2603928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D2F9CD5-9CA5-E0D1-2645-A9DF8289599C}"/>
              </a:ext>
            </a:extLst>
          </p:cNvPr>
          <p:cNvSpPr>
            <a:spLocks noGrp="1"/>
          </p:cNvSpPr>
          <p:nvPr>
            <p:ph type="title"/>
          </p:nvPr>
        </p:nvSpPr>
        <p:spPr/>
        <p:txBody>
          <a:bodyPr/>
          <a:lstStyle/>
          <a:p>
            <a:r>
              <a:rPr lang="en-US" dirty="0"/>
              <a:t>Classification of Linking Adverbials</a:t>
            </a:r>
          </a:p>
        </p:txBody>
      </p:sp>
      <p:graphicFrame>
        <p:nvGraphicFramePr>
          <p:cNvPr id="16" name="Content Placeholder 15">
            <a:extLst>
              <a:ext uri="{FF2B5EF4-FFF2-40B4-BE49-F238E27FC236}">
                <a16:creationId xmlns:a16="http://schemas.microsoft.com/office/drawing/2014/main" id="{B422470B-CA1B-63FC-359A-71F4380F3784}"/>
              </a:ext>
            </a:extLst>
          </p:cNvPr>
          <p:cNvGraphicFramePr>
            <a:graphicFrameLocks noGrp="1"/>
          </p:cNvGraphicFramePr>
          <p:nvPr>
            <p:ph idx="1"/>
            <p:extLst>
              <p:ext uri="{D42A27DB-BD31-4B8C-83A1-F6EECF244321}">
                <p14:modId xmlns:p14="http://schemas.microsoft.com/office/powerpoint/2010/main" val="2153327132"/>
              </p:ext>
            </p:extLst>
          </p:nvPr>
        </p:nvGraphicFramePr>
        <p:xfrm>
          <a:off x="1012158" y="2115506"/>
          <a:ext cx="10167684" cy="4055023"/>
        </p:xfrm>
        <a:graphic>
          <a:graphicData uri="http://schemas.openxmlformats.org/drawingml/2006/table">
            <a:tbl>
              <a:tblPr firstRow="1" bandRow="1">
                <a:tableStyleId>{5C22544A-7EE6-4342-B048-85BDC9FD1C3A}</a:tableStyleId>
              </a:tblPr>
              <a:tblGrid>
                <a:gridCol w="1281955">
                  <a:extLst>
                    <a:ext uri="{9D8B030D-6E8A-4147-A177-3AD203B41FA5}">
                      <a16:colId xmlns:a16="http://schemas.microsoft.com/office/drawing/2014/main" val="501081190"/>
                    </a:ext>
                  </a:extLst>
                </a:gridCol>
                <a:gridCol w="5682343">
                  <a:extLst>
                    <a:ext uri="{9D8B030D-6E8A-4147-A177-3AD203B41FA5}">
                      <a16:colId xmlns:a16="http://schemas.microsoft.com/office/drawing/2014/main" val="508871910"/>
                    </a:ext>
                  </a:extLst>
                </a:gridCol>
                <a:gridCol w="3203386">
                  <a:extLst>
                    <a:ext uri="{9D8B030D-6E8A-4147-A177-3AD203B41FA5}">
                      <a16:colId xmlns:a16="http://schemas.microsoft.com/office/drawing/2014/main" val="2234629449"/>
                    </a:ext>
                  </a:extLst>
                </a:gridCol>
              </a:tblGrid>
              <a:tr h="392434">
                <a:tc>
                  <a:txBody>
                    <a:bodyPr/>
                    <a:lstStyle/>
                    <a:p>
                      <a:pPr>
                        <a:lnSpc>
                          <a:spcPct val="115000"/>
                        </a:lnSpc>
                        <a:spcAft>
                          <a:spcPts val="800"/>
                        </a:spcAft>
                      </a:pPr>
                      <a:r>
                        <a:rPr lang="en-US" sz="1400" b="1" kern="100">
                          <a:solidFill>
                            <a:srgbClr val="000000"/>
                          </a:solidFill>
                          <a:effectLst/>
                          <a:latin typeface="+mn-lt"/>
                          <a:ea typeface="Aptos" panose="020B0004020202020204" pitchFamily="34" charset="0"/>
                          <a:cs typeface="Times New Roman" panose="02020603050405020304" pitchFamily="18" charset="0"/>
                        </a:rPr>
                        <a:t>Category</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Function</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Examples</a:t>
                      </a:r>
                      <a:endParaRPr lang="en-US" sz="1400" kern="100" dirty="0">
                        <a:effectLst/>
                        <a:latin typeface="+mn-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1790566249"/>
                  </a:ext>
                </a:extLst>
              </a:tr>
              <a:tr h="844448">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Result/</a:t>
                      </a:r>
                      <a:br>
                        <a:rPr lang="en-US" sz="1400" kern="100" dirty="0">
                          <a:solidFill>
                            <a:srgbClr val="000000"/>
                          </a:solidFill>
                          <a:effectLst/>
                          <a:latin typeface="+mn-lt"/>
                          <a:ea typeface="Aptos" panose="020B0004020202020204" pitchFamily="34" charset="0"/>
                          <a:cs typeface="Times New Roman" panose="02020603050405020304" pitchFamily="18" charset="0"/>
                        </a:rPr>
                      </a:br>
                      <a:r>
                        <a:rPr lang="en-US" sz="1400" kern="100" dirty="0">
                          <a:solidFill>
                            <a:srgbClr val="000000"/>
                          </a:solidFill>
                          <a:effectLst/>
                          <a:latin typeface="+mn-lt"/>
                          <a:ea typeface="Aptos" panose="020B0004020202020204" pitchFamily="34" charset="0"/>
                          <a:cs typeface="Times New Roman" panose="02020603050405020304" pitchFamily="18" charset="0"/>
                        </a:rPr>
                        <a:t>inference</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show that the second unit of discourse states the result or consequence - either logical or practical - of the preceding discourse</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result: therefore, consequently, thus, so </a:t>
                      </a:r>
                      <a:endParaRPr lang="en-US" sz="1400" kern="100" dirty="0">
                        <a:effectLst/>
                        <a:latin typeface="+mn-lt"/>
                        <a:ea typeface="Aptos" panose="020B0004020202020204" pitchFamily="34" charset="0"/>
                        <a:cs typeface="Times New Roman" panose="02020603050405020304" pitchFamily="18" charset="0"/>
                      </a:endParaRPr>
                    </a:p>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Inference: then </a:t>
                      </a:r>
                      <a:endParaRPr lang="en-US" sz="1400" kern="100" dirty="0">
                        <a:effectLst/>
                        <a:latin typeface="+mn-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1609600190"/>
                  </a:ext>
                </a:extLst>
              </a:tr>
              <a:tr h="1298929">
                <a:tc>
                  <a:txBody>
                    <a:bodyPr/>
                    <a:lstStyle/>
                    <a:p>
                      <a:pPr>
                        <a:lnSpc>
                          <a:spcPct val="115000"/>
                        </a:lnSpc>
                        <a:spcAft>
                          <a:spcPts val="800"/>
                        </a:spcAft>
                      </a:pPr>
                      <a:r>
                        <a:rPr lang="en-US" sz="1400" kern="100">
                          <a:solidFill>
                            <a:srgbClr val="000000"/>
                          </a:solidFill>
                          <a:effectLst/>
                          <a:latin typeface="+mn-lt"/>
                          <a:ea typeface="Aptos" panose="020B0004020202020204" pitchFamily="34" charset="0"/>
                          <a:cs typeface="Times New Roman" panose="02020603050405020304" pitchFamily="18" charset="0"/>
                        </a:rPr>
                        <a:t>Contrast/</a:t>
                      </a:r>
                      <a:br>
                        <a:rPr lang="en-US" sz="1400" kern="100">
                          <a:solidFill>
                            <a:srgbClr val="000000"/>
                          </a:solidFill>
                          <a:effectLst/>
                          <a:latin typeface="+mn-lt"/>
                          <a:ea typeface="Aptos" panose="020B0004020202020204" pitchFamily="34" charset="0"/>
                          <a:cs typeface="Times New Roman" panose="02020603050405020304" pitchFamily="18" charset="0"/>
                        </a:rPr>
                      </a:br>
                      <a:r>
                        <a:rPr lang="en-US" sz="1400" kern="100">
                          <a:solidFill>
                            <a:srgbClr val="000000"/>
                          </a:solidFill>
                          <a:effectLst/>
                          <a:latin typeface="+mn-lt"/>
                          <a:ea typeface="Aptos" panose="020B0004020202020204" pitchFamily="34" charset="0"/>
                          <a:cs typeface="Times New Roman" panose="02020603050405020304" pitchFamily="18" charset="0"/>
                        </a:rPr>
                        <a:t>concession</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marL="171450" lvl="0" indent="-171450">
                        <a:lnSpc>
                          <a:spcPct val="115000"/>
                        </a:lnSpc>
                        <a:spcAft>
                          <a:spcPts val="800"/>
                        </a:spcAft>
                        <a:buFont typeface="Arial" panose="020B0604020202020204" pitchFamily="34" charset="0"/>
                        <a:buChar char="•"/>
                        <a:tabLst>
                          <a:tab pos="457200" algn="l"/>
                        </a:tabLst>
                      </a:pPr>
                      <a:r>
                        <a:rPr lang="en-US" sz="1400" kern="100" dirty="0">
                          <a:solidFill>
                            <a:srgbClr val="000000"/>
                          </a:solidFill>
                          <a:effectLst/>
                          <a:latin typeface="+mn-lt"/>
                          <a:ea typeface="Aptos" panose="020B0004020202020204" pitchFamily="34" charset="0"/>
                          <a:cs typeface="Times New Roman" panose="02020603050405020304" pitchFamily="18" charset="0"/>
                        </a:rPr>
                        <a:t>contrast: can mark incompatibility between information in different discourse units</a:t>
                      </a:r>
                      <a:endParaRPr lang="en-US" sz="1400" kern="100" dirty="0">
                        <a:effectLst/>
                        <a:latin typeface="+mn-lt"/>
                        <a:ea typeface="Aptos" panose="020B0004020202020204" pitchFamily="34" charset="0"/>
                        <a:cs typeface="Times New Roman" panose="02020603050405020304" pitchFamily="18" charset="0"/>
                      </a:endParaRPr>
                    </a:p>
                    <a:p>
                      <a:pPr marL="171450" lvl="0" indent="-171450">
                        <a:lnSpc>
                          <a:spcPct val="115000"/>
                        </a:lnSpc>
                        <a:spcAft>
                          <a:spcPts val="800"/>
                        </a:spcAft>
                        <a:buFont typeface="Arial" panose="020B0604020202020204" pitchFamily="34" charset="0"/>
                        <a:buChar char="•"/>
                        <a:tabLst>
                          <a:tab pos="457200" algn="l"/>
                        </a:tabLst>
                      </a:pPr>
                      <a:r>
                        <a:rPr lang="en-US" sz="1400" kern="100" dirty="0">
                          <a:solidFill>
                            <a:srgbClr val="000000"/>
                          </a:solidFill>
                          <a:effectLst/>
                          <a:latin typeface="+mn-lt"/>
                          <a:ea typeface="Aptos" panose="020B0004020202020204" pitchFamily="34" charset="0"/>
                          <a:cs typeface="Times New Roman" panose="02020603050405020304" pitchFamily="18" charset="0"/>
                        </a:rPr>
                        <a:t>concession: can mark concessive relationship, showing that the subsequent discourse expresses some reservation about the idea in the preceding clause</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contrast: on the other hand, in contrast, alternatively</a:t>
                      </a:r>
                      <a:endParaRPr lang="en-US" sz="1400" kern="100" dirty="0">
                        <a:effectLst/>
                        <a:latin typeface="+mn-lt"/>
                        <a:ea typeface="Aptos" panose="020B0004020202020204" pitchFamily="34" charset="0"/>
                        <a:cs typeface="Times New Roman" panose="02020603050405020304" pitchFamily="18" charset="0"/>
                      </a:endParaRPr>
                    </a:p>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concession: though, anyway, anyhow, besides, nevertheless, after all </a:t>
                      </a:r>
                      <a:endParaRPr lang="en-US" sz="1400" kern="100" dirty="0">
                        <a:effectLst/>
                        <a:latin typeface="+mn-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625822904"/>
                  </a:ext>
                </a:extLst>
              </a:tr>
              <a:tr h="1348267">
                <a:tc>
                  <a:txBody>
                    <a:bodyPr/>
                    <a:lstStyle/>
                    <a:p>
                      <a:pPr>
                        <a:lnSpc>
                          <a:spcPct val="115000"/>
                        </a:lnSpc>
                        <a:spcAft>
                          <a:spcPts val="800"/>
                        </a:spcAft>
                      </a:pPr>
                      <a:r>
                        <a:rPr lang="en-US" sz="1400" kern="100">
                          <a:solidFill>
                            <a:srgbClr val="000000"/>
                          </a:solidFill>
                          <a:effectLst/>
                          <a:latin typeface="+mn-lt"/>
                          <a:ea typeface="Aptos" panose="020B0004020202020204" pitchFamily="34" charset="0"/>
                          <a:cs typeface="Times New Roman" panose="02020603050405020304" pitchFamily="18" charset="0"/>
                        </a:rPr>
                        <a:t>Transition</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mark the insertion of an item that does not follow directly from the previous discourse; the new information is not incompatible with what it is linked to, but rather it is only loosely connected, or unconnected. </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by the way, incidentally</a:t>
                      </a:r>
                      <a:endParaRPr lang="en-US" sz="1400" kern="100" dirty="0">
                        <a:effectLst/>
                        <a:latin typeface="+mn-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2215093058"/>
                  </a:ext>
                </a:extLst>
              </a:tr>
            </a:tbl>
          </a:graphicData>
        </a:graphic>
      </p:graphicFrame>
      <p:sp>
        <p:nvSpPr>
          <p:cNvPr id="6" name="Slide Number Placeholder 5">
            <a:extLst>
              <a:ext uri="{FF2B5EF4-FFF2-40B4-BE49-F238E27FC236}">
                <a16:creationId xmlns:a16="http://schemas.microsoft.com/office/drawing/2014/main" id="{93060B0C-67C1-A58C-FB00-38658632F7E5}"/>
              </a:ext>
            </a:extLst>
          </p:cNvPr>
          <p:cNvSpPr>
            <a:spLocks noGrp="1"/>
          </p:cNvSpPr>
          <p:nvPr>
            <p:ph type="sldNum" sz="quarter" idx="12"/>
          </p:nvPr>
        </p:nvSpPr>
        <p:spPr/>
        <p:txBody>
          <a:bodyPr/>
          <a:lstStyle/>
          <a:p>
            <a:fld id="{A65A5C87-DF58-40C8-B092-1DE63DB4547E}" type="slidenum">
              <a:rPr lang="en-US" smtClean="0"/>
              <a:t>13</a:t>
            </a:fld>
            <a:endParaRPr lang="en-US" dirty="0"/>
          </a:p>
        </p:txBody>
      </p:sp>
    </p:spTree>
    <p:extLst>
      <p:ext uri="{BB962C8B-B14F-4D97-AF65-F5344CB8AC3E}">
        <p14:creationId xmlns:p14="http://schemas.microsoft.com/office/powerpoint/2010/main" val="1290357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071E010-E143-33E8-979F-935316674BE4}"/>
              </a:ext>
            </a:extLst>
          </p:cNvPr>
          <p:cNvSpPr>
            <a:spLocks noGrp="1"/>
          </p:cNvSpPr>
          <p:nvPr>
            <p:ph type="title"/>
          </p:nvPr>
        </p:nvSpPr>
        <p:spPr/>
        <p:txBody>
          <a:bodyPr/>
          <a:lstStyle/>
          <a:p>
            <a:r>
              <a:rPr lang="en-US" dirty="0"/>
              <a:t>The interactive role of linking adverbials</a:t>
            </a:r>
          </a:p>
        </p:txBody>
      </p:sp>
      <p:sp>
        <p:nvSpPr>
          <p:cNvPr id="9" name="Content Placeholder 8">
            <a:extLst>
              <a:ext uri="{FF2B5EF4-FFF2-40B4-BE49-F238E27FC236}">
                <a16:creationId xmlns:a16="http://schemas.microsoft.com/office/drawing/2014/main" id="{68F0A5CD-8DDD-4C13-EB90-E757442B4EAF}"/>
              </a:ext>
            </a:extLst>
          </p:cNvPr>
          <p:cNvSpPr>
            <a:spLocks noGrp="1"/>
          </p:cNvSpPr>
          <p:nvPr>
            <p:ph idx="1"/>
          </p:nvPr>
        </p:nvSpPr>
        <p:spPr>
          <a:xfrm>
            <a:off x="1115568" y="2304662"/>
            <a:ext cx="10168128" cy="4119465"/>
          </a:xfrm>
        </p:spPr>
        <p:txBody>
          <a:bodyPr>
            <a:normAutofit fontScale="85000" lnSpcReduction="10000"/>
          </a:bodyPr>
          <a:lstStyle/>
          <a:p>
            <a:pPr marL="0" indent="0">
              <a:lnSpc>
                <a:spcPct val="115000"/>
              </a:lnSpc>
              <a:spcAft>
                <a:spcPts val="800"/>
              </a:spcAft>
              <a:buNone/>
            </a:pPr>
            <a:r>
              <a:rPr lang="en-US" sz="1800" kern="100" dirty="0">
                <a:effectLst/>
                <a:latin typeface="Avenir Next LT Pro (Body)"/>
                <a:ea typeface="Aptos" panose="020B0004020202020204" pitchFamily="34" charset="0"/>
                <a:cs typeface="Times New Roman" panose="02020603050405020304" pitchFamily="18" charset="0"/>
              </a:rPr>
              <a:t>Linking adverbials are an important part of </a:t>
            </a:r>
            <a:r>
              <a:rPr lang="en-US" sz="1800" b="1" kern="100" dirty="0">
                <a:effectLst/>
                <a:latin typeface="Avenir Next LT Pro (Body)"/>
                <a:ea typeface="Aptos" panose="020B0004020202020204" pitchFamily="34" charset="0"/>
                <a:cs typeface="Times New Roman" panose="02020603050405020304" pitchFamily="18" charset="0"/>
              </a:rPr>
              <a:t>Hyland’s</a:t>
            </a:r>
            <a:r>
              <a:rPr lang="en-US" sz="1800" kern="100" dirty="0">
                <a:effectLst/>
                <a:latin typeface="Avenir Next LT Pro (Body)"/>
                <a:ea typeface="Aptos" panose="020B0004020202020204" pitchFamily="34" charset="0"/>
                <a:cs typeface="Times New Roman" panose="02020603050405020304" pitchFamily="18" charset="0"/>
              </a:rPr>
              <a:t> [Hyland, 2018] theory of </a:t>
            </a:r>
            <a:r>
              <a:rPr lang="en-US" sz="1800" b="1" kern="100" dirty="0" err="1">
                <a:effectLst/>
                <a:latin typeface="Avenir Next LT Pro (Body)"/>
                <a:ea typeface="Aptos" panose="020B0004020202020204" pitchFamily="34" charset="0"/>
                <a:cs typeface="Times New Roman" panose="02020603050405020304" pitchFamily="18" charset="0"/>
              </a:rPr>
              <a:t>metadiscourse</a:t>
            </a:r>
            <a:r>
              <a:rPr lang="en-US" sz="1800" b="1" kern="100" dirty="0">
                <a:effectLst/>
                <a:latin typeface="Avenir Next LT Pro (Body)"/>
                <a:ea typeface="Aptos" panose="020B0004020202020204" pitchFamily="34" charset="0"/>
                <a:cs typeface="Times New Roman" panose="02020603050405020304" pitchFamily="18" charset="0"/>
              </a:rPr>
              <a:t>. </a:t>
            </a:r>
            <a:r>
              <a:rPr lang="en-US" sz="1800" kern="100" dirty="0" err="1">
                <a:effectLst/>
                <a:latin typeface="Avenir Next LT Pro (Body)"/>
                <a:ea typeface="Aptos" panose="020B0004020202020204" pitchFamily="34" charset="0"/>
                <a:cs typeface="Times New Roman" panose="02020603050405020304" pitchFamily="18" charset="0"/>
              </a:rPr>
              <a:t>Metadiscourse</a:t>
            </a:r>
            <a:r>
              <a:rPr lang="en-US" sz="1800" kern="100" dirty="0">
                <a:effectLst/>
                <a:latin typeface="Avenir Next LT Pro (Body)"/>
                <a:ea typeface="Aptos" panose="020B0004020202020204" pitchFamily="34" charset="0"/>
                <a:cs typeface="Times New Roman" panose="02020603050405020304" pitchFamily="18" charset="0"/>
              </a:rPr>
              <a:t> is the language that signals the writer's or speaker's attitude towards the content, their relationship with the audience, and the organization of the discourse.  It acts as a guide to the reader or listener, helping them navigate the text and understand the intended meaning. Hyland distinguishes between</a:t>
            </a:r>
          </a:p>
          <a:p>
            <a:pPr>
              <a:lnSpc>
                <a:spcPct val="115000"/>
              </a:lnSpc>
              <a:spcAft>
                <a:spcPts val="800"/>
              </a:spcAft>
              <a:tabLst>
                <a:tab pos="457200" algn="l"/>
              </a:tabLst>
            </a:pPr>
            <a:r>
              <a:rPr lang="en-US" sz="1800" kern="100" dirty="0">
                <a:effectLst/>
                <a:latin typeface="Avenir Next LT Pro (Body)"/>
                <a:ea typeface="Aptos" panose="020B0004020202020204" pitchFamily="34" charset="0"/>
                <a:cs typeface="Times New Roman" panose="02020603050405020304" pitchFamily="18" charset="0"/>
              </a:rPr>
              <a:t>Interactive </a:t>
            </a:r>
            <a:r>
              <a:rPr lang="en-US" sz="1800" kern="100" dirty="0" err="1">
                <a:effectLst/>
                <a:latin typeface="Avenir Next LT Pro (Body)"/>
                <a:ea typeface="Aptos" panose="020B0004020202020204" pitchFamily="34" charset="0"/>
                <a:cs typeface="Times New Roman" panose="02020603050405020304" pitchFamily="18" charset="0"/>
              </a:rPr>
              <a:t>metadiscourse</a:t>
            </a:r>
            <a:r>
              <a:rPr lang="en-US" sz="1800" kern="100" dirty="0">
                <a:effectLst/>
                <a:latin typeface="Avenir Next LT Pro (Body)"/>
                <a:ea typeface="Aptos" panose="020B0004020202020204" pitchFamily="34" charset="0"/>
                <a:cs typeface="Times New Roman" panose="02020603050405020304" pitchFamily="18" charset="0"/>
              </a:rPr>
              <a:t>: concerns the ways in which writers organize their discourse to make it coherent and easy for readers to follow. It includes elements like transitions, frame markers, </a:t>
            </a:r>
            <a:r>
              <a:rPr lang="en-US" sz="1800" kern="100" dirty="0" err="1">
                <a:effectLst/>
                <a:latin typeface="Avenir Next LT Pro (Body)"/>
                <a:ea typeface="Aptos" panose="020B0004020202020204" pitchFamily="34" charset="0"/>
                <a:cs typeface="Times New Roman" panose="02020603050405020304" pitchFamily="18" charset="0"/>
              </a:rPr>
              <a:t>endophoric</a:t>
            </a:r>
            <a:r>
              <a:rPr lang="en-US" sz="1800" kern="100" dirty="0">
                <a:effectLst/>
                <a:latin typeface="Avenir Next LT Pro (Body)"/>
                <a:ea typeface="Aptos" panose="020B0004020202020204" pitchFamily="34" charset="0"/>
                <a:cs typeface="Times New Roman" panose="02020603050405020304" pitchFamily="18" charset="0"/>
              </a:rPr>
              <a:t> markers, </a:t>
            </a:r>
            <a:r>
              <a:rPr lang="en-US" sz="1800" kern="100" dirty="0" err="1">
                <a:effectLst/>
                <a:latin typeface="Avenir Next LT Pro (Body)"/>
                <a:ea typeface="Aptos" panose="020B0004020202020204" pitchFamily="34" charset="0"/>
                <a:cs typeface="Times New Roman" panose="02020603050405020304" pitchFamily="18" charset="0"/>
              </a:rPr>
              <a:t>evidentials</a:t>
            </a:r>
            <a:r>
              <a:rPr lang="en-US" sz="1800" kern="100" dirty="0">
                <a:effectLst/>
                <a:latin typeface="Avenir Next LT Pro (Body)"/>
                <a:ea typeface="Aptos" panose="020B0004020202020204" pitchFamily="34" charset="0"/>
                <a:cs typeface="Times New Roman" panose="02020603050405020304" pitchFamily="18" charset="0"/>
              </a:rPr>
              <a:t>, and code glosses.</a:t>
            </a:r>
          </a:p>
          <a:p>
            <a:pPr>
              <a:lnSpc>
                <a:spcPct val="115000"/>
              </a:lnSpc>
              <a:spcAft>
                <a:spcPts val="800"/>
              </a:spcAft>
              <a:tabLst>
                <a:tab pos="457200" algn="l"/>
              </a:tabLst>
            </a:pPr>
            <a:r>
              <a:rPr lang="en-US" sz="1800" kern="100" dirty="0">
                <a:effectLst/>
                <a:latin typeface="Avenir Next LT Pro (Body)"/>
                <a:ea typeface="Aptos" panose="020B0004020202020204" pitchFamily="34" charset="0"/>
                <a:cs typeface="Times New Roman" panose="02020603050405020304" pitchFamily="18" charset="0"/>
              </a:rPr>
              <a:t>Interactional </a:t>
            </a:r>
            <a:r>
              <a:rPr lang="en-US" sz="1800" kern="100" dirty="0" err="1">
                <a:effectLst/>
                <a:latin typeface="Avenir Next LT Pro (Body)"/>
                <a:ea typeface="Aptos" panose="020B0004020202020204" pitchFamily="34" charset="0"/>
                <a:cs typeface="Times New Roman" panose="02020603050405020304" pitchFamily="18" charset="0"/>
              </a:rPr>
              <a:t>metadiscourse</a:t>
            </a:r>
            <a:r>
              <a:rPr lang="en-US" sz="1800" kern="100" dirty="0">
                <a:effectLst/>
                <a:latin typeface="Avenir Next LT Pro (Body)"/>
                <a:ea typeface="Aptos" panose="020B0004020202020204" pitchFamily="34" charset="0"/>
                <a:cs typeface="Times New Roman" panose="02020603050405020304" pitchFamily="18" charset="0"/>
              </a:rPr>
              <a:t>: involves engaging with the reader, including the writer's stance, engagement with the audience, and how the text reflects the relationship between writer and reader (includes hedges, boosters, attitude markers, etc.)</a:t>
            </a:r>
          </a:p>
          <a:p>
            <a:pPr marL="0" indent="0">
              <a:lnSpc>
                <a:spcPct val="115000"/>
              </a:lnSpc>
              <a:spcAft>
                <a:spcPts val="800"/>
              </a:spcAft>
              <a:buNone/>
            </a:pPr>
            <a:r>
              <a:rPr lang="en-US" sz="1800" kern="100" dirty="0">
                <a:effectLst/>
                <a:latin typeface="Avenir Next LT Pro (Body)"/>
                <a:ea typeface="Aptos" panose="020B0004020202020204" pitchFamily="34" charset="0"/>
                <a:cs typeface="Times New Roman" panose="02020603050405020304" pitchFamily="18" charset="0"/>
              </a:rPr>
              <a:t>Linking adverbials fall within the category of </a:t>
            </a:r>
            <a:r>
              <a:rPr lang="en-US" sz="1800" b="1" kern="100" dirty="0">
                <a:effectLst/>
                <a:latin typeface="Avenir Next LT Pro (Body)"/>
                <a:ea typeface="Aptos" panose="020B0004020202020204" pitchFamily="34" charset="0"/>
                <a:cs typeface="Times New Roman" panose="02020603050405020304" pitchFamily="18" charset="0"/>
              </a:rPr>
              <a:t>interactive</a:t>
            </a:r>
            <a:r>
              <a:rPr lang="en-US" sz="1800" kern="100" dirty="0">
                <a:effectLst/>
                <a:latin typeface="Avenir Next LT Pro (Body)"/>
                <a:ea typeface="Aptos" panose="020B0004020202020204" pitchFamily="34" charset="0"/>
                <a:cs typeface="Times New Roman" panose="02020603050405020304" pitchFamily="18" charset="0"/>
              </a:rPr>
              <a:t> </a:t>
            </a:r>
            <a:r>
              <a:rPr lang="en-US" sz="1800" kern="100" dirty="0" err="1">
                <a:effectLst/>
                <a:latin typeface="Avenir Next LT Pro (Body)"/>
                <a:ea typeface="Aptos" panose="020B0004020202020204" pitchFamily="34" charset="0"/>
                <a:cs typeface="Times New Roman" panose="02020603050405020304" pitchFamily="18" charset="0"/>
              </a:rPr>
              <a:t>metadiscourse</a:t>
            </a:r>
            <a:r>
              <a:rPr lang="en-US" sz="1800" kern="100" dirty="0">
                <a:effectLst/>
                <a:latin typeface="Avenir Next LT Pro (Body)"/>
                <a:ea typeface="Aptos" panose="020B0004020202020204" pitchFamily="34" charset="0"/>
                <a:cs typeface="Times New Roman" panose="02020603050405020304" pitchFamily="18" charset="0"/>
              </a:rPr>
              <a:t>. In this framework, linking adverbials are key tools that writers use to manage the flow of ideas and to interact with the readers, ensuring that they can follow the logical progression of the text.</a:t>
            </a:r>
            <a:endParaRPr lang="en-US" dirty="0"/>
          </a:p>
        </p:txBody>
      </p:sp>
      <p:sp>
        <p:nvSpPr>
          <p:cNvPr id="6" name="Slide Number Placeholder 5">
            <a:extLst>
              <a:ext uri="{FF2B5EF4-FFF2-40B4-BE49-F238E27FC236}">
                <a16:creationId xmlns:a16="http://schemas.microsoft.com/office/drawing/2014/main" id="{CBB539FB-3FB8-2398-BDC3-FFD4FE918745}"/>
              </a:ext>
            </a:extLst>
          </p:cNvPr>
          <p:cNvSpPr>
            <a:spLocks noGrp="1"/>
          </p:cNvSpPr>
          <p:nvPr>
            <p:ph type="sldNum" sz="quarter" idx="12"/>
          </p:nvPr>
        </p:nvSpPr>
        <p:spPr/>
        <p:txBody>
          <a:bodyPr/>
          <a:lstStyle/>
          <a:p>
            <a:fld id="{A65A5C87-DF58-40C8-B092-1DE63DB4547E}" type="slidenum">
              <a:rPr lang="en-US" smtClean="0"/>
              <a:t>14</a:t>
            </a:fld>
            <a:endParaRPr lang="en-US" dirty="0"/>
          </a:p>
        </p:txBody>
      </p:sp>
    </p:spTree>
    <p:extLst>
      <p:ext uri="{BB962C8B-B14F-4D97-AF65-F5344CB8AC3E}">
        <p14:creationId xmlns:p14="http://schemas.microsoft.com/office/powerpoint/2010/main" val="2806377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dirty="0"/>
              <a:t>Relevance and</a:t>
            </a:r>
            <a:br>
              <a:rPr lang="en-US" dirty="0"/>
            </a:br>
            <a:r>
              <a:rPr lang="en-US" dirty="0"/>
              <a:t>Limitations</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r>
              <a:rPr lang="en-US" dirty="0"/>
              <a:t> </a:t>
            </a:r>
          </a:p>
        </p:txBody>
      </p:sp>
    </p:spTree>
    <p:extLst>
      <p:ext uri="{BB962C8B-B14F-4D97-AF65-F5344CB8AC3E}">
        <p14:creationId xmlns:p14="http://schemas.microsoft.com/office/powerpoint/2010/main" val="3078803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8992C-D158-9FAE-2D6B-EE26C57F3BF1}"/>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766FEDC6-07CB-ADFC-0DC1-2CFCBB0AB1C1}"/>
              </a:ext>
            </a:extLst>
          </p:cNvPr>
          <p:cNvSpPr>
            <a:spLocks noGrp="1"/>
          </p:cNvSpPr>
          <p:nvPr>
            <p:ph idx="1"/>
          </p:nvPr>
        </p:nvSpPr>
        <p:spPr/>
        <p:txBody>
          <a:bodyPr>
            <a:normAutofit fontScale="92500" lnSpcReduction="20000"/>
          </a:bodyPr>
          <a:lstStyle/>
          <a:p>
            <a:pPr mar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The aim of this research is to compare the use of linking adverbials in human-written argumentative essays with essays generated by LLMs. These cohesive ties help to create a connected and unified text, which is a fundamental aspect of coherence </a:t>
            </a:r>
          </a:p>
          <a:p>
            <a:pPr mar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…but cohesion does not always imply coherence:  a text can be cohesive without being coherent if the ideas don't make logical sense together, or if the reader cannot easily follow the intended meaning. For instance, a text might use cohesive devices but still be confusing or illogical due to poorly structured arguments or irrelevant content.</a:t>
            </a:r>
          </a:p>
          <a:p>
            <a:pPr mar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Some studies (i.e. [Appel &amp; </a:t>
            </a:r>
            <a:r>
              <a:rPr lang="en-US" sz="1800" kern="100" dirty="0" err="1">
                <a:effectLst/>
                <a:ea typeface="Aptos" panose="020B0004020202020204" pitchFamily="34" charset="0"/>
                <a:cs typeface="Times New Roman" panose="02020603050405020304" pitchFamily="18" charset="0"/>
              </a:rPr>
              <a:t>Szeib</a:t>
            </a:r>
            <a:r>
              <a:rPr lang="en-US" sz="1800" kern="100" dirty="0">
                <a:effectLst/>
                <a:ea typeface="Aptos" panose="020B0004020202020204" pitchFamily="34" charset="0"/>
                <a:cs typeface="Times New Roman" panose="02020603050405020304" pitchFamily="18" charset="0"/>
              </a:rPr>
              <a:t>, 2018]) have shown that L2 learners tend to overuse linking adverbials to “to impose surface logicality on a piece of writing where no deep logicality exists”.</a:t>
            </a:r>
          </a:p>
          <a:p>
            <a:endParaRPr lang="en-US" dirty="0"/>
          </a:p>
        </p:txBody>
      </p:sp>
      <p:sp>
        <p:nvSpPr>
          <p:cNvPr id="4" name="Text Placeholder 3">
            <a:extLst>
              <a:ext uri="{FF2B5EF4-FFF2-40B4-BE49-F238E27FC236}">
                <a16:creationId xmlns:a16="http://schemas.microsoft.com/office/drawing/2014/main" id="{82F7D0E2-0BFB-1CCC-F92A-F6F8F5F16C1B}"/>
              </a:ext>
            </a:extLst>
          </p:cNvPr>
          <p:cNvSpPr>
            <a:spLocks noGrp="1"/>
          </p:cNvSpPr>
          <p:nvPr>
            <p:ph type="body" sz="half" idx="2"/>
          </p:nvPr>
        </p:nvSpPr>
        <p:spPr/>
        <p:txBody>
          <a:bodyPr/>
          <a:lstStyle/>
          <a:p>
            <a:r>
              <a:rPr lang="en-US" sz="1800" kern="100" dirty="0">
                <a:effectLst/>
                <a:ea typeface="Aptos" panose="020B0004020202020204" pitchFamily="34" charset="0"/>
                <a:cs typeface="Times New Roman" panose="02020603050405020304" pitchFamily="18" charset="0"/>
              </a:rPr>
              <a:t>Cohesion does not always imply coherence…</a:t>
            </a:r>
            <a:endParaRPr lang="en-US" dirty="0"/>
          </a:p>
        </p:txBody>
      </p:sp>
      <p:sp>
        <p:nvSpPr>
          <p:cNvPr id="7" name="Slide Number Placeholder 6">
            <a:extLst>
              <a:ext uri="{FF2B5EF4-FFF2-40B4-BE49-F238E27FC236}">
                <a16:creationId xmlns:a16="http://schemas.microsoft.com/office/drawing/2014/main" id="{C59FFA87-40A6-75B0-AF25-2B71657D6737}"/>
              </a:ext>
            </a:extLst>
          </p:cNvPr>
          <p:cNvSpPr>
            <a:spLocks noGrp="1"/>
          </p:cNvSpPr>
          <p:nvPr>
            <p:ph type="sldNum" sz="quarter" idx="12"/>
          </p:nvPr>
        </p:nvSpPr>
        <p:spPr/>
        <p:txBody>
          <a:bodyPr/>
          <a:lstStyle/>
          <a:p>
            <a:fld id="{A65A5C87-DF58-40C8-B092-1DE63DB4547E}" type="slidenum">
              <a:rPr lang="en-US" smtClean="0"/>
              <a:t>16</a:t>
            </a:fld>
            <a:endParaRPr lang="en-US" dirty="0"/>
          </a:p>
        </p:txBody>
      </p:sp>
    </p:spTree>
    <p:extLst>
      <p:ext uri="{BB962C8B-B14F-4D97-AF65-F5344CB8AC3E}">
        <p14:creationId xmlns:p14="http://schemas.microsoft.com/office/powerpoint/2010/main" val="137030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8992C-D158-9FAE-2D6B-EE26C57F3BF1}"/>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766FEDC6-07CB-ADFC-0DC1-2CFCBB0AB1C1}"/>
              </a:ext>
            </a:extLst>
          </p:cNvPr>
          <p:cNvSpPr>
            <a:spLocks noGrp="1"/>
          </p:cNvSpPr>
          <p:nvPr>
            <p:ph idx="1"/>
          </p:nvPr>
        </p:nvSpPr>
        <p:spPr/>
        <p:txBody>
          <a:bodyPr>
            <a:normAutofit lnSpcReduction="10000"/>
          </a:bodyPr>
          <a:lstStyle/>
          <a:p>
            <a:pPr mar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Other studies have shown that there is a correlation between the use of cohesive ties and coherence.</a:t>
            </a:r>
          </a:p>
          <a:p>
            <a:pPr marL="0" lvl="0" indent="0">
              <a:lnSpc>
                <a:spcPct val="115000"/>
              </a:lnSpc>
              <a:spcAft>
                <a:spcPts val="800"/>
              </a:spcAft>
              <a:buNone/>
            </a:pPr>
            <a:r>
              <a:rPr lang="en-US" sz="1800" kern="100" dirty="0">
                <a:effectLst/>
                <a:highlight>
                  <a:srgbClr val="FFFFFF"/>
                </a:highlight>
                <a:ea typeface="Aptos" panose="020B0004020202020204" pitchFamily="34" charset="0"/>
                <a:cs typeface="Times New Roman" panose="02020603050405020304" pitchFamily="18" charset="0"/>
              </a:rPr>
              <a:t>[Weiss et al., 2019] observe the correlation between measures of lexical, syntactic and discourse complexities to the essay gradings in high-school examinations.</a:t>
            </a:r>
            <a:endParaRPr lang="en-US" sz="1800" kern="100" dirty="0">
              <a:effectLst/>
              <a:ea typeface="Aptos" panose="020B0004020202020204" pitchFamily="34" charset="0"/>
              <a:cs typeface="Times New Roman" panose="02020603050405020304" pitchFamily="18" charset="0"/>
            </a:endParaRPr>
          </a:p>
          <a:p>
            <a:pPr marL="0" lv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[Somasundaran et al. 2018] use discourse markers to evaluate the story-telling aspect of student writing and show that discourse markers can be used to measure the coherence quality of a text.</a:t>
            </a:r>
          </a:p>
          <a:p>
            <a:pPr marL="0" lv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In this research we will </a:t>
            </a:r>
            <a:r>
              <a:rPr lang="en-US" sz="1800" kern="100" dirty="0">
                <a:ea typeface="Aptos" panose="020B0004020202020204" pitchFamily="34" charset="0"/>
                <a:cs typeface="Times New Roman" panose="02020603050405020304" pitchFamily="18" charset="0"/>
              </a:rPr>
              <a:t>consider linking adverbials as an indicator of coherence in argumentation.</a:t>
            </a:r>
            <a:endParaRPr lang="en-US" sz="1800" kern="100" dirty="0">
              <a:effectLst/>
              <a:ea typeface="Aptos" panose="020B0004020202020204" pitchFamily="34" charset="0"/>
              <a:cs typeface="Times New Roman" panose="02020603050405020304" pitchFamily="18" charset="0"/>
            </a:endParaRPr>
          </a:p>
          <a:p>
            <a:pPr marL="0" indent="0">
              <a:buNone/>
            </a:pPr>
            <a:endParaRPr lang="en-US" dirty="0"/>
          </a:p>
        </p:txBody>
      </p:sp>
      <p:sp>
        <p:nvSpPr>
          <p:cNvPr id="4" name="Text Placeholder 3">
            <a:extLst>
              <a:ext uri="{FF2B5EF4-FFF2-40B4-BE49-F238E27FC236}">
                <a16:creationId xmlns:a16="http://schemas.microsoft.com/office/drawing/2014/main" id="{82F7D0E2-0BFB-1CCC-F92A-F6F8F5F16C1B}"/>
              </a:ext>
            </a:extLst>
          </p:cNvPr>
          <p:cNvSpPr>
            <a:spLocks noGrp="1"/>
          </p:cNvSpPr>
          <p:nvPr>
            <p:ph type="body" sz="half" idx="2"/>
          </p:nvPr>
        </p:nvSpPr>
        <p:spPr/>
        <p:txBody>
          <a:bodyPr/>
          <a:lstStyle/>
          <a:p>
            <a:r>
              <a:rPr lang="en-US" sz="1800" kern="100" dirty="0">
                <a:effectLst/>
                <a:ea typeface="Aptos" panose="020B0004020202020204" pitchFamily="34" charset="0"/>
                <a:cs typeface="Times New Roman" panose="02020603050405020304" pitchFamily="18" charset="0"/>
              </a:rPr>
              <a:t>… but there is a correlation</a:t>
            </a:r>
            <a:endParaRPr lang="en-US" dirty="0"/>
          </a:p>
        </p:txBody>
      </p:sp>
      <p:sp>
        <p:nvSpPr>
          <p:cNvPr id="7" name="Slide Number Placeholder 6">
            <a:extLst>
              <a:ext uri="{FF2B5EF4-FFF2-40B4-BE49-F238E27FC236}">
                <a16:creationId xmlns:a16="http://schemas.microsoft.com/office/drawing/2014/main" id="{C59FFA87-40A6-75B0-AF25-2B71657D6737}"/>
              </a:ext>
            </a:extLst>
          </p:cNvPr>
          <p:cNvSpPr>
            <a:spLocks noGrp="1"/>
          </p:cNvSpPr>
          <p:nvPr>
            <p:ph type="sldNum" sz="quarter" idx="12"/>
          </p:nvPr>
        </p:nvSpPr>
        <p:spPr/>
        <p:txBody>
          <a:bodyPr/>
          <a:lstStyle/>
          <a:p>
            <a:fld id="{A65A5C87-DF58-40C8-B092-1DE63DB4547E}" type="slidenum">
              <a:rPr lang="en-US" smtClean="0"/>
              <a:t>17</a:t>
            </a:fld>
            <a:endParaRPr lang="en-US" dirty="0"/>
          </a:p>
        </p:txBody>
      </p:sp>
    </p:spTree>
    <p:extLst>
      <p:ext uri="{BB962C8B-B14F-4D97-AF65-F5344CB8AC3E}">
        <p14:creationId xmlns:p14="http://schemas.microsoft.com/office/powerpoint/2010/main" val="2961515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8992C-D158-9FAE-2D6B-EE26C57F3BF1}"/>
              </a:ext>
            </a:extLst>
          </p:cNvPr>
          <p:cNvSpPr>
            <a:spLocks noGrp="1"/>
          </p:cNvSpPr>
          <p:nvPr>
            <p:ph type="title"/>
          </p:nvPr>
        </p:nvSpPr>
        <p:spPr/>
        <p:txBody>
          <a:bodyPr/>
          <a:lstStyle/>
          <a:p>
            <a:r>
              <a:rPr lang="en-US" dirty="0"/>
              <a:t>Relevance</a:t>
            </a:r>
          </a:p>
        </p:txBody>
      </p:sp>
      <p:sp>
        <p:nvSpPr>
          <p:cNvPr id="3" name="Content Placeholder 2">
            <a:extLst>
              <a:ext uri="{FF2B5EF4-FFF2-40B4-BE49-F238E27FC236}">
                <a16:creationId xmlns:a16="http://schemas.microsoft.com/office/drawing/2014/main" id="{766FEDC6-07CB-ADFC-0DC1-2CFCBB0AB1C1}"/>
              </a:ext>
            </a:extLst>
          </p:cNvPr>
          <p:cNvSpPr>
            <a:spLocks noGrp="1"/>
          </p:cNvSpPr>
          <p:nvPr>
            <p:ph idx="1"/>
          </p:nvPr>
        </p:nvSpPr>
        <p:spPr>
          <a:xfrm>
            <a:off x="4926898" y="1087949"/>
            <a:ext cx="6729984" cy="5367901"/>
          </a:xfrm>
        </p:spPr>
        <p:txBody>
          <a:bodyPr>
            <a:normAutofit fontScale="92500"/>
          </a:bodyPr>
          <a:lstStyle/>
          <a:p>
            <a:pPr marL="0" indent="0">
              <a:lnSpc>
                <a:spcPct val="115000"/>
              </a:lnSpc>
              <a:spcAft>
                <a:spcPts val="800"/>
              </a:spcAft>
              <a:buNone/>
            </a:pPr>
            <a:r>
              <a:rPr lang="en-US" sz="1700" kern="100" dirty="0">
                <a:cs typeface="Times New Roman" panose="02020603050405020304" pitchFamily="18" charset="0"/>
              </a:rPr>
              <a:t>[</a:t>
            </a:r>
            <a:r>
              <a:rPr lang="en-US" sz="1700" kern="100" dirty="0" err="1">
                <a:cs typeface="Times New Roman" panose="02020603050405020304" pitchFamily="18" charset="0"/>
              </a:rPr>
              <a:t>Tudino</a:t>
            </a:r>
            <a:r>
              <a:rPr lang="en-US" sz="1700" kern="100" dirty="0">
                <a:cs typeface="Times New Roman" panose="02020603050405020304" pitchFamily="18" charset="0"/>
              </a:rPr>
              <a:t> &amp; Qin, 2023] write that “the inquiry into AI and ChatGPT’s role in academia predominantly centers on ethical and authenticity concerns”.</a:t>
            </a:r>
          </a:p>
          <a:p>
            <a:pPr marL="0" indent="0">
              <a:lnSpc>
                <a:spcPct val="115000"/>
              </a:lnSpc>
              <a:spcAft>
                <a:spcPts val="800"/>
              </a:spcAft>
              <a:buNone/>
            </a:pPr>
            <a:r>
              <a:rPr lang="en-US" sz="1700" kern="100" dirty="0">
                <a:cs typeface="Times New Roman" panose="02020603050405020304" pitchFamily="18" charset="0"/>
              </a:rPr>
              <a:t>Significant portion of the literature is dedicated to the ethical issues emerging from the model’s utilization and the threats associated with large language models and their impact on academic works’ authenticity and credibility (i.e. [</a:t>
            </a:r>
            <a:r>
              <a:rPr lang="en-US" sz="1700" kern="100" dirty="0" err="1">
                <a:cs typeface="Times New Roman" panose="02020603050405020304" pitchFamily="18" charset="0"/>
              </a:rPr>
              <a:t>Sardinha</a:t>
            </a:r>
            <a:r>
              <a:rPr lang="en-US" sz="1700" kern="100" dirty="0">
                <a:cs typeface="Times New Roman" panose="02020603050405020304" pitchFamily="18" charset="0"/>
              </a:rPr>
              <a:t>, 2024] compares human written and LLM generated text focusing on authorship problems).</a:t>
            </a:r>
          </a:p>
          <a:p>
            <a:pPr marL="0" indent="0">
              <a:lnSpc>
                <a:spcPct val="115000"/>
              </a:lnSpc>
              <a:spcAft>
                <a:spcPts val="800"/>
              </a:spcAft>
              <a:buNone/>
            </a:pPr>
            <a:r>
              <a:rPr lang="en-US" sz="1700" kern="100" dirty="0">
                <a:cs typeface="Times New Roman" panose="02020603050405020304" pitchFamily="18" charset="0"/>
              </a:rPr>
              <a:t>Considerable attention is devoted to content (i.e. [Hinton &amp; </a:t>
            </a:r>
            <a:r>
              <a:rPr lang="en-US" sz="1700" kern="100" dirty="0" err="1">
                <a:cs typeface="Times New Roman" panose="02020603050405020304" pitchFamily="18" charset="0"/>
              </a:rPr>
              <a:t>Wagemans</a:t>
            </a:r>
            <a:r>
              <a:rPr lang="en-US" sz="1700" kern="100" dirty="0">
                <a:cs typeface="Times New Roman" panose="02020603050405020304" pitchFamily="18" charset="0"/>
              </a:rPr>
              <a:t>, 2023] study the quality of argumentative texts produced by GPT-3 ), whereas “form” (intended as the AI-generated-texts linguistic resemblance to human writing) remains largely unexplored. </a:t>
            </a:r>
          </a:p>
          <a:p>
            <a:pPr marL="0" indent="0">
              <a:buNone/>
            </a:pPr>
            <a:r>
              <a:rPr lang="en-US" sz="1700" kern="100" dirty="0">
                <a:cs typeface="Times New Roman" panose="02020603050405020304" pitchFamily="18" charset="0"/>
              </a:rPr>
              <a:t>This suggests the need for further in-depth investigation into the linguistic characteristics and patterns of AI-generated academic prose to determine whether ChatGPT effectively emulates human writing also in terms of language choices.</a:t>
            </a:r>
          </a:p>
        </p:txBody>
      </p:sp>
      <p:sp>
        <p:nvSpPr>
          <p:cNvPr id="4" name="Text Placeholder 3">
            <a:extLst>
              <a:ext uri="{FF2B5EF4-FFF2-40B4-BE49-F238E27FC236}">
                <a16:creationId xmlns:a16="http://schemas.microsoft.com/office/drawing/2014/main" id="{82F7D0E2-0BFB-1CCC-F92A-F6F8F5F16C1B}"/>
              </a:ext>
            </a:extLst>
          </p:cNvPr>
          <p:cNvSpPr>
            <a:spLocks noGrp="1"/>
          </p:cNvSpPr>
          <p:nvPr>
            <p:ph type="body" sz="half" idx="2"/>
          </p:nvPr>
        </p:nvSpPr>
        <p:spPr/>
        <p:txBody>
          <a:bodyPr/>
          <a:lstStyle/>
          <a:p>
            <a:r>
              <a:rPr lang="en-US" dirty="0">
                <a:ea typeface="Aptos" panose="020B0004020202020204" pitchFamily="34" charset="0"/>
                <a:cs typeface="Times New Roman" panose="02020603050405020304" pitchFamily="18" charset="0"/>
              </a:rPr>
              <a:t>W</a:t>
            </a:r>
            <a:r>
              <a:rPr lang="en-US" sz="1800" dirty="0">
                <a:effectLst/>
                <a:ea typeface="Aptos" panose="020B0004020202020204" pitchFamily="34" charset="0"/>
                <a:cs typeface="Times New Roman" panose="02020603050405020304" pitchFamily="18" charset="0"/>
              </a:rPr>
              <a:t>e know little about the linguistic and dialogical differences of argumentation between AI and human written texts</a:t>
            </a:r>
            <a:endParaRPr lang="en-US" dirty="0"/>
          </a:p>
        </p:txBody>
      </p:sp>
      <p:sp>
        <p:nvSpPr>
          <p:cNvPr id="7" name="Slide Number Placeholder 6">
            <a:extLst>
              <a:ext uri="{FF2B5EF4-FFF2-40B4-BE49-F238E27FC236}">
                <a16:creationId xmlns:a16="http://schemas.microsoft.com/office/drawing/2014/main" id="{C59FFA87-40A6-75B0-AF25-2B71657D6737}"/>
              </a:ext>
            </a:extLst>
          </p:cNvPr>
          <p:cNvSpPr>
            <a:spLocks noGrp="1"/>
          </p:cNvSpPr>
          <p:nvPr>
            <p:ph type="sldNum" sz="quarter" idx="12"/>
          </p:nvPr>
        </p:nvSpPr>
        <p:spPr/>
        <p:txBody>
          <a:bodyPr/>
          <a:lstStyle/>
          <a:p>
            <a:fld id="{A65A5C87-DF58-40C8-B092-1DE63DB4547E}" type="slidenum">
              <a:rPr lang="en-US" smtClean="0"/>
              <a:t>18</a:t>
            </a:fld>
            <a:endParaRPr lang="en-US" dirty="0"/>
          </a:p>
        </p:txBody>
      </p:sp>
    </p:spTree>
    <p:extLst>
      <p:ext uri="{BB962C8B-B14F-4D97-AF65-F5344CB8AC3E}">
        <p14:creationId xmlns:p14="http://schemas.microsoft.com/office/powerpoint/2010/main" val="1974002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969C-4817-8126-A71D-B923CE0F42E9}"/>
              </a:ext>
            </a:extLst>
          </p:cNvPr>
          <p:cNvSpPr>
            <a:spLocks noGrp="1"/>
          </p:cNvSpPr>
          <p:nvPr>
            <p:ph type="title"/>
          </p:nvPr>
        </p:nvSpPr>
        <p:spPr/>
        <p:txBody>
          <a:bodyPr/>
          <a:lstStyle/>
          <a:p>
            <a:r>
              <a:rPr lang="en-US"/>
              <a:t>Related work</a:t>
            </a:r>
            <a:endParaRPr lang="en-US" dirty="0"/>
          </a:p>
        </p:txBody>
      </p:sp>
      <p:sp>
        <p:nvSpPr>
          <p:cNvPr id="3" name="Content Placeholder 2">
            <a:extLst>
              <a:ext uri="{FF2B5EF4-FFF2-40B4-BE49-F238E27FC236}">
                <a16:creationId xmlns:a16="http://schemas.microsoft.com/office/drawing/2014/main" id="{AA1D578E-F05E-A2BD-FA9D-06C0BA38F123}"/>
              </a:ext>
            </a:extLst>
          </p:cNvPr>
          <p:cNvSpPr>
            <a:spLocks noGrp="1"/>
          </p:cNvSpPr>
          <p:nvPr>
            <p:ph idx="1"/>
          </p:nvPr>
        </p:nvSpPr>
        <p:spPr>
          <a:xfrm>
            <a:off x="1115568" y="2133600"/>
            <a:ext cx="10168128" cy="4038600"/>
          </a:xfrm>
        </p:spPr>
        <p:txBody>
          <a:bodyPr>
            <a:normAutofit fontScale="92500" lnSpcReduction="10000"/>
          </a:bodyPr>
          <a:lstStyle/>
          <a:p>
            <a:pPr marL="0" indent="0">
              <a:lnSpc>
                <a:spcPct val="115000"/>
              </a:lnSpc>
              <a:spcAft>
                <a:spcPts val="800"/>
              </a:spcAft>
              <a:buNone/>
            </a:pPr>
            <a:r>
              <a:rPr lang="en-US" sz="1800" kern="100" dirty="0">
                <a:ea typeface="Aptos" panose="020B0004020202020204" pitchFamily="34" charset="0"/>
                <a:cs typeface="Times New Roman" panose="02020603050405020304" pitchFamily="18" charset="0"/>
              </a:rPr>
              <a:t>Two papers </a:t>
            </a:r>
            <a:r>
              <a:rPr lang="en-US" sz="1800" kern="100" dirty="0">
                <a:effectLst/>
                <a:ea typeface="Aptos" panose="020B0004020202020204" pitchFamily="34" charset="0"/>
                <a:cs typeface="Times New Roman" panose="02020603050405020304" pitchFamily="18" charset="0"/>
              </a:rPr>
              <a:t>investigate into the linguistic characteristics and patterns of AI-generated texts. </a:t>
            </a:r>
          </a:p>
          <a:p>
            <a:pPr mar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a:t>
            </a:r>
            <a:r>
              <a:rPr lang="en-US" sz="1800" kern="100" dirty="0" err="1">
                <a:effectLst/>
                <a:ea typeface="Aptos" panose="020B0004020202020204" pitchFamily="34" charset="0"/>
                <a:cs typeface="Times New Roman" panose="02020603050405020304" pitchFamily="18" charset="0"/>
              </a:rPr>
              <a:t>Tudino</a:t>
            </a:r>
            <a:r>
              <a:rPr lang="en-US" sz="1800" kern="100" dirty="0">
                <a:effectLst/>
                <a:ea typeface="Aptos" panose="020B0004020202020204" pitchFamily="34" charset="0"/>
                <a:cs typeface="Times New Roman" panose="02020603050405020304" pitchFamily="18" charset="0"/>
              </a:rPr>
              <a:t> &amp; Qin, 2023] analyze the differences in terms of parts of speech, subordinating conjunctions, 3-gram and 4-gram phraseologies between ChatGPT-generated academic texts in comparison to human-authored texts in the field of social sciences.</a:t>
            </a:r>
          </a:p>
          <a:p>
            <a:pPr marL="0" indent="0">
              <a:lnSpc>
                <a:spcPct val="115000"/>
              </a:lnSpc>
              <a:spcAft>
                <a:spcPts val="800"/>
              </a:spcAft>
              <a:buNone/>
            </a:pPr>
            <a:r>
              <a:rPr lang="en-US" sz="1800" kern="100" dirty="0">
                <a:ea typeface="Aptos" panose="020B0004020202020204" pitchFamily="34" charset="0"/>
                <a:cs typeface="Times New Roman" panose="02020603050405020304" pitchFamily="18" charset="0"/>
              </a:rPr>
              <a:t>They conclude that </a:t>
            </a:r>
            <a:r>
              <a:rPr lang="en-US" sz="1800" dirty="0"/>
              <a:t>ChatGPT can produce academic-style texts, but falls short in terms of linguistic complexity, coherence, and the appropriateness of formal academic language.</a:t>
            </a:r>
            <a:endParaRPr lang="en-US" sz="1800" kern="100" dirty="0">
              <a:effectLst/>
              <a:ea typeface="Aptos" panose="020B0004020202020204" pitchFamily="34" charset="0"/>
              <a:cs typeface="Times New Roman" panose="02020603050405020304" pitchFamily="18" charset="0"/>
            </a:endParaRPr>
          </a:p>
          <a:p>
            <a:pPr mar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The authors note that research </a:t>
            </a:r>
            <a:r>
              <a:rPr lang="en-US" sz="1800" dirty="0"/>
              <a:t>focuses on social sciences, and the result may not be generalizable to other academic fields.</a:t>
            </a:r>
          </a:p>
          <a:p>
            <a:pPr mar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Coherence discourse markers are not analyzed, and text are generated only ChatGPT-3.5 (so the research is already outdated).</a:t>
            </a:r>
          </a:p>
          <a:p>
            <a:pPr marL="0" indent="0">
              <a:buNone/>
            </a:pPr>
            <a:endParaRPr lang="en-US" dirty="0"/>
          </a:p>
        </p:txBody>
      </p:sp>
      <p:sp>
        <p:nvSpPr>
          <p:cNvPr id="6" name="Slide Number Placeholder 5">
            <a:extLst>
              <a:ext uri="{FF2B5EF4-FFF2-40B4-BE49-F238E27FC236}">
                <a16:creationId xmlns:a16="http://schemas.microsoft.com/office/drawing/2014/main" id="{93239742-8A29-8FCA-6B00-B5807DD86DD8}"/>
              </a:ext>
            </a:extLst>
          </p:cNvPr>
          <p:cNvSpPr>
            <a:spLocks noGrp="1"/>
          </p:cNvSpPr>
          <p:nvPr>
            <p:ph type="sldNum" sz="quarter" idx="12"/>
          </p:nvPr>
        </p:nvSpPr>
        <p:spPr/>
        <p:txBody>
          <a:bodyPr/>
          <a:lstStyle/>
          <a:p>
            <a:fld id="{A65A5C87-DF58-40C8-B092-1DE63DB4547E}" type="slidenum">
              <a:rPr lang="en-US" smtClean="0"/>
              <a:t>19</a:t>
            </a:fld>
            <a:endParaRPr lang="en-US" dirty="0"/>
          </a:p>
        </p:txBody>
      </p:sp>
    </p:spTree>
    <p:extLst>
      <p:ext uri="{BB962C8B-B14F-4D97-AF65-F5344CB8AC3E}">
        <p14:creationId xmlns:p14="http://schemas.microsoft.com/office/powerpoint/2010/main" val="4240739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969C-4817-8126-A71D-B923CE0F42E9}"/>
              </a:ext>
            </a:extLst>
          </p:cNvPr>
          <p:cNvSpPr>
            <a:spLocks noGrp="1"/>
          </p:cNvSpPr>
          <p:nvPr>
            <p:ph type="title"/>
          </p:nvPr>
        </p:nvSpPr>
        <p:spPr/>
        <p:txBody>
          <a:bodyPr/>
          <a:lstStyle/>
          <a:p>
            <a:r>
              <a:rPr lang="en-US" dirty="0"/>
              <a:t>Related work</a:t>
            </a:r>
          </a:p>
        </p:txBody>
      </p:sp>
      <p:sp>
        <p:nvSpPr>
          <p:cNvPr id="3" name="Content Placeholder 2">
            <a:extLst>
              <a:ext uri="{FF2B5EF4-FFF2-40B4-BE49-F238E27FC236}">
                <a16:creationId xmlns:a16="http://schemas.microsoft.com/office/drawing/2014/main" id="{AA1D578E-F05E-A2BD-FA9D-06C0BA38F123}"/>
              </a:ext>
            </a:extLst>
          </p:cNvPr>
          <p:cNvSpPr>
            <a:spLocks noGrp="1"/>
          </p:cNvSpPr>
          <p:nvPr>
            <p:ph idx="1"/>
          </p:nvPr>
        </p:nvSpPr>
        <p:spPr>
          <a:xfrm>
            <a:off x="1115568" y="2095500"/>
            <a:ext cx="10168128" cy="4333292"/>
          </a:xfrm>
        </p:spPr>
        <p:txBody>
          <a:bodyPr>
            <a:normAutofit fontScale="77500" lnSpcReduction="20000"/>
          </a:bodyPr>
          <a:lstStyle/>
          <a:p>
            <a:pPr marL="0" indent="0">
              <a:lnSpc>
                <a:spcPct val="115000"/>
              </a:lnSpc>
              <a:spcAft>
                <a:spcPts val="800"/>
              </a:spcAft>
              <a:buNone/>
            </a:pPr>
            <a:r>
              <a:rPr lang="en-US" sz="2100" kern="100" dirty="0">
                <a:effectLst/>
                <a:ea typeface="Aptos" panose="020B0004020202020204" pitchFamily="34" charset="0"/>
                <a:cs typeface="Times New Roman" panose="02020603050405020304" pitchFamily="18" charset="0"/>
              </a:rPr>
              <a:t>[Herbold et al. 2023] compare AI-generated argumentative essays with essays written by students. They analyze nominalization and sentence complexity, modal and epistemic constructions, lexical diversity and the use of linking discourse markers.  </a:t>
            </a:r>
          </a:p>
          <a:p>
            <a:pPr marL="0" indent="0">
              <a:lnSpc>
                <a:spcPct val="115000"/>
              </a:lnSpc>
              <a:spcAft>
                <a:spcPts val="800"/>
              </a:spcAft>
              <a:buNone/>
            </a:pPr>
            <a:r>
              <a:rPr lang="en-US" sz="2100" kern="100" dirty="0">
                <a:effectLst/>
                <a:ea typeface="Aptos" panose="020B0004020202020204" pitchFamily="34" charset="0"/>
                <a:cs typeface="Times New Roman" panose="02020603050405020304" pitchFamily="18" charset="0"/>
              </a:rPr>
              <a:t>They combine human scoring and quantitative analysis and conclude that ChatGPT-generated essays were generally rated higher in quality than human-written. ChatGPT-4 outperformed ChatGPT-3.5 in most areas. </a:t>
            </a:r>
          </a:p>
          <a:p>
            <a:pPr marL="0" indent="0">
              <a:lnSpc>
                <a:spcPct val="115000"/>
              </a:lnSpc>
              <a:spcAft>
                <a:spcPts val="800"/>
              </a:spcAft>
              <a:buNone/>
            </a:pPr>
            <a:r>
              <a:rPr lang="en-US" sz="2100" kern="100" dirty="0">
                <a:effectLst/>
                <a:ea typeface="Aptos" panose="020B0004020202020204" pitchFamily="34" charset="0"/>
                <a:cs typeface="Times New Roman" panose="02020603050405020304" pitchFamily="18" charset="0"/>
              </a:rPr>
              <a:t>They employ the Penn Discourse Treebank list of linking </a:t>
            </a:r>
            <a:r>
              <a:rPr lang="en-US" sz="2100" u="sng" kern="100" dirty="0">
                <a:solidFill>
                  <a:srgbClr val="467886"/>
                </a:solidFill>
                <a:effectLst/>
                <a:ea typeface="Aptos" panose="020B0004020202020204" pitchFamily="34" charset="0"/>
                <a:cs typeface="Times New Roman" panose="02020603050405020304" pitchFamily="18" charset="0"/>
                <a:hlinkClick r:id="rId2"/>
              </a:rPr>
              <a:t>discourse markers</a:t>
            </a:r>
            <a:r>
              <a:rPr lang="en-US" sz="2100" kern="100" dirty="0">
                <a:effectLst/>
                <a:ea typeface="Aptos" panose="020B0004020202020204" pitchFamily="34" charset="0"/>
                <a:cs typeface="Times New Roman" panose="02020603050405020304" pitchFamily="18" charset="0"/>
              </a:rPr>
              <a:t>, which does not include all of </a:t>
            </a:r>
            <a:r>
              <a:rPr lang="en-US" sz="2100" kern="100" dirty="0" err="1">
                <a:effectLst/>
                <a:ea typeface="Aptos" panose="020B0004020202020204" pitchFamily="34" charset="0"/>
                <a:cs typeface="Times New Roman" panose="02020603050405020304" pitchFamily="18" charset="0"/>
              </a:rPr>
              <a:t>Biber’s</a:t>
            </a:r>
            <a:r>
              <a:rPr lang="en-US" sz="2100" kern="100" dirty="0">
                <a:effectLst/>
                <a:ea typeface="Aptos" panose="020B0004020202020204" pitchFamily="34" charset="0"/>
                <a:cs typeface="Times New Roman" panose="02020603050405020304" pitchFamily="18" charset="0"/>
              </a:rPr>
              <a:t> adverbials (only single word markers are included) and discourse markers are not categorized according to their semantic function.</a:t>
            </a:r>
          </a:p>
          <a:p>
            <a:pPr marL="0" indent="0">
              <a:lnSpc>
                <a:spcPct val="115000"/>
              </a:lnSpc>
              <a:spcAft>
                <a:spcPts val="800"/>
              </a:spcAft>
              <a:buNone/>
            </a:pPr>
            <a:r>
              <a:rPr lang="en-US" sz="2100" kern="100" dirty="0">
                <a:effectLst/>
                <a:ea typeface="Aptos" panose="020B0004020202020204" pitchFamily="34" charset="0"/>
                <a:cs typeface="Times New Roman" panose="02020603050405020304" pitchFamily="18" charset="0"/>
              </a:rPr>
              <a:t>They find that “While there is no difference in the use of discourse markers between humans and ChatGPT-3, </a:t>
            </a:r>
            <a:r>
              <a:rPr lang="en-US" sz="2100" i="1" kern="100" dirty="0">
                <a:effectLst/>
                <a:ea typeface="Aptos" panose="020B0004020202020204" pitchFamily="34" charset="0"/>
                <a:cs typeface="Times New Roman" panose="02020603050405020304" pitchFamily="18" charset="0"/>
              </a:rPr>
              <a:t>ChatGPT-4 uses significantly fewer discourse markers</a:t>
            </a:r>
            <a:r>
              <a:rPr lang="en-US" sz="2100" kern="100" dirty="0">
                <a:effectLst/>
                <a:ea typeface="Aptos" panose="020B0004020202020204" pitchFamily="34" charset="0"/>
                <a:cs typeface="Times New Roman" panose="02020603050405020304" pitchFamily="18" charset="0"/>
              </a:rPr>
              <a:t>” and conclude that “We believe that this might be due to the rigid structure of the generated essays: </a:t>
            </a:r>
            <a:r>
              <a:rPr lang="en-US" sz="2100" i="1" kern="100" dirty="0">
                <a:effectLst/>
                <a:ea typeface="Aptos" panose="020B0004020202020204" pitchFamily="34" charset="0"/>
                <a:cs typeface="Times New Roman" panose="02020603050405020304" pitchFamily="18" charset="0"/>
              </a:rPr>
              <a:t>instead of using discourse markers, the AI models provide a clear logical structure by separating the different arguments into paragraphs</a:t>
            </a:r>
            <a:r>
              <a:rPr lang="en-US" sz="2100" kern="100" dirty="0">
                <a:effectLst/>
                <a:ea typeface="Aptos" panose="020B0004020202020204" pitchFamily="34" charset="0"/>
                <a:cs typeface="Times New Roman" panose="02020603050405020304" pitchFamily="18" charset="0"/>
              </a:rPr>
              <a:t>, thereby reducing the need for discourse markers.”</a:t>
            </a:r>
          </a:p>
          <a:p>
            <a:pPr marL="0" indent="0">
              <a:lnSpc>
                <a:spcPct val="115000"/>
              </a:lnSpc>
              <a:spcAft>
                <a:spcPts val="800"/>
              </a:spcAft>
              <a:buNone/>
            </a:pPr>
            <a:r>
              <a:rPr lang="en-US" sz="2100" kern="100" dirty="0">
                <a:effectLst/>
                <a:ea typeface="Aptos" panose="020B0004020202020204" pitchFamily="34" charset="0"/>
                <a:cs typeface="Times New Roman" panose="02020603050405020304" pitchFamily="18" charset="0"/>
              </a:rPr>
              <a:t>They compare ChatGPT-3.5  with ChatGPT-4, </a:t>
            </a:r>
            <a:r>
              <a:rPr lang="en-US" sz="2100" kern="100" dirty="0">
                <a:ea typeface="Aptos" panose="020B0004020202020204" pitchFamily="34" charset="0"/>
                <a:cs typeface="Times New Roman" panose="02020603050405020304" pitchFamily="18" charset="0"/>
              </a:rPr>
              <a:t>o</a:t>
            </a:r>
            <a:r>
              <a:rPr lang="en-US" sz="2100" kern="100" dirty="0">
                <a:effectLst/>
                <a:ea typeface="Aptos" panose="020B0004020202020204" pitchFamily="34" charset="0"/>
                <a:cs typeface="Times New Roman" panose="02020603050405020304" pitchFamily="18" charset="0"/>
              </a:rPr>
              <a:t>ther LLMs are not considered.</a:t>
            </a:r>
            <a:endParaRPr lang="en-US" dirty="0"/>
          </a:p>
        </p:txBody>
      </p:sp>
      <p:sp>
        <p:nvSpPr>
          <p:cNvPr id="6" name="Slide Number Placeholder 5">
            <a:extLst>
              <a:ext uri="{FF2B5EF4-FFF2-40B4-BE49-F238E27FC236}">
                <a16:creationId xmlns:a16="http://schemas.microsoft.com/office/drawing/2014/main" id="{93239742-8A29-8FCA-6B00-B5807DD86DD8}"/>
              </a:ext>
            </a:extLst>
          </p:cNvPr>
          <p:cNvSpPr>
            <a:spLocks noGrp="1"/>
          </p:cNvSpPr>
          <p:nvPr>
            <p:ph type="sldNum" sz="quarter" idx="12"/>
          </p:nvPr>
        </p:nvSpPr>
        <p:spPr/>
        <p:txBody>
          <a:bodyPr/>
          <a:lstStyle/>
          <a:p>
            <a:fld id="{A65A5C87-DF58-40C8-B092-1DE63DB4547E}" type="slidenum">
              <a:rPr lang="en-US" smtClean="0"/>
              <a:t>20</a:t>
            </a:fld>
            <a:endParaRPr lang="en-US" dirty="0"/>
          </a:p>
        </p:txBody>
      </p:sp>
    </p:spTree>
    <p:extLst>
      <p:ext uri="{BB962C8B-B14F-4D97-AF65-F5344CB8AC3E}">
        <p14:creationId xmlns:p14="http://schemas.microsoft.com/office/powerpoint/2010/main" val="2173780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dirty="0"/>
              <a:t>Research questions</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r>
              <a:rPr lang="en-US" dirty="0"/>
              <a:t> </a:t>
            </a:r>
          </a:p>
        </p:txBody>
      </p:sp>
    </p:spTree>
    <p:extLst>
      <p:ext uri="{BB962C8B-B14F-4D97-AF65-F5344CB8AC3E}">
        <p14:creationId xmlns:p14="http://schemas.microsoft.com/office/powerpoint/2010/main" val="3218114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B35D3C1D-A6AE-4FCA-BB76-A4748CE5DE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F1187E-1B5C-5032-2E88-B38EDD9911BB}"/>
              </a:ext>
            </a:extLst>
          </p:cNvPr>
          <p:cNvSpPr>
            <a:spLocks noGrp="1"/>
          </p:cNvSpPr>
          <p:nvPr>
            <p:ph type="title"/>
          </p:nvPr>
        </p:nvSpPr>
        <p:spPr>
          <a:xfrm>
            <a:off x="586092" y="1824176"/>
            <a:ext cx="11019815" cy="3148676"/>
          </a:xfrm>
        </p:spPr>
        <p:txBody>
          <a:bodyPr vert="horz" lIns="91440" tIns="45720" rIns="91440" bIns="45720" rtlCol="0" anchor="ctr">
            <a:normAutofit/>
          </a:bodyPr>
          <a:lstStyle/>
          <a:p>
            <a:pPr lvl="0">
              <a:spcAft>
                <a:spcPts val="800"/>
              </a:spcAft>
              <a:tabLst>
                <a:tab pos="457200" algn="l"/>
              </a:tabLst>
            </a:pPr>
            <a:r>
              <a:rPr lang="en-US" sz="2400" dirty="0">
                <a:effectLst/>
              </a:rPr>
              <a:t>Q1 - How do patterns of linking adverbial usage differ between</a:t>
            </a:r>
            <a:br>
              <a:rPr lang="en-US" sz="2400" dirty="0">
                <a:effectLst/>
              </a:rPr>
            </a:br>
            <a:r>
              <a:rPr lang="en-US" sz="2400" dirty="0">
                <a:effectLst/>
              </a:rPr>
              <a:t>         student-written and LLM-generated argumentative essays?</a:t>
            </a:r>
            <a:br>
              <a:rPr lang="en-US" sz="2400" dirty="0">
                <a:effectLst/>
              </a:rPr>
            </a:br>
            <a:br>
              <a:rPr lang="en-US" sz="2400" dirty="0">
                <a:effectLst/>
              </a:rPr>
            </a:br>
            <a:r>
              <a:rPr lang="en-US" sz="2400" dirty="0">
                <a:effectLst/>
              </a:rPr>
              <a:t>Q2 - What variations exist in linking adverbial use among different LLMs?</a:t>
            </a:r>
            <a:br>
              <a:rPr lang="en-US" sz="2400" dirty="0">
                <a:effectLst/>
              </a:rPr>
            </a:br>
            <a:br>
              <a:rPr lang="en-US" sz="2400" dirty="0">
                <a:effectLst/>
              </a:rPr>
            </a:br>
            <a:r>
              <a:rPr lang="en-US" sz="2400" dirty="0">
                <a:effectLst/>
              </a:rPr>
              <a:t>Q3 - What do these differences imply about the argumentative writing of</a:t>
            </a:r>
            <a:br>
              <a:rPr lang="en-US" sz="2400" dirty="0">
                <a:effectLst/>
              </a:rPr>
            </a:br>
            <a:r>
              <a:rPr lang="en-US" sz="2400" dirty="0">
                <a:effectLst/>
              </a:rPr>
              <a:t>         LLMs?</a:t>
            </a:r>
            <a:br>
              <a:rPr lang="en-US" sz="2400" dirty="0">
                <a:effectLst/>
              </a:rPr>
            </a:br>
            <a:endParaRPr lang="en-US" sz="2400" dirty="0"/>
          </a:p>
        </p:txBody>
      </p:sp>
      <p:sp>
        <p:nvSpPr>
          <p:cNvPr id="17" name="Rectangle 16">
            <a:extLst>
              <a:ext uri="{FF2B5EF4-FFF2-40B4-BE49-F238E27FC236}">
                <a16:creationId xmlns:a16="http://schemas.microsoft.com/office/drawing/2014/main" id="{6D5BF818-2283-4CC9-A120-9225CEDFA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3350"/>
            <a:ext cx="128016" cy="2468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063A42EF-20CC-4BCC-9D0B-222CF3AAE8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945" y="5109377"/>
            <a:ext cx="109270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0708CF16-C7DD-A0A2-35E7-A577D0513E4C}"/>
              </a:ext>
            </a:extLst>
          </p:cNvPr>
          <p:cNvSpPr>
            <a:spLocks noGrp="1"/>
          </p:cNvSpPr>
          <p:nvPr>
            <p:ph type="sldNum" sz="quarter" idx="12"/>
          </p:nvPr>
        </p:nvSpPr>
        <p:spPr>
          <a:xfrm>
            <a:off x="8890590" y="6356350"/>
            <a:ext cx="2743200" cy="365125"/>
          </a:xfrm>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22</a:t>
            </a:fld>
            <a:endParaRPr lang="en-US"/>
          </a:p>
        </p:txBody>
      </p:sp>
    </p:spTree>
    <p:extLst>
      <p:ext uri="{BB962C8B-B14F-4D97-AF65-F5344CB8AC3E}">
        <p14:creationId xmlns:p14="http://schemas.microsoft.com/office/powerpoint/2010/main" val="2242760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dirty="0"/>
              <a:t>Methodology</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r>
              <a:rPr lang="en-US" dirty="0"/>
              <a:t>Corpus creation</a:t>
            </a:r>
          </a:p>
        </p:txBody>
      </p:sp>
    </p:spTree>
    <p:extLst>
      <p:ext uri="{BB962C8B-B14F-4D97-AF65-F5344CB8AC3E}">
        <p14:creationId xmlns:p14="http://schemas.microsoft.com/office/powerpoint/2010/main" val="19054235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66CD1-E899-0581-EBBB-15E236273FD9}"/>
              </a:ext>
            </a:extLst>
          </p:cNvPr>
          <p:cNvSpPr>
            <a:spLocks noGrp="1"/>
          </p:cNvSpPr>
          <p:nvPr>
            <p:ph type="title"/>
          </p:nvPr>
        </p:nvSpPr>
        <p:spPr/>
        <p:txBody>
          <a:bodyPr/>
          <a:lstStyle/>
          <a:p>
            <a:r>
              <a:rPr lang="en-US" dirty="0"/>
              <a:t>Options for reference corpus</a:t>
            </a:r>
          </a:p>
        </p:txBody>
      </p:sp>
      <p:sp>
        <p:nvSpPr>
          <p:cNvPr id="7" name="Text Placeholder 6">
            <a:extLst>
              <a:ext uri="{FF2B5EF4-FFF2-40B4-BE49-F238E27FC236}">
                <a16:creationId xmlns:a16="http://schemas.microsoft.com/office/drawing/2014/main" id="{0646D65C-C845-4C58-73D7-8852742898B5}"/>
              </a:ext>
            </a:extLst>
          </p:cNvPr>
          <p:cNvSpPr>
            <a:spLocks noGrp="1"/>
          </p:cNvSpPr>
          <p:nvPr>
            <p:ph type="body" idx="1"/>
          </p:nvPr>
        </p:nvSpPr>
        <p:spPr/>
        <p:txBody>
          <a:bodyPr>
            <a:normAutofit fontScale="70000" lnSpcReduction="20000"/>
          </a:bodyPr>
          <a:lstStyle/>
          <a:p>
            <a:r>
              <a:rPr lang="en-US" sz="2400" kern="100" dirty="0">
                <a:effectLst/>
                <a:latin typeface="Aptos" panose="020B0004020202020204" pitchFamily="34" charset="0"/>
                <a:ea typeface="Aptos" panose="020B0004020202020204" pitchFamily="34" charset="0"/>
                <a:cs typeface="Times New Roman" panose="02020603050405020304" pitchFamily="18" charset="0"/>
              </a:rPr>
              <a:t>Corpus of Argument-Annotated Persuasive Essays</a:t>
            </a:r>
          </a:p>
          <a:p>
            <a:endParaRPr lang="en-US" dirty="0"/>
          </a:p>
        </p:txBody>
      </p:sp>
      <p:sp>
        <p:nvSpPr>
          <p:cNvPr id="8" name="Content Placeholder 7">
            <a:extLst>
              <a:ext uri="{FF2B5EF4-FFF2-40B4-BE49-F238E27FC236}">
                <a16:creationId xmlns:a16="http://schemas.microsoft.com/office/drawing/2014/main" id="{BFE806CA-4AAF-4956-E66B-43BD335D9576}"/>
              </a:ext>
            </a:extLst>
          </p:cNvPr>
          <p:cNvSpPr>
            <a:spLocks noGrp="1"/>
          </p:cNvSpPr>
          <p:nvPr>
            <p:ph sz="half" idx="2"/>
          </p:nvPr>
        </p:nvSpPr>
        <p:spPr/>
        <p:txBody>
          <a:bodyPr>
            <a:normAutofit fontScale="92500"/>
          </a:bodyPr>
          <a:lstStyle/>
          <a:p>
            <a:pPr>
              <a:lnSpc>
                <a:spcPct val="115000"/>
              </a:lnSpc>
              <a:spcAft>
                <a:spcPts val="800"/>
              </a:spcAft>
            </a:pPr>
            <a:r>
              <a:rPr lang="en-US" sz="1800" kern="100" dirty="0">
                <a:effectLst/>
                <a:ea typeface="Aptos" panose="020B0004020202020204" pitchFamily="34" charset="0"/>
                <a:cs typeface="Times New Roman" panose="02020603050405020304" pitchFamily="18" charset="0"/>
              </a:rPr>
              <a:t>[Stab &amp; </a:t>
            </a:r>
            <a:r>
              <a:rPr lang="en-US" sz="1800" kern="100" dirty="0" err="1">
                <a:effectLst/>
                <a:ea typeface="Aptos" panose="020B0004020202020204" pitchFamily="34" charset="0"/>
                <a:cs typeface="Times New Roman" panose="02020603050405020304" pitchFamily="18" charset="0"/>
              </a:rPr>
              <a:t>Gurevyc</a:t>
            </a:r>
            <a:r>
              <a:rPr lang="en-US" sz="1800" kern="100" dirty="0">
                <a:effectLst/>
                <a:ea typeface="Aptos" panose="020B0004020202020204" pitchFamily="34" charset="0"/>
                <a:cs typeface="Times New Roman" panose="02020603050405020304" pitchFamily="18" charset="0"/>
              </a:rPr>
              <a:t>, 2017]</a:t>
            </a:r>
          </a:p>
          <a:p>
            <a:pPr>
              <a:lnSpc>
                <a:spcPct val="115000"/>
              </a:lnSpc>
              <a:spcAft>
                <a:spcPts val="800"/>
              </a:spcAft>
            </a:pPr>
            <a:r>
              <a:rPr lang="en-US" sz="1800" kern="100" dirty="0">
                <a:effectLst/>
                <a:ea typeface="Aptos" panose="020B0004020202020204" pitchFamily="34" charset="0"/>
                <a:cs typeface="Times New Roman" panose="02020603050405020304" pitchFamily="18" charset="0"/>
              </a:rPr>
              <a:t>contains argumentative essays annotated for various argumentative structures</a:t>
            </a:r>
          </a:p>
          <a:p>
            <a:pPr>
              <a:lnSpc>
                <a:spcPct val="115000"/>
              </a:lnSpc>
              <a:spcAft>
                <a:spcPts val="800"/>
              </a:spcAft>
            </a:pPr>
            <a:r>
              <a:rPr lang="en-US" sz="1800" kern="100" dirty="0">
                <a:effectLst/>
                <a:ea typeface="Aptos" panose="020B0004020202020204" pitchFamily="34" charset="0"/>
                <a:cs typeface="Times New Roman" panose="02020603050405020304" pitchFamily="18" charset="0"/>
              </a:rPr>
              <a:t>the lengths of the essays vary significantly, some consist of only two paragraphs</a:t>
            </a:r>
            <a:endParaRPr lang="en-US" dirty="0"/>
          </a:p>
        </p:txBody>
      </p:sp>
      <p:sp>
        <p:nvSpPr>
          <p:cNvPr id="9" name="Text Placeholder 8">
            <a:extLst>
              <a:ext uri="{FF2B5EF4-FFF2-40B4-BE49-F238E27FC236}">
                <a16:creationId xmlns:a16="http://schemas.microsoft.com/office/drawing/2014/main" id="{FA00032C-0B61-E621-5BFF-C86A3935BFF4}"/>
              </a:ext>
            </a:extLst>
          </p:cNvPr>
          <p:cNvSpPr>
            <a:spLocks noGrp="1"/>
          </p:cNvSpPr>
          <p:nvPr>
            <p:ph type="body" sz="quarter" idx="3"/>
          </p:nvPr>
        </p:nvSpPr>
        <p:spPr/>
        <p:txBody>
          <a:bodyPr/>
          <a:lstStyle/>
          <a:p>
            <a:r>
              <a:rPr lang="en-US" dirty="0"/>
              <a:t>MICUPS Corpus</a:t>
            </a:r>
          </a:p>
          <a:p>
            <a:endParaRPr lang="en-US" dirty="0"/>
          </a:p>
        </p:txBody>
      </p:sp>
      <p:sp>
        <p:nvSpPr>
          <p:cNvPr id="10" name="Content Placeholder 9">
            <a:extLst>
              <a:ext uri="{FF2B5EF4-FFF2-40B4-BE49-F238E27FC236}">
                <a16:creationId xmlns:a16="http://schemas.microsoft.com/office/drawing/2014/main" id="{A8FDC8BF-1CCD-6E9A-D623-88E011274F4A}"/>
              </a:ext>
            </a:extLst>
          </p:cNvPr>
          <p:cNvSpPr>
            <a:spLocks noGrp="1"/>
          </p:cNvSpPr>
          <p:nvPr>
            <p:ph sz="quarter" idx="4"/>
          </p:nvPr>
        </p:nvSpPr>
        <p:spPr/>
        <p:txBody>
          <a:bodyPr>
            <a:normAutofit fontScale="85000" lnSpcReduction="20000"/>
          </a:bodyPr>
          <a:lstStyle/>
          <a:p>
            <a:pPr>
              <a:lnSpc>
                <a:spcPct val="115000"/>
              </a:lnSpc>
              <a:spcAft>
                <a:spcPts val="800"/>
              </a:spcAft>
            </a:pPr>
            <a:r>
              <a:rPr lang="en-US" sz="1800" kern="100" dirty="0">
                <a:effectLst/>
                <a:ea typeface="Aptos" panose="020B0004020202020204" pitchFamily="34" charset="0"/>
                <a:cs typeface="Times New Roman" panose="02020603050405020304" pitchFamily="18" charset="0"/>
              </a:rPr>
              <a:t>Michigan Corpus of Upper-Level Student Papers</a:t>
            </a:r>
          </a:p>
          <a:p>
            <a:pPr>
              <a:lnSpc>
                <a:spcPct val="115000"/>
              </a:lnSpc>
              <a:spcAft>
                <a:spcPts val="800"/>
              </a:spcAft>
            </a:pPr>
            <a:r>
              <a:rPr lang="en-US" sz="1800" kern="100" dirty="0">
                <a:effectLst/>
                <a:ea typeface="Aptos" panose="020B0004020202020204" pitchFamily="34" charset="0"/>
                <a:cs typeface="Times New Roman" panose="02020603050405020304" pitchFamily="18" charset="0"/>
              </a:rPr>
              <a:t>essays often cover highly specialized topics across various fields (economics, philosophy…) and include extensive notes and references</a:t>
            </a:r>
          </a:p>
          <a:p>
            <a:pPr>
              <a:lnSpc>
                <a:spcPct val="115000"/>
              </a:lnSpc>
              <a:spcAft>
                <a:spcPts val="800"/>
              </a:spcAft>
            </a:pPr>
            <a:r>
              <a:rPr lang="en-US" kern="100" dirty="0">
                <a:ea typeface="Aptos" panose="020B0004020202020204" pitchFamily="34" charset="0"/>
                <a:cs typeface="Times New Roman" panose="02020603050405020304" pitchFamily="18" charset="0"/>
              </a:rPr>
              <a:t>e</a:t>
            </a:r>
            <a:r>
              <a:rPr lang="en-US" sz="1800" kern="100" dirty="0">
                <a:effectLst/>
                <a:ea typeface="Aptos" panose="020B0004020202020204" pitchFamily="34" charset="0"/>
                <a:cs typeface="Times New Roman" panose="02020603050405020304" pitchFamily="18" charset="0"/>
              </a:rPr>
              <a:t>ssays can be very long, with some extending to nearly 20,000 words</a:t>
            </a:r>
          </a:p>
          <a:p>
            <a:endParaRPr lang="en-US" dirty="0"/>
          </a:p>
        </p:txBody>
      </p:sp>
      <p:sp>
        <p:nvSpPr>
          <p:cNvPr id="6" name="Slide Number Placeholder 5">
            <a:extLst>
              <a:ext uri="{FF2B5EF4-FFF2-40B4-BE49-F238E27FC236}">
                <a16:creationId xmlns:a16="http://schemas.microsoft.com/office/drawing/2014/main" id="{7AFD25F4-35DC-EE74-8267-F4E327A6FBBA}"/>
              </a:ext>
            </a:extLst>
          </p:cNvPr>
          <p:cNvSpPr>
            <a:spLocks noGrp="1"/>
          </p:cNvSpPr>
          <p:nvPr>
            <p:ph type="sldNum" sz="quarter" idx="12"/>
          </p:nvPr>
        </p:nvSpPr>
        <p:spPr/>
        <p:txBody>
          <a:bodyPr/>
          <a:lstStyle/>
          <a:p>
            <a:fld id="{A65A5C87-DF58-40C8-B092-1DE63DB4547E}" type="slidenum">
              <a:rPr lang="en-US" smtClean="0"/>
              <a:t>24</a:t>
            </a:fld>
            <a:endParaRPr lang="en-US" dirty="0"/>
          </a:p>
        </p:txBody>
      </p:sp>
      <p:sp>
        <p:nvSpPr>
          <p:cNvPr id="11" name="Text Placeholder 10">
            <a:extLst>
              <a:ext uri="{FF2B5EF4-FFF2-40B4-BE49-F238E27FC236}">
                <a16:creationId xmlns:a16="http://schemas.microsoft.com/office/drawing/2014/main" id="{4DEBE712-9C36-9F5E-8487-83D8C5DC5C53}"/>
              </a:ext>
            </a:extLst>
          </p:cNvPr>
          <p:cNvSpPr>
            <a:spLocks noGrp="1"/>
          </p:cNvSpPr>
          <p:nvPr>
            <p:ph type="body" sz="quarter" idx="13"/>
          </p:nvPr>
        </p:nvSpPr>
        <p:spPr/>
        <p:txBody>
          <a:bodyPr/>
          <a:lstStyle/>
          <a:p>
            <a:r>
              <a:rPr lang="en-US" dirty="0"/>
              <a:t>PERSUADE Corpus</a:t>
            </a:r>
          </a:p>
          <a:p>
            <a:endParaRPr lang="en-US" dirty="0"/>
          </a:p>
        </p:txBody>
      </p:sp>
      <p:sp>
        <p:nvSpPr>
          <p:cNvPr id="12" name="Content Placeholder 11">
            <a:extLst>
              <a:ext uri="{FF2B5EF4-FFF2-40B4-BE49-F238E27FC236}">
                <a16:creationId xmlns:a16="http://schemas.microsoft.com/office/drawing/2014/main" id="{A29DC781-C475-4AD2-B12D-CBEF503DABEF}"/>
              </a:ext>
            </a:extLst>
          </p:cNvPr>
          <p:cNvSpPr>
            <a:spLocks noGrp="1"/>
          </p:cNvSpPr>
          <p:nvPr>
            <p:ph sz="quarter" idx="14"/>
          </p:nvPr>
        </p:nvSpPr>
        <p:spPr/>
        <p:txBody>
          <a:bodyPr>
            <a:normAutofit fontScale="85000" lnSpcReduction="10000"/>
          </a:bodyPr>
          <a:lstStyle/>
          <a:p>
            <a:r>
              <a:rPr lang="en-US" sz="1800" kern="100" dirty="0">
                <a:effectLst/>
                <a:ea typeface="Aptos" panose="020B0004020202020204" pitchFamily="34" charset="0"/>
                <a:cs typeface="Times New Roman" panose="02020603050405020304" pitchFamily="18" charset="0"/>
              </a:rPr>
              <a:t>Persuasive Essays for Rating, Selecting, and Understanding Argumentative and Discourse Elements [Crossley et al., 2022]</a:t>
            </a:r>
          </a:p>
          <a:p>
            <a:r>
              <a:rPr lang="en-US" dirty="0">
                <a:ea typeface="Aptos" panose="020B0004020202020204" pitchFamily="34" charset="0"/>
                <a:cs typeface="Times New Roman" panose="02020603050405020304" pitchFamily="18" charset="0"/>
              </a:rPr>
              <a:t>a</a:t>
            </a:r>
            <a:r>
              <a:rPr lang="en-US" sz="1800" dirty="0">
                <a:effectLst/>
                <a:ea typeface="Aptos" panose="020B0004020202020204" pitchFamily="34" charset="0"/>
                <a:cs typeface="Times New Roman" panose="02020603050405020304" pitchFamily="18" charset="0"/>
              </a:rPr>
              <a:t>rgumentative essays written by students in grades 6 through 12; essays are scored</a:t>
            </a:r>
            <a:endParaRPr lang="en-US" sz="1800" kern="100" dirty="0">
              <a:effectLst/>
              <a:ea typeface="Aptos" panose="020B0004020202020204" pitchFamily="34" charset="0"/>
              <a:cs typeface="Times New Roman" panose="02020603050405020304" pitchFamily="18" charset="0"/>
            </a:endParaRPr>
          </a:p>
          <a:p>
            <a:r>
              <a:rPr lang="en-US" kern="100" dirty="0">
                <a:ea typeface="Aptos" panose="020B0004020202020204" pitchFamily="34" charset="0"/>
                <a:cs typeface="Times New Roman" panose="02020603050405020304" pitchFamily="18" charset="0"/>
              </a:rPr>
              <a:t>t</a:t>
            </a:r>
            <a:r>
              <a:rPr lang="en-US" sz="1800" kern="100" dirty="0">
                <a:effectLst/>
                <a:ea typeface="Aptos" panose="020B0004020202020204" pitchFamily="34" charset="0"/>
                <a:cs typeface="Times New Roman" panose="02020603050405020304" pitchFamily="18" charset="0"/>
              </a:rPr>
              <a:t>he average number of words of the essays which obtained the higher scores (5 and 6) is around 600</a:t>
            </a:r>
          </a:p>
          <a:p>
            <a:pPr marL="0" indent="0">
              <a:buNone/>
            </a:pPr>
            <a:endParaRPr lang="en-US" dirty="0"/>
          </a:p>
        </p:txBody>
      </p:sp>
    </p:spTree>
    <p:extLst>
      <p:ext uri="{BB962C8B-B14F-4D97-AF65-F5344CB8AC3E}">
        <p14:creationId xmlns:p14="http://schemas.microsoft.com/office/powerpoint/2010/main" val="62222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2BAD24E-B901-D8E2-3171-EAFAA649264C}"/>
              </a:ext>
            </a:extLst>
          </p:cNvPr>
          <p:cNvSpPr>
            <a:spLocks noGrp="1"/>
          </p:cNvSpPr>
          <p:nvPr>
            <p:ph type="title"/>
          </p:nvPr>
        </p:nvSpPr>
        <p:spPr/>
        <p:txBody>
          <a:bodyPr/>
          <a:lstStyle/>
          <a:p>
            <a:r>
              <a:rPr lang="en-US" dirty="0"/>
              <a:t>Selection of reference corpus</a:t>
            </a:r>
          </a:p>
        </p:txBody>
      </p:sp>
      <p:sp>
        <p:nvSpPr>
          <p:cNvPr id="4" name="Content Placeholder 3">
            <a:extLst>
              <a:ext uri="{FF2B5EF4-FFF2-40B4-BE49-F238E27FC236}">
                <a16:creationId xmlns:a16="http://schemas.microsoft.com/office/drawing/2014/main" id="{344E84FA-8372-4A24-7C3A-0E4157A45F0B}"/>
              </a:ext>
            </a:extLst>
          </p:cNvPr>
          <p:cNvSpPr>
            <a:spLocks noGrp="1"/>
          </p:cNvSpPr>
          <p:nvPr>
            <p:ph idx="1"/>
          </p:nvPr>
        </p:nvSpPr>
        <p:spPr/>
        <p:txBody>
          <a:bodyPr/>
          <a:lstStyle/>
          <a:p>
            <a:pPr marL="0" indent="0">
              <a:buNone/>
            </a:pPr>
            <a:r>
              <a:rPr lang="en-US" sz="1800" kern="100" dirty="0">
                <a:effectLst/>
                <a:ea typeface="Aptos" panose="020B0004020202020204" pitchFamily="34" charset="0"/>
                <a:cs typeface="Times New Roman" panose="02020603050405020304" pitchFamily="18" charset="0"/>
              </a:rPr>
              <a:t>As a preliminary step, some LLMs were prompted to write an argumentative essay.</a:t>
            </a:r>
          </a:p>
          <a:p>
            <a:pPr marL="0" indent="0">
              <a:buNone/>
            </a:pPr>
            <a:r>
              <a:rPr lang="en-US" sz="1800" kern="100" dirty="0">
                <a:effectLst/>
                <a:ea typeface="Aptos" panose="020B0004020202020204" pitchFamily="34" charset="0"/>
                <a:cs typeface="Times New Roman" panose="02020603050405020304" pitchFamily="18" charset="0"/>
              </a:rPr>
              <a:t>It was observed these essays tend to have an average length of approximately 400-500 words.</a:t>
            </a:r>
          </a:p>
          <a:p>
            <a:pPr marL="0" indent="0">
              <a:buNone/>
            </a:pPr>
            <a:r>
              <a:rPr lang="en-US" sz="1800" kern="100" dirty="0">
                <a:effectLst/>
                <a:ea typeface="Aptos" panose="020B0004020202020204" pitchFamily="34" charset="0"/>
                <a:cs typeface="Times New Roman" panose="02020603050405020304" pitchFamily="18" charset="0"/>
              </a:rPr>
              <a:t>They typically follow a standardized structure, consisting of an introduction, three argumentative body paragraphs, and a conclusion.</a:t>
            </a:r>
            <a:endParaRPr lang="en-US" sz="1800" kern="100" dirty="0">
              <a:ea typeface="Aptos" panose="020B0004020202020204" pitchFamily="34" charset="0"/>
              <a:cs typeface="Times New Roman" panose="02020603050405020304" pitchFamily="18" charset="0"/>
            </a:endParaRPr>
          </a:p>
          <a:p>
            <a:pPr marL="0" indent="0">
              <a:buNone/>
            </a:pPr>
            <a:r>
              <a:rPr lang="en-US" sz="1800" dirty="0">
                <a:effectLst/>
                <a:ea typeface="Aptos" panose="020B0004020202020204" pitchFamily="34" charset="0"/>
                <a:cs typeface="Times New Roman" panose="02020603050405020304" pitchFamily="18" charset="0"/>
              </a:rPr>
              <a:t>The PERSUADE corpus was selected as the most appropriate reference corpus for comparison with the LLM-generated essays, due to its comparable essay length and focus on argumentative discourse</a:t>
            </a:r>
            <a:r>
              <a:rPr lang="en-US" sz="1800" kern="100" dirty="0">
                <a:effectLst/>
                <a:ea typeface="Aptos" panose="020B0004020202020204" pitchFamily="34" charset="0"/>
                <a:cs typeface="Times New Roman" panose="02020603050405020304" pitchFamily="18" charset="0"/>
              </a:rPr>
              <a:t> on generic topics.</a:t>
            </a:r>
            <a:endParaRPr lang="en-US" dirty="0"/>
          </a:p>
        </p:txBody>
      </p:sp>
      <p:sp>
        <p:nvSpPr>
          <p:cNvPr id="9" name="Slide Number Placeholder 8">
            <a:extLst>
              <a:ext uri="{FF2B5EF4-FFF2-40B4-BE49-F238E27FC236}">
                <a16:creationId xmlns:a16="http://schemas.microsoft.com/office/drawing/2014/main" id="{9A8BD4DA-EDE3-F05D-A10D-DD62C7548F64}"/>
              </a:ext>
            </a:extLst>
          </p:cNvPr>
          <p:cNvSpPr>
            <a:spLocks noGrp="1"/>
          </p:cNvSpPr>
          <p:nvPr>
            <p:ph type="sldNum" sz="quarter" idx="12"/>
          </p:nvPr>
        </p:nvSpPr>
        <p:spPr/>
        <p:txBody>
          <a:bodyPr/>
          <a:lstStyle/>
          <a:p>
            <a:fld id="{A65A5C87-DF58-40C8-B092-1DE63DB4547E}" type="slidenum">
              <a:rPr lang="en-US" smtClean="0"/>
              <a:t>25</a:t>
            </a:fld>
            <a:endParaRPr lang="en-US" dirty="0"/>
          </a:p>
        </p:txBody>
      </p:sp>
    </p:spTree>
    <p:extLst>
      <p:ext uri="{BB962C8B-B14F-4D97-AF65-F5344CB8AC3E}">
        <p14:creationId xmlns:p14="http://schemas.microsoft.com/office/powerpoint/2010/main" val="36112651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2BAD24E-B901-D8E2-3171-EAFAA649264C}"/>
              </a:ext>
            </a:extLst>
          </p:cNvPr>
          <p:cNvSpPr>
            <a:spLocks noGrp="1"/>
          </p:cNvSpPr>
          <p:nvPr>
            <p:ph type="title"/>
          </p:nvPr>
        </p:nvSpPr>
        <p:spPr/>
        <p:txBody>
          <a:bodyPr/>
          <a:lstStyle/>
          <a:p>
            <a:r>
              <a:rPr lang="en-US" dirty="0"/>
              <a:t>The PERSUADE corpus</a:t>
            </a:r>
          </a:p>
        </p:txBody>
      </p:sp>
      <p:sp>
        <p:nvSpPr>
          <p:cNvPr id="4" name="Content Placeholder 3">
            <a:extLst>
              <a:ext uri="{FF2B5EF4-FFF2-40B4-BE49-F238E27FC236}">
                <a16:creationId xmlns:a16="http://schemas.microsoft.com/office/drawing/2014/main" id="{344E84FA-8372-4A24-7C3A-0E4157A45F0B}"/>
              </a:ext>
            </a:extLst>
          </p:cNvPr>
          <p:cNvSpPr>
            <a:spLocks noGrp="1"/>
          </p:cNvSpPr>
          <p:nvPr>
            <p:ph idx="1"/>
          </p:nvPr>
        </p:nvSpPr>
        <p:spPr>
          <a:xfrm>
            <a:off x="1115568" y="2136710"/>
            <a:ext cx="10168128" cy="4035490"/>
          </a:xfrm>
        </p:spPr>
        <p:txBody>
          <a:bodyPr>
            <a:normAutofit/>
          </a:bodyPr>
          <a:lstStyle/>
          <a:p>
            <a:pPr mar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The PERSUADE corpus is an open-source corpus of over 25,000 essays written by students in grades 6 through 12. It comprises two types of essays: source-based and independent essays.</a:t>
            </a:r>
          </a:p>
          <a:p>
            <a:pPr marL="342900" lvl="0" indent="-342900">
              <a:lnSpc>
                <a:spcPct val="115000"/>
              </a:lnSpc>
              <a:spcAft>
                <a:spcPts val="800"/>
              </a:spcAft>
              <a:buFont typeface="Arial" panose="020B0604020202020204" pitchFamily="34" charset="0"/>
              <a:buChar char="•"/>
              <a:tabLst>
                <a:tab pos="457200" algn="l"/>
              </a:tabLst>
            </a:pPr>
            <a:r>
              <a:rPr lang="en-US" sz="1800" kern="100" dirty="0">
                <a:effectLst/>
                <a:ea typeface="Aptos" panose="020B0004020202020204" pitchFamily="34" charset="0"/>
                <a:cs typeface="Times New Roman" panose="02020603050405020304" pitchFamily="18" charset="0"/>
              </a:rPr>
              <a:t>The source-based writing requires the student to refer to a text; essays were written from seven writing prompts and related sources. For two of the prompts, </a:t>
            </a:r>
            <a:r>
              <a:rPr lang="en-US" sz="1800" kern="100" dirty="0">
                <a:ea typeface="Aptos" panose="020B0004020202020204" pitchFamily="34" charset="0"/>
                <a:cs typeface="Times New Roman" panose="02020603050405020304" pitchFamily="18" charset="0"/>
              </a:rPr>
              <a:t> </a:t>
            </a:r>
            <a:r>
              <a:rPr lang="en-US" sz="1800" kern="100" dirty="0">
                <a:effectLst/>
                <a:ea typeface="Aptos" panose="020B0004020202020204" pitchFamily="34" charset="0"/>
                <a:cs typeface="Times New Roman" panose="02020603050405020304" pitchFamily="18" charset="0"/>
              </a:rPr>
              <a:t>the source text could not be retrieved and only five source-based prompts were used.</a:t>
            </a:r>
          </a:p>
          <a:p>
            <a:pPr marL="342900" lvl="0" indent="-342900">
              <a:lnSpc>
                <a:spcPct val="115000"/>
              </a:lnSpc>
              <a:spcAft>
                <a:spcPts val="800"/>
              </a:spcAft>
              <a:buFont typeface="Arial" panose="020B0604020202020204" pitchFamily="34" charset="0"/>
              <a:buChar char="•"/>
              <a:tabLst>
                <a:tab pos="457200" algn="l"/>
              </a:tabLst>
            </a:pPr>
            <a:r>
              <a:rPr lang="en-US" sz="1800" kern="100" dirty="0">
                <a:effectLst/>
                <a:ea typeface="Aptos" panose="020B0004020202020204" pitchFamily="34" charset="0"/>
                <a:cs typeface="Times New Roman" panose="02020603050405020304" pitchFamily="18" charset="0"/>
              </a:rPr>
              <a:t>The independent set reflects writing where background knowledge of the topic was not a requirement, and no sources were required to produce the texts. The independent essays were derived from eight writing prompts.</a:t>
            </a:r>
          </a:p>
          <a:p>
            <a:pPr mar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The corpus includes holistic </a:t>
            </a:r>
            <a:r>
              <a:rPr lang="en-US" sz="1800" u="sng" kern="100" dirty="0">
                <a:solidFill>
                  <a:srgbClr val="467886"/>
                </a:solidFill>
                <a:effectLst/>
                <a:ea typeface="Aptos" panose="020B0004020202020204" pitchFamily="34" charset="0"/>
                <a:cs typeface="Times New Roman" panose="02020603050405020304" pitchFamily="18" charset="0"/>
                <a:hlinkClick r:id="rId2"/>
              </a:rPr>
              <a:t>scores</a:t>
            </a:r>
            <a:r>
              <a:rPr lang="en-US" sz="1800" kern="100" dirty="0">
                <a:effectLst/>
                <a:ea typeface="Aptos" panose="020B0004020202020204" pitchFamily="34" charset="0"/>
                <a:cs typeface="Times New Roman" panose="02020603050405020304" pitchFamily="18" charset="0"/>
              </a:rPr>
              <a:t> of writing quality for each essay. The scores use a scale between 1 (minimum) and 6 (maximum).</a:t>
            </a:r>
            <a:endParaRPr lang="en-US" dirty="0"/>
          </a:p>
        </p:txBody>
      </p:sp>
      <p:sp>
        <p:nvSpPr>
          <p:cNvPr id="9" name="Slide Number Placeholder 8">
            <a:extLst>
              <a:ext uri="{FF2B5EF4-FFF2-40B4-BE49-F238E27FC236}">
                <a16:creationId xmlns:a16="http://schemas.microsoft.com/office/drawing/2014/main" id="{9A8BD4DA-EDE3-F05D-A10D-DD62C7548F64}"/>
              </a:ext>
            </a:extLst>
          </p:cNvPr>
          <p:cNvSpPr>
            <a:spLocks noGrp="1"/>
          </p:cNvSpPr>
          <p:nvPr>
            <p:ph type="sldNum" sz="quarter" idx="12"/>
          </p:nvPr>
        </p:nvSpPr>
        <p:spPr/>
        <p:txBody>
          <a:bodyPr/>
          <a:lstStyle/>
          <a:p>
            <a:fld id="{A65A5C87-DF58-40C8-B092-1DE63DB4547E}" type="slidenum">
              <a:rPr lang="en-US" smtClean="0"/>
              <a:t>26</a:t>
            </a:fld>
            <a:endParaRPr lang="en-US" dirty="0"/>
          </a:p>
        </p:txBody>
      </p:sp>
    </p:spTree>
    <p:extLst>
      <p:ext uri="{BB962C8B-B14F-4D97-AF65-F5344CB8AC3E}">
        <p14:creationId xmlns:p14="http://schemas.microsoft.com/office/powerpoint/2010/main" val="41098018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2BAD24E-B901-D8E2-3171-EAFAA649264C}"/>
              </a:ext>
            </a:extLst>
          </p:cNvPr>
          <p:cNvSpPr>
            <a:spLocks noGrp="1"/>
          </p:cNvSpPr>
          <p:nvPr>
            <p:ph type="title"/>
          </p:nvPr>
        </p:nvSpPr>
        <p:spPr/>
        <p:txBody>
          <a:bodyPr/>
          <a:lstStyle/>
          <a:p>
            <a:r>
              <a:rPr lang="en-US" dirty="0"/>
              <a:t>The PERSUADE corpus</a:t>
            </a:r>
          </a:p>
        </p:txBody>
      </p:sp>
      <p:sp>
        <p:nvSpPr>
          <p:cNvPr id="4" name="Content Placeholder 3">
            <a:extLst>
              <a:ext uri="{FF2B5EF4-FFF2-40B4-BE49-F238E27FC236}">
                <a16:creationId xmlns:a16="http://schemas.microsoft.com/office/drawing/2014/main" id="{344E84FA-8372-4A24-7C3A-0E4157A45F0B}"/>
              </a:ext>
            </a:extLst>
          </p:cNvPr>
          <p:cNvSpPr>
            <a:spLocks noGrp="1"/>
          </p:cNvSpPr>
          <p:nvPr>
            <p:ph idx="1"/>
          </p:nvPr>
        </p:nvSpPr>
        <p:spPr>
          <a:xfrm>
            <a:off x="1115568" y="2095500"/>
            <a:ext cx="10168128" cy="4076700"/>
          </a:xfrm>
        </p:spPr>
        <p:txBody>
          <a:bodyPr>
            <a:normAutofit/>
          </a:bodyPr>
          <a:lstStyle/>
          <a:p>
            <a:pPr marL="0" indent="0">
              <a:lnSpc>
                <a:spcPct val="115000"/>
              </a:lnSpc>
              <a:spcAft>
                <a:spcPts val="800"/>
              </a:spcAft>
              <a:buNone/>
            </a:pPr>
            <a:r>
              <a:rPr lang="en-US" sz="1600" kern="100" dirty="0">
                <a:effectLst/>
                <a:ea typeface="Aptos" panose="020B0004020202020204" pitchFamily="34" charset="0"/>
                <a:cs typeface="Times New Roman" panose="02020603050405020304" pitchFamily="18" charset="0"/>
              </a:rPr>
              <a:t>Example of source-based essays </a:t>
            </a:r>
          </a:p>
          <a:p>
            <a:pPr marL="457200" lvl="1" indent="0">
              <a:lnSpc>
                <a:spcPct val="115000"/>
              </a:lnSpc>
              <a:buNone/>
            </a:pPr>
            <a:r>
              <a:rPr lang="en-US" sz="1600" i="1" kern="100" dirty="0">
                <a:effectLst/>
                <a:ea typeface="Aptos" panose="020B0004020202020204" pitchFamily="34" charset="0"/>
                <a:cs typeface="Times New Roman" panose="02020603050405020304" pitchFamily="18" charset="0"/>
              </a:rPr>
              <a:t>Driverless cars are coming</a:t>
            </a:r>
            <a:r>
              <a:rPr lang="en-US" sz="1600" kern="100" dirty="0">
                <a:effectLst/>
                <a:ea typeface="Aptos" panose="020B0004020202020204" pitchFamily="34" charset="0"/>
                <a:cs typeface="Times New Roman" panose="02020603050405020304" pitchFamily="18" charset="0"/>
              </a:rPr>
              <a:t>: “In the article “Driverless Cars are Coming,” the author presents both positive and negative aspects of driverless cars. Using details from the article, create an argument for or against the development of these cars.  Be sure to include: your position on driverless cars; appropriate details from the article that support your position; an introduction, a body, and a conclusion to your argumentative essay.”</a:t>
            </a:r>
          </a:p>
          <a:p>
            <a:pPr marL="457200" lvl="1" indent="0">
              <a:lnSpc>
                <a:spcPct val="115000"/>
              </a:lnSpc>
              <a:buNone/>
            </a:pPr>
            <a:endParaRPr lang="en-US" sz="1600" kern="100" dirty="0">
              <a:effectLst/>
              <a:ea typeface="Aptos" panose="020B0004020202020204" pitchFamily="34" charset="0"/>
              <a:cs typeface="Times New Roman" panose="02020603050405020304" pitchFamily="18" charset="0"/>
            </a:endParaRPr>
          </a:p>
          <a:p>
            <a:pPr marL="0" indent="0">
              <a:lnSpc>
                <a:spcPct val="115000"/>
              </a:lnSpc>
              <a:spcAft>
                <a:spcPts val="800"/>
              </a:spcAft>
              <a:buNone/>
            </a:pPr>
            <a:r>
              <a:rPr lang="en-US" sz="1600" kern="100" dirty="0">
                <a:effectLst/>
                <a:ea typeface="Aptos" panose="020B0004020202020204" pitchFamily="34" charset="0"/>
                <a:cs typeface="Times New Roman" panose="02020603050405020304" pitchFamily="18" charset="0"/>
              </a:rPr>
              <a:t>Example of independent essays</a:t>
            </a:r>
          </a:p>
          <a:p>
            <a:pPr marL="457200" lvl="1" indent="0">
              <a:lnSpc>
                <a:spcPct val="115000"/>
              </a:lnSpc>
              <a:buNone/>
            </a:pPr>
            <a:r>
              <a:rPr lang="en-US" sz="1600" i="1" kern="100" dirty="0">
                <a:effectLst/>
                <a:ea typeface="Aptos" panose="020B0004020202020204" pitchFamily="34" charset="0"/>
                <a:cs typeface="Times New Roman" panose="02020603050405020304" pitchFamily="18" charset="0"/>
              </a:rPr>
              <a:t>Phones and driving</a:t>
            </a:r>
            <a:r>
              <a:rPr lang="en-US" sz="1600" kern="100" dirty="0">
                <a:effectLst/>
                <a:ea typeface="Aptos" panose="020B0004020202020204" pitchFamily="34" charset="0"/>
                <a:cs typeface="Times New Roman" panose="02020603050405020304" pitchFamily="18" charset="0"/>
              </a:rPr>
              <a:t>: “Today the majority of humans own and operate cell phones on a daily basis. In essay form, explain if drivers should or should not be able to use cell phones in any capacity while operating a vehicle.”</a:t>
            </a:r>
          </a:p>
          <a:p>
            <a:pPr marL="0" indent="0">
              <a:buNone/>
            </a:pPr>
            <a:endParaRPr lang="en-US" dirty="0"/>
          </a:p>
        </p:txBody>
      </p:sp>
      <p:sp>
        <p:nvSpPr>
          <p:cNvPr id="9" name="Slide Number Placeholder 8">
            <a:extLst>
              <a:ext uri="{FF2B5EF4-FFF2-40B4-BE49-F238E27FC236}">
                <a16:creationId xmlns:a16="http://schemas.microsoft.com/office/drawing/2014/main" id="{9A8BD4DA-EDE3-F05D-A10D-DD62C7548F64}"/>
              </a:ext>
            </a:extLst>
          </p:cNvPr>
          <p:cNvSpPr>
            <a:spLocks noGrp="1"/>
          </p:cNvSpPr>
          <p:nvPr>
            <p:ph type="sldNum" sz="quarter" idx="12"/>
          </p:nvPr>
        </p:nvSpPr>
        <p:spPr/>
        <p:txBody>
          <a:bodyPr/>
          <a:lstStyle/>
          <a:p>
            <a:fld id="{A65A5C87-DF58-40C8-B092-1DE63DB4547E}" type="slidenum">
              <a:rPr lang="en-US" smtClean="0"/>
              <a:t>27</a:t>
            </a:fld>
            <a:endParaRPr lang="en-US" dirty="0"/>
          </a:p>
        </p:txBody>
      </p:sp>
    </p:spTree>
    <p:extLst>
      <p:ext uri="{BB962C8B-B14F-4D97-AF65-F5344CB8AC3E}">
        <p14:creationId xmlns:p14="http://schemas.microsoft.com/office/powerpoint/2010/main" val="2816313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2BAD24E-B901-D8E2-3171-EAFAA649264C}"/>
              </a:ext>
            </a:extLst>
          </p:cNvPr>
          <p:cNvSpPr>
            <a:spLocks noGrp="1"/>
          </p:cNvSpPr>
          <p:nvPr>
            <p:ph type="title"/>
          </p:nvPr>
        </p:nvSpPr>
        <p:spPr/>
        <p:txBody>
          <a:bodyPr/>
          <a:lstStyle/>
          <a:p>
            <a:r>
              <a:rPr lang="en-US" dirty="0"/>
              <a:t>The PERSUADE corpus</a:t>
            </a:r>
          </a:p>
        </p:txBody>
      </p:sp>
      <p:sp>
        <p:nvSpPr>
          <p:cNvPr id="2" name="Text Placeholder 1">
            <a:extLst>
              <a:ext uri="{FF2B5EF4-FFF2-40B4-BE49-F238E27FC236}">
                <a16:creationId xmlns:a16="http://schemas.microsoft.com/office/drawing/2014/main" id="{C3E7B872-9D5C-4BDE-F9BA-9CC3E0171A59}"/>
              </a:ext>
            </a:extLst>
          </p:cNvPr>
          <p:cNvSpPr>
            <a:spLocks noGrp="1"/>
          </p:cNvSpPr>
          <p:nvPr>
            <p:ph type="body" idx="1"/>
          </p:nvPr>
        </p:nvSpPr>
        <p:spPr/>
        <p:txBody>
          <a:bodyPr/>
          <a:lstStyle/>
          <a:p>
            <a:r>
              <a:rPr lang="en-US" dirty="0"/>
              <a:t>Source-based essays topics</a:t>
            </a:r>
          </a:p>
          <a:p>
            <a:endParaRPr lang="en-US" dirty="0"/>
          </a:p>
        </p:txBody>
      </p:sp>
      <p:sp>
        <p:nvSpPr>
          <p:cNvPr id="4" name="Content Placeholder 3">
            <a:extLst>
              <a:ext uri="{FF2B5EF4-FFF2-40B4-BE49-F238E27FC236}">
                <a16:creationId xmlns:a16="http://schemas.microsoft.com/office/drawing/2014/main" id="{344E84FA-8372-4A24-7C3A-0E4157A45F0B}"/>
              </a:ext>
            </a:extLst>
          </p:cNvPr>
          <p:cNvSpPr>
            <a:spLocks noGrp="1"/>
          </p:cNvSpPr>
          <p:nvPr>
            <p:ph sz="half" idx="2"/>
          </p:nvPr>
        </p:nvSpPr>
        <p:spPr>
          <a:xfrm>
            <a:off x="1115568" y="2726105"/>
            <a:ext cx="4937760" cy="2017882"/>
          </a:xfrm>
        </p:spPr>
        <p:txBody>
          <a:bodyPr>
            <a:normAutofit fontScale="92500" lnSpcReduction="10000"/>
          </a:bodyPr>
          <a:lstStyle/>
          <a:p>
            <a:pPr marL="0" indent="0">
              <a:buNone/>
            </a:pPr>
            <a:r>
              <a:rPr lang="en-US" dirty="0"/>
              <a:t>A Cowboy Who Rode the Waves</a:t>
            </a:r>
          </a:p>
          <a:p>
            <a:pPr marL="0" indent="0">
              <a:buNone/>
            </a:pPr>
            <a:r>
              <a:rPr lang="en-US" dirty="0"/>
              <a:t>Car-free Cities</a:t>
            </a:r>
          </a:p>
          <a:p>
            <a:pPr marL="0" indent="0">
              <a:buNone/>
            </a:pPr>
            <a:r>
              <a:rPr lang="en-US" dirty="0"/>
              <a:t>Does the electoral college work?</a:t>
            </a:r>
          </a:p>
          <a:p>
            <a:pPr marL="0" indent="0">
              <a:buNone/>
            </a:pPr>
            <a:r>
              <a:rPr lang="en-US" dirty="0"/>
              <a:t>Driverless cars are coming</a:t>
            </a:r>
          </a:p>
          <a:p>
            <a:pPr marL="0" indent="0">
              <a:buNone/>
            </a:pPr>
            <a:r>
              <a:rPr lang="en-US" dirty="0"/>
              <a:t>The Face on Mars</a:t>
            </a:r>
          </a:p>
        </p:txBody>
      </p:sp>
      <p:sp>
        <p:nvSpPr>
          <p:cNvPr id="3" name="Text Placeholder 2">
            <a:extLst>
              <a:ext uri="{FF2B5EF4-FFF2-40B4-BE49-F238E27FC236}">
                <a16:creationId xmlns:a16="http://schemas.microsoft.com/office/drawing/2014/main" id="{D0BB2191-F6D2-A02B-1793-4C48EBD72ECE}"/>
              </a:ext>
            </a:extLst>
          </p:cNvPr>
          <p:cNvSpPr>
            <a:spLocks noGrp="1"/>
          </p:cNvSpPr>
          <p:nvPr>
            <p:ph type="body" sz="quarter" idx="3"/>
          </p:nvPr>
        </p:nvSpPr>
        <p:spPr/>
        <p:txBody>
          <a:bodyPr/>
          <a:lstStyle/>
          <a:p>
            <a:r>
              <a:rPr lang="en-US" dirty="0"/>
              <a:t>Independent essay topics</a:t>
            </a:r>
          </a:p>
          <a:p>
            <a:endParaRPr lang="en-US" dirty="0"/>
          </a:p>
        </p:txBody>
      </p:sp>
      <p:sp>
        <p:nvSpPr>
          <p:cNvPr id="5" name="Content Placeholder 4">
            <a:extLst>
              <a:ext uri="{FF2B5EF4-FFF2-40B4-BE49-F238E27FC236}">
                <a16:creationId xmlns:a16="http://schemas.microsoft.com/office/drawing/2014/main" id="{1722C1D8-DA22-EABA-07B7-89B61BDCB34E}"/>
              </a:ext>
            </a:extLst>
          </p:cNvPr>
          <p:cNvSpPr>
            <a:spLocks noGrp="1"/>
          </p:cNvSpPr>
          <p:nvPr>
            <p:ph sz="quarter" idx="4"/>
          </p:nvPr>
        </p:nvSpPr>
        <p:spPr>
          <a:xfrm>
            <a:off x="6345935" y="2784887"/>
            <a:ext cx="4937760" cy="2017882"/>
          </a:xfrm>
        </p:spPr>
        <p:txBody>
          <a:bodyPr>
            <a:normAutofit fontScale="92500" lnSpcReduction="10000"/>
          </a:bodyPr>
          <a:lstStyle/>
          <a:p>
            <a:pPr marL="0" indent="0">
              <a:buNone/>
            </a:pPr>
            <a:r>
              <a:rPr lang="en-US" dirty="0"/>
              <a:t>Cell phones at school, Community service,</a:t>
            </a:r>
          </a:p>
          <a:p>
            <a:pPr marL="0" indent="0">
              <a:buNone/>
            </a:pPr>
            <a:r>
              <a:rPr lang="en-US" dirty="0"/>
              <a:t>Distance learning, Summer projects, </a:t>
            </a:r>
          </a:p>
          <a:p>
            <a:pPr marL="0" indent="0">
              <a:buNone/>
            </a:pPr>
            <a:r>
              <a:rPr lang="en-US" dirty="0"/>
              <a:t>Grades for extracurricular activities</a:t>
            </a:r>
          </a:p>
          <a:p>
            <a:pPr marL="0" indent="0">
              <a:buNone/>
            </a:pPr>
            <a:r>
              <a:rPr lang="en-US" dirty="0"/>
              <a:t>Mandatory extracurricular activities</a:t>
            </a:r>
          </a:p>
          <a:p>
            <a:pPr marL="0" indent="0">
              <a:buNone/>
            </a:pPr>
            <a:r>
              <a:rPr lang="en-US" dirty="0"/>
              <a:t>Phones and driving, Seeking multiple opinions</a:t>
            </a:r>
          </a:p>
          <a:p>
            <a:pPr marL="0" indent="0">
              <a:buNone/>
            </a:pPr>
            <a:endParaRPr lang="en-US" dirty="0"/>
          </a:p>
        </p:txBody>
      </p:sp>
      <p:sp>
        <p:nvSpPr>
          <p:cNvPr id="9" name="Slide Number Placeholder 8">
            <a:extLst>
              <a:ext uri="{FF2B5EF4-FFF2-40B4-BE49-F238E27FC236}">
                <a16:creationId xmlns:a16="http://schemas.microsoft.com/office/drawing/2014/main" id="{9A8BD4DA-EDE3-F05D-A10D-DD62C7548F64}"/>
              </a:ext>
            </a:extLst>
          </p:cNvPr>
          <p:cNvSpPr>
            <a:spLocks noGrp="1"/>
          </p:cNvSpPr>
          <p:nvPr>
            <p:ph type="sldNum" sz="quarter" idx="12"/>
          </p:nvPr>
        </p:nvSpPr>
        <p:spPr/>
        <p:txBody>
          <a:bodyPr/>
          <a:lstStyle/>
          <a:p>
            <a:fld id="{A65A5C87-DF58-40C8-B092-1DE63DB4547E}" type="slidenum">
              <a:rPr lang="en-US" smtClean="0"/>
              <a:t>28</a:t>
            </a:fld>
            <a:endParaRPr lang="en-US" dirty="0"/>
          </a:p>
        </p:txBody>
      </p:sp>
      <p:sp>
        <p:nvSpPr>
          <p:cNvPr id="13" name="TextBox 12">
            <a:extLst>
              <a:ext uri="{FF2B5EF4-FFF2-40B4-BE49-F238E27FC236}">
                <a16:creationId xmlns:a16="http://schemas.microsoft.com/office/drawing/2014/main" id="{6642A822-9824-E928-EED8-F3F903C47AD4}"/>
              </a:ext>
            </a:extLst>
          </p:cNvPr>
          <p:cNvSpPr txBox="1"/>
          <p:nvPr/>
        </p:nvSpPr>
        <p:spPr>
          <a:xfrm>
            <a:off x="1115568" y="5675158"/>
            <a:ext cx="10168127" cy="706925"/>
          </a:xfrm>
          <a:prstGeom prst="rect">
            <a:avLst/>
          </a:prstGeom>
          <a:noFill/>
        </p:spPr>
        <p:txBody>
          <a:bodyPr wrap="square">
            <a:spAutoFit/>
          </a:bodyPr>
          <a:lstStyle/>
          <a:p>
            <a:pPr>
              <a:lnSpc>
                <a:spcPct val="115000"/>
              </a:lnSpc>
              <a:spcAft>
                <a:spcPts val="800"/>
              </a:spcAft>
            </a:pPr>
            <a:r>
              <a:rPr lang="en-US" sz="1800" kern="100" dirty="0">
                <a:effectLst/>
                <a:ea typeface="Aptos" panose="020B0004020202020204" pitchFamily="34" charset="0"/>
                <a:cs typeface="Times New Roman" panose="02020603050405020304" pitchFamily="18" charset="0"/>
              </a:rPr>
              <a:t>78 essays (6 for each topic) were randomly chosen from the PERSUADE corpus among the essays that were rated as good examples of student writing (with holistic scores greater than 5)</a:t>
            </a:r>
          </a:p>
        </p:txBody>
      </p:sp>
      <p:sp>
        <p:nvSpPr>
          <p:cNvPr id="14" name="Text Placeholder 1">
            <a:extLst>
              <a:ext uri="{FF2B5EF4-FFF2-40B4-BE49-F238E27FC236}">
                <a16:creationId xmlns:a16="http://schemas.microsoft.com/office/drawing/2014/main" id="{93BD52E1-8B6F-6C2F-74E2-82CE08AB7467}"/>
              </a:ext>
            </a:extLst>
          </p:cNvPr>
          <p:cNvSpPr txBox="1">
            <a:spLocks/>
          </p:cNvSpPr>
          <p:nvPr/>
        </p:nvSpPr>
        <p:spPr>
          <a:xfrm>
            <a:off x="1115568" y="5203392"/>
            <a:ext cx="9960864" cy="470960"/>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400" b="1" kern="1200" cap="none" baseline="0">
                <a:solidFill>
                  <a:schemeClr val="tx1"/>
                </a:solidFill>
                <a:latin typeface="+mn-lt"/>
                <a:ea typeface="+mn-ea"/>
                <a:cs typeface="+mn-cs"/>
              </a:defRPr>
            </a:lvl1pPr>
            <a:lvl2pPr marL="457200" indent="0" algn="l" defTabSz="914400" rtl="0" eaLnBrk="1" latinLnBrk="0" hangingPunct="1">
              <a:lnSpc>
                <a:spcPct val="11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Corpus creation</a:t>
            </a:r>
          </a:p>
        </p:txBody>
      </p:sp>
    </p:spTree>
    <p:extLst>
      <p:ext uri="{BB962C8B-B14F-4D97-AF65-F5344CB8AC3E}">
        <p14:creationId xmlns:p14="http://schemas.microsoft.com/office/powerpoint/2010/main" val="2366821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2BAD24E-B901-D8E2-3171-EAFAA649264C}"/>
              </a:ext>
            </a:extLst>
          </p:cNvPr>
          <p:cNvSpPr>
            <a:spLocks noGrp="1"/>
          </p:cNvSpPr>
          <p:nvPr>
            <p:ph type="title"/>
          </p:nvPr>
        </p:nvSpPr>
        <p:spPr/>
        <p:txBody>
          <a:bodyPr/>
          <a:lstStyle/>
          <a:p>
            <a:r>
              <a:rPr lang="en-US" dirty="0"/>
              <a:t>The corpus of LLM written essays</a:t>
            </a:r>
          </a:p>
        </p:txBody>
      </p:sp>
      <p:sp>
        <p:nvSpPr>
          <p:cNvPr id="4" name="Content Placeholder 3">
            <a:extLst>
              <a:ext uri="{FF2B5EF4-FFF2-40B4-BE49-F238E27FC236}">
                <a16:creationId xmlns:a16="http://schemas.microsoft.com/office/drawing/2014/main" id="{344E84FA-8372-4A24-7C3A-0E4157A45F0B}"/>
              </a:ext>
            </a:extLst>
          </p:cNvPr>
          <p:cNvSpPr>
            <a:spLocks noGrp="1"/>
          </p:cNvSpPr>
          <p:nvPr>
            <p:ph idx="1"/>
          </p:nvPr>
        </p:nvSpPr>
        <p:spPr>
          <a:xfrm>
            <a:off x="1115568" y="2175510"/>
            <a:ext cx="10168128" cy="4133850"/>
          </a:xfrm>
        </p:spPr>
        <p:txBody>
          <a:bodyPr>
            <a:noAutofit/>
          </a:bodyPr>
          <a:lstStyle/>
          <a:p>
            <a:pPr>
              <a:lnSpc>
                <a:spcPct val="115000"/>
              </a:lnSpc>
              <a:spcAft>
                <a:spcPts val="800"/>
              </a:spcAft>
            </a:pPr>
            <a:r>
              <a:rPr lang="en-US" sz="1600" kern="100" dirty="0">
                <a:effectLst/>
                <a:ea typeface="Aptos" panose="020B0004020202020204" pitchFamily="34" charset="0"/>
                <a:cs typeface="Times New Roman" panose="02020603050405020304" pitchFamily="18" charset="0"/>
              </a:rPr>
              <a:t>Six large LLMs were tasked with generating argumentative essays on each of the 13 topics from the PERSUADE corpus. </a:t>
            </a:r>
          </a:p>
          <a:p>
            <a:pPr>
              <a:lnSpc>
                <a:spcPct val="115000"/>
              </a:lnSpc>
              <a:spcAft>
                <a:spcPts val="800"/>
              </a:spcAft>
            </a:pPr>
            <a:r>
              <a:rPr lang="en-US" sz="1600" kern="100" dirty="0">
                <a:effectLst/>
                <a:ea typeface="Aptos" panose="020B0004020202020204" pitchFamily="34" charset="0"/>
                <a:cs typeface="Times New Roman" panose="02020603050405020304" pitchFamily="18" charset="0"/>
              </a:rPr>
              <a:t>Three closed LLMs (ChatGPT, Claude and Gemini) and three open LLMs (Llama, Mistral, Gemma) were included.</a:t>
            </a:r>
          </a:p>
          <a:p>
            <a:pPr>
              <a:lnSpc>
                <a:spcPct val="115000"/>
              </a:lnSpc>
              <a:spcAft>
                <a:spcPts val="800"/>
              </a:spcAft>
            </a:pPr>
            <a:r>
              <a:rPr lang="en-US" sz="1600" kern="100" dirty="0">
                <a:effectLst/>
                <a:ea typeface="Aptos" panose="020B0004020202020204" pitchFamily="34" charset="0"/>
                <a:cs typeface="Times New Roman" panose="02020603050405020304" pitchFamily="18" charset="0"/>
              </a:rPr>
              <a:t>Objective of this research </a:t>
            </a:r>
            <a:r>
              <a:rPr lang="en-US" sz="1600" kern="100" dirty="0">
                <a:ea typeface="Aptos" panose="020B0004020202020204" pitchFamily="34" charset="0"/>
                <a:cs typeface="Times New Roman" panose="02020603050405020304" pitchFamily="18" charset="0"/>
              </a:rPr>
              <a:t>was</a:t>
            </a:r>
            <a:r>
              <a:rPr lang="en-US" sz="1600" kern="100" dirty="0">
                <a:effectLst/>
                <a:ea typeface="Aptos" panose="020B0004020202020204" pitchFamily="34" charset="0"/>
                <a:cs typeface="Times New Roman" panose="02020603050405020304" pitchFamily="18" charset="0"/>
              </a:rPr>
              <a:t> to test LLMs “out of the box”, with minimal prompting strategy (zero shot prompting). The following prompt was used:</a:t>
            </a:r>
          </a:p>
          <a:p>
            <a:pPr marL="457200" lvl="1" indent="0">
              <a:lnSpc>
                <a:spcPct val="115000"/>
              </a:lnSpc>
              <a:spcAft>
                <a:spcPts val="800"/>
              </a:spcAft>
              <a:buNone/>
            </a:pPr>
            <a:r>
              <a:rPr lang="en-US" sz="1600" i="1" kern="100" dirty="0">
                <a:effectLst/>
                <a:ea typeface="Aptos" panose="020B0004020202020204" pitchFamily="34" charset="0"/>
                <a:cs typeface="Times New Roman" panose="02020603050405020304" pitchFamily="18" charset="0"/>
              </a:rPr>
              <a:t>“Your task is to write an argumentative essay on the following topic. Your aim is to persuade the reader. You utilize critical thinking and logical reasoning in your argument to ensure discourse coherence and cohesion. You make extensive use of complex, compound sentences. You do NOT use lists or bullet points.</a:t>
            </a:r>
            <a:br>
              <a:rPr lang="en-US" sz="1600" i="1" kern="100" dirty="0">
                <a:effectLst/>
                <a:ea typeface="Aptos" panose="020B0004020202020204" pitchFamily="34" charset="0"/>
                <a:cs typeface="Times New Roman" panose="02020603050405020304" pitchFamily="18" charset="0"/>
              </a:rPr>
            </a:br>
            <a:r>
              <a:rPr lang="en-US" sz="1600" i="1" kern="100" dirty="0">
                <a:effectLst/>
                <a:ea typeface="Aptos" panose="020B0004020202020204" pitchFamily="34" charset="0"/>
                <a:cs typeface="Times New Roman" panose="02020603050405020304" pitchFamily="18" charset="0"/>
              </a:rPr>
              <a:t>Topic: {one of the 13 essay topics} “</a:t>
            </a:r>
            <a:endParaRPr lang="en-US" sz="1600" kern="100" dirty="0">
              <a:effectLst/>
              <a:ea typeface="Aptos" panose="020B0004020202020204" pitchFamily="34"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9A8BD4DA-EDE3-F05D-A10D-DD62C7548F64}"/>
              </a:ext>
            </a:extLst>
          </p:cNvPr>
          <p:cNvSpPr>
            <a:spLocks noGrp="1"/>
          </p:cNvSpPr>
          <p:nvPr>
            <p:ph type="sldNum" sz="quarter" idx="12"/>
          </p:nvPr>
        </p:nvSpPr>
        <p:spPr/>
        <p:txBody>
          <a:bodyPr/>
          <a:lstStyle/>
          <a:p>
            <a:fld id="{A65A5C87-DF58-40C8-B092-1DE63DB4547E}" type="slidenum">
              <a:rPr lang="en-US" smtClean="0"/>
              <a:t>29</a:t>
            </a:fld>
            <a:endParaRPr lang="en-US" dirty="0"/>
          </a:p>
        </p:txBody>
      </p:sp>
    </p:spTree>
    <p:extLst>
      <p:ext uri="{BB962C8B-B14F-4D97-AF65-F5344CB8AC3E}">
        <p14:creationId xmlns:p14="http://schemas.microsoft.com/office/powerpoint/2010/main" val="2379660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2BAD24E-B901-D8E2-3171-EAFAA649264C}"/>
              </a:ext>
            </a:extLst>
          </p:cNvPr>
          <p:cNvSpPr>
            <a:spLocks noGrp="1"/>
          </p:cNvSpPr>
          <p:nvPr>
            <p:ph type="title"/>
          </p:nvPr>
        </p:nvSpPr>
        <p:spPr/>
        <p:txBody>
          <a:bodyPr/>
          <a:lstStyle/>
          <a:p>
            <a:r>
              <a:rPr lang="en-US" dirty="0"/>
              <a:t>The corpus of LLM written essays</a:t>
            </a:r>
          </a:p>
        </p:txBody>
      </p:sp>
      <p:sp>
        <p:nvSpPr>
          <p:cNvPr id="4" name="Content Placeholder 3">
            <a:extLst>
              <a:ext uri="{FF2B5EF4-FFF2-40B4-BE49-F238E27FC236}">
                <a16:creationId xmlns:a16="http://schemas.microsoft.com/office/drawing/2014/main" id="{344E84FA-8372-4A24-7C3A-0E4157A45F0B}"/>
              </a:ext>
            </a:extLst>
          </p:cNvPr>
          <p:cNvSpPr>
            <a:spLocks noGrp="1"/>
          </p:cNvSpPr>
          <p:nvPr>
            <p:ph idx="1"/>
          </p:nvPr>
        </p:nvSpPr>
        <p:spPr>
          <a:xfrm>
            <a:off x="1115568" y="2175510"/>
            <a:ext cx="10168128" cy="4133850"/>
          </a:xfrm>
        </p:spPr>
        <p:txBody>
          <a:bodyPr>
            <a:noAutofit/>
          </a:bodyPr>
          <a:lstStyle/>
          <a:p>
            <a:pPr>
              <a:lnSpc>
                <a:spcPct val="115000"/>
              </a:lnSpc>
              <a:spcAft>
                <a:spcPts val="800"/>
              </a:spcAft>
            </a:pPr>
            <a:r>
              <a:rPr lang="en-US" sz="1600" kern="100" dirty="0">
                <a:effectLst/>
                <a:ea typeface="Aptos" panose="020B0004020202020204" pitchFamily="34" charset="0"/>
                <a:cs typeface="Times New Roman" panose="02020603050405020304" pitchFamily="18" charset="0"/>
              </a:rPr>
              <a:t>The temperature parameter of LLMs was set to 0.7 (temperatures between 0.5 and 1 should balance coherence with creativity and diversity).</a:t>
            </a:r>
          </a:p>
          <a:p>
            <a:pPr>
              <a:lnSpc>
                <a:spcPct val="115000"/>
              </a:lnSpc>
              <a:spcAft>
                <a:spcPts val="800"/>
              </a:spcAft>
            </a:pPr>
            <a:r>
              <a:rPr lang="en-US" sz="1600" kern="100" dirty="0">
                <a:effectLst/>
                <a:ea typeface="Aptos" panose="020B0004020202020204" pitchFamily="34" charset="0"/>
                <a:cs typeface="Times New Roman" panose="02020603050405020304" pitchFamily="18" charset="0"/>
              </a:rPr>
              <a:t>For Claude and Llama interaction was via chat interface (Claude APIs require VAT number for registration, Llama3 APIs were not available in Italy).</a:t>
            </a:r>
          </a:p>
          <a:p>
            <a:pPr>
              <a:lnSpc>
                <a:spcPct val="115000"/>
              </a:lnSpc>
              <a:spcAft>
                <a:spcPts val="800"/>
              </a:spcAft>
            </a:pPr>
            <a:r>
              <a:rPr lang="en-US" sz="1600" kern="100" dirty="0">
                <a:ea typeface="Aptos" panose="020B0004020202020204" pitchFamily="34" charset="0"/>
                <a:cs typeface="Times New Roman" panose="02020603050405020304" pitchFamily="18" charset="0"/>
              </a:rPr>
              <a:t>F</a:t>
            </a:r>
            <a:r>
              <a:rPr lang="en-US" sz="1600" kern="100" dirty="0">
                <a:effectLst/>
                <a:ea typeface="Aptos" panose="020B0004020202020204" pitchFamily="34" charset="0"/>
                <a:cs typeface="Times New Roman" panose="02020603050405020304" pitchFamily="18" charset="0"/>
              </a:rPr>
              <a:t>or the other models, interaction was via API calls using </a:t>
            </a:r>
            <a:r>
              <a:rPr lang="en-US" sz="1600" u="sng" kern="100" dirty="0" err="1">
                <a:solidFill>
                  <a:srgbClr val="467886"/>
                </a:solidFill>
                <a:effectLst/>
                <a:ea typeface="Aptos" panose="020B0004020202020204" pitchFamily="34" charset="0"/>
                <a:cs typeface="Times New Roman" panose="02020603050405020304" pitchFamily="18" charset="0"/>
                <a:hlinkClick r:id="rId2"/>
              </a:rPr>
              <a:t>LangChain</a:t>
            </a:r>
            <a:r>
              <a:rPr lang="en-US" sz="1600" u="sng" kern="100" dirty="0">
                <a:solidFill>
                  <a:srgbClr val="467886"/>
                </a:solidFill>
                <a:effectLst/>
                <a:ea typeface="Aptos" panose="020B0004020202020204" pitchFamily="34" charset="0"/>
                <a:cs typeface="Times New Roman" panose="02020603050405020304" pitchFamily="18" charset="0"/>
                <a:hlinkClick r:id="rId2"/>
              </a:rPr>
              <a:t> </a:t>
            </a:r>
            <a:r>
              <a:rPr lang="en-US" sz="1600" kern="100" dirty="0">
                <a:effectLst/>
                <a:ea typeface="Aptos" panose="020B0004020202020204" pitchFamily="34" charset="0"/>
                <a:cs typeface="Times New Roman" panose="02020603050405020304" pitchFamily="18" charset="0"/>
              </a:rPr>
              <a:t>(Python framework that abstracts from LLMs differences and allows uniform interaction).</a:t>
            </a:r>
          </a:p>
        </p:txBody>
      </p:sp>
      <p:sp>
        <p:nvSpPr>
          <p:cNvPr id="9" name="Slide Number Placeholder 8">
            <a:extLst>
              <a:ext uri="{FF2B5EF4-FFF2-40B4-BE49-F238E27FC236}">
                <a16:creationId xmlns:a16="http://schemas.microsoft.com/office/drawing/2014/main" id="{9A8BD4DA-EDE3-F05D-A10D-DD62C7548F64}"/>
              </a:ext>
            </a:extLst>
          </p:cNvPr>
          <p:cNvSpPr>
            <a:spLocks noGrp="1"/>
          </p:cNvSpPr>
          <p:nvPr>
            <p:ph type="sldNum" sz="quarter" idx="12"/>
          </p:nvPr>
        </p:nvSpPr>
        <p:spPr/>
        <p:txBody>
          <a:bodyPr/>
          <a:lstStyle/>
          <a:p>
            <a:fld id="{A65A5C87-DF58-40C8-B092-1DE63DB4547E}" type="slidenum">
              <a:rPr lang="en-US" smtClean="0"/>
              <a:t>30</a:t>
            </a:fld>
            <a:endParaRPr lang="en-US" dirty="0"/>
          </a:p>
        </p:txBody>
      </p:sp>
      <p:pic>
        <p:nvPicPr>
          <p:cNvPr id="7" name="Picture 6">
            <a:extLst>
              <a:ext uri="{FF2B5EF4-FFF2-40B4-BE49-F238E27FC236}">
                <a16:creationId xmlns:a16="http://schemas.microsoft.com/office/drawing/2014/main" id="{4A651C21-0469-27E2-93DA-57CE53C8B8D3}"/>
              </a:ext>
            </a:extLst>
          </p:cNvPr>
          <p:cNvPicPr>
            <a:picLocks noChangeAspect="1"/>
          </p:cNvPicPr>
          <p:nvPr/>
        </p:nvPicPr>
        <p:blipFill>
          <a:blip r:embed="rId3"/>
          <a:stretch>
            <a:fillRect/>
          </a:stretch>
        </p:blipFill>
        <p:spPr>
          <a:xfrm>
            <a:off x="3615697" y="4483961"/>
            <a:ext cx="7960057" cy="2237514"/>
          </a:xfrm>
          <a:prstGeom prst="rect">
            <a:avLst/>
          </a:prstGeom>
        </p:spPr>
      </p:pic>
      <p:sp>
        <p:nvSpPr>
          <p:cNvPr id="8" name="TextBox 7">
            <a:extLst>
              <a:ext uri="{FF2B5EF4-FFF2-40B4-BE49-F238E27FC236}">
                <a16:creationId xmlns:a16="http://schemas.microsoft.com/office/drawing/2014/main" id="{64001AA2-4F5E-8E67-B943-5A3F1D50689D}"/>
              </a:ext>
            </a:extLst>
          </p:cNvPr>
          <p:cNvSpPr txBox="1"/>
          <p:nvPr/>
        </p:nvSpPr>
        <p:spPr>
          <a:xfrm>
            <a:off x="728785" y="4899591"/>
            <a:ext cx="2798185" cy="1323439"/>
          </a:xfrm>
          <a:prstGeom prst="rect">
            <a:avLst/>
          </a:prstGeom>
          <a:noFill/>
        </p:spPr>
        <p:txBody>
          <a:bodyPr wrap="square" rtlCol="0">
            <a:spAutoFit/>
          </a:bodyPr>
          <a:lstStyle/>
          <a:p>
            <a:r>
              <a:rPr lang="en-US" sz="1600" dirty="0"/>
              <a:t>Python function that asks a LLM to generate an argumentative essay for each topic and saves the answer to a text file</a:t>
            </a:r>
          </a:p>
        </p:txBody>
      </p:sp>
    </p:spTree>
    <p:extLst>
      <p:ext uri="{BB962C8B-B14F-4D97-AF65-F5344CB8AC3E}">
        <p14:creationId xmlns:p14="http://schemas.microsoft.com/office/powerpoint/2010/main" val="4140373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24C933-AEB8-74B0-B367-36D4F0FEC55E}"/>
              </a:ext>
            </a:extLst>
          </p:cNvPr>
          <p:cNvSpPr>
            <a:spLocks noGrp="1"/>
          </p:cNvSpPr>
          <p:nvPr>
            <p:ph type="sldNum" sz="quarter" idx="12"/>
          </p:nvPr>
        </p:nvSpPr>
        <p:spPr/>
        <p:txBody>
          <a:bodyPr/>
          <a:lstStyle/>
          <a:p>
            <a:fld id="{A65A5C87-DF58-40C8-B092-1DE63DB4547E}" type="slidenum">
              <a:rPr lang="en-US" smtClean="0"/>
              <a:t>31</a:t>
            </a:fld>
            <a:endParaRPr lang="en-US" dirty="0"/>
          </a:p>
        </p:txBody>
      </p:sp>
      <p:sp>
        <p:nvSpPr>
          <p:cNvPr id="7" name="TextBox 6">
            <a:extLst>
              <a:ext uri="{FF2B5EF4-FFF2-40B4-BE49-F238E27FC236}">
                <a16:creationId xmlns:a16="http://schemas.microsoft.com/office/drawing/2014/main" id="{C53E6BB0-FCB9-6E66-9A42-6B01671698D3}"/>
              </a:ext>
            </a:extLst>
          </p:cNvPr>
          <p:cNvSpPr txBox="1"/>
          <p:nvPr/>
        </p:nvSpPr>
        <p:spPr>
          <a:xfrm>
            <a:off x="1919774" y="6356350"/>
            <a:ext cx="7989336" cy="338554"/>
          </a:xfrm>
          <a:prstGeom prst="rect">
            <a:avLst/>
          </a:prstGeom>
          <a:noFill/>
        </p:spPr>
        <p:txBody>
          <a:bodyPr wrap="square">
            <a:spAutoFit/>
          </a:bodyPr>
          <a:lstStyle/>
          <a:p>
            <a:r>
              <a:rPr lang="en-US" sz="1600" b="0" i="0" dirty="0">
                <a:effectLst/>
                <a:highlight>
                  <a:srgbClr val="FFFFFF"/>
                </a:highlight>
              </a:rPr>
              <a:t>(*) Estimations, actual parameters are not publicly disclosed by the organization</a:t>
            </a:r>
            <a:endParaRPr lang="en-US" sz="1600" dirty="0"/>
          </a:p>
        </p:txBody>
      </p:sp>
      <p:pic>
        <p:nvPicPr>
          <p:cNvPr id="3" name="Picture 2" descr="A table with text and numbers&#10;&#10;Description automatically generated with medium confidence">
            <a:extLst>
              <a:ext uri="{FF2B5EF4-FFF2-40B4-BE49-F238E27FC236}">
                <a16:creationId xmlns:a16="http://schemas.microsoft.com/office/drawing/2014/main" id="{1F452BD4-DCCA-65D8-3DE1-3A2C3B1802E4}"/>
              </a:ext>
            </a:extLst>
          </p:cNvPr>
          <p:cNvPicPr>
            <a:picLocks noChangeAspect="1"/>
          </p:cNvPicPr>
          <p:nvPr/>
        </p:nvPicPr>
        <p:blipFill>
          <a:blip r:embed="rId2"/>
          <a:stretch>
            <a:fillRect/>
          </a:stretch>
        </p:blipFill>
        <p:spPr>
          <a:xfrm>
            <a:off x="128004" y="59786"/>
            <a:ext cx="11572875" cy="6269993"/>
          </a:xfrm>
          <a:prstGeom prst="rect">
            <a:avLst/>
          </a:prstGeom>
        </p:spPr>
      </p:pic>
    </p:spTree>
    <p:extLst>
      <p:ext uri="{BB962C8B-B14F-4D97-AF65-F5344CB8AC3E}">
        <p14:creationId xmlns:p14="http://schemas.microsoft.com/office/powerpoint/2010/main" val="8697570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dirty="0"/>
              <a:t>Methodology</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r>
              <a:rPr lang="en-US" dirty="0"/>
              <a:t>Analysis procedure</a:t>
            </a:r>
          </a:p>
        </p:txBody>
      </p:sp>
    </p:spTree>
    <p:extLst>
      <p:ext uri="{BB962C8B-B14F-4D97-AF65-F5344CB8AC3E}">
        <p14:creationId xmlns:p14="http://schemas.microsoft.com/office/powerpoint/2010/main" val="22338805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144FF-E174-03D8-B925-831E29B8F1DA}"/>
              </a:ext>
            </a:extLst>
          </p:cNvPr>
          <p:cNvSpPr>
            <a:spLocks noGrp="1"/>
          </p:cNvSpPr>
          <p:nvPr>
            <p:ph type="title"/>
          </p:nvPr>
        </p:nvSpPr>
        <p:spPr/>
        <p:txBody>
          <a:bodyPr/>
          <a:lstStyle/>
          <a:p>
            <a:r>
              <a:rPr lang="en-US" dirty="0"/>
              <a:t>Procedure for data analysis</a:t>
            </a:r>
          </a:p>
        </p:txBody>
      </p:sp>
      <p:sp>
        <p:nvSpPr>
          <p:cNvPr id="3" name="Text Placeholder 2">
            <a:extLst>
              <a:ext uri="{FF2B5EF4-FFF2-40B4-BE49-F238E27FC236}">
                <a16:creationId xmlns:a16="http://schemas.microsoft.com/office/drawing/2014/main" id="{DDF45B4F-E45B-52B4-7E64-CE66A2B56A4A}"/>
              </a:ext>
            </a:extLst>
          </p:cNvPr>
          <p:cNvSpPr>
            <a:spLocks noGrp="1"/>
          </p:cNvSpPr>
          <p:nvPr>
            <p:ph type="body" idx="1"/>
          </p:nvPr>
        </p:nvSpPr>
        <p:spPr/>
        <p:txBody>
          <a:bodyPr/>
          <a:lstStyle/>
          <a:p>
            <a:r>
              <a:rPr lang="en-US" dirty="0"/>
              <a:t>Step 1</a:t>
            </a:r>
          </a:p>
        </p:txBody>
      </p:sp>
      <p:sp>
        <p:nvSpPr>
          <p:cNvPr id="4" name="Content Placeholder 3">
            <a:extLst>
              <a:ext uri="{FF2B5EF4-FFF2-40B4-BE49-F238E27FC236}">
                <a16:creationId xmlns:a16="http://schemas.microsoft.com/office/drawing/2014/main" id="{70351E24-9F2A-D483-A109-9C7798655229}"/>
              </a:ext>
            </a:extLst>
          </p:cNvPr>
          <p:cNvSpPr>
            <a:spLocks noGrp="1"/>
          </p:cNvSpPr>
          <p:nvPr>
            <p:ph sz="half" idx="2"/>
          </p:nvPr>
        </p:nvSpPr>
        <p:spPr/>
        <p:txBody>
          <a:bodyPr>
            <a:normAutofit fontScale="92500" lnSpcReduction="10000"/>
          </a:bodyPr>
          <a:lstStyle/>
          <a:p>
            <a:pPr marL="0" indent="0">
              <a:buNone/>
            </a:pPr>
            <a:r>
              <a:rPr lang="en-US" sz="1800" kern="100" dirty="0">
                <a:effectLst/>
                <a:ea typeface="Aptos" panose="020B0004020202020204" pitchFamily="34" charset="0"/>
                <a:cs typeface="Times New Roman" panose="02020603050405020304" pitchFamily="18" charset="0"/>
              </a:rPr>
              <a:t>A list of linking adverbials was compiled based on </a:t>
            </a:r>
            <a:r>
              <a:rPr lang="en-US" sz="1800" kern="100" dirty="0" err="1">
                <a:effectLst/>
                <a:ea typeface="Aptos" panose="020B0004020202020204" pitchFamily="34" charset="0"/>
                <a:cs typeface="Times New Roman" panose="02020603050405020304" pitchFamily="18" charset="0"/>
              </a:rPr>
              <a:t>Biber's</a:t>
            </a:r>
            <a:r>
              <a:rPr lang="en-US" sz="1800" kern="100" dirty="0">
                <a:effectLst/>
                <a:ea typeface="Aptos" panose="020B0004020202020204" pitchFamily="34" charset="0"/>
                <a:cs typeface="Times New Roman" panose="02020603050405020304" pitchFamily="18" charset="0"/>
              </a:rPr>
              <a:t> classification. For each adverbial, the corresponding regular expression was specified for search purposes. For instance, "to summarize" was represented as "to </a:t>
            </a:r>
            <a:r>
              <a:rPr lang="en-US" sz="1800" kern="100" dirty="0" err="1">
                <a:effectLst/>
                <a:ea typeface="Aptos" panose="020B0004020202020204" pitchFamily="34" charset="0"/>
                <a:cs typeface="Times New Roman" panose="02020603050405020304" pitchFamily="18" charset="0"/>
              </a:rPr>
              <a:t>summari</a:t>
            </a:r>
            <a:r>
              <a:rPr lang="en-US" sz="1800" kern="100" dirty="0">
                <a:effectLst/>
                <a:ea typeface="Aptos" panose="020B0004020202020204" pitchFamily="34" charset="0"/>
                <a:cs typeface="Times New Roman" panose="02020603050405020304" pitchFamily="18" charset="0"/>
              </a:rPr>
              <a:t>[</a:t>
            </a:r>
            <a:r>
              <a:rPr lang="en-US" sz="1800" kern="100" dirty="0" err="1">
                <a:effectLst/>
                <a:ea typeface="Aptos" panose="020B0004020202020204" pitchFamily="34" charset="0"/>
                <a:cs typeface="Times New Roman" panose="02020603050405020304" pitchFamily="18" charset="0"/>
              </a:rPr>
              <a:t>sz</a:t>
            </a:r>
            <a:r>
              <a:rPr lang="en-US" sz="1800" kern="100" dirty="0">
                <a:effectLst/>
                <a:ea typeface="Aptos" panose="020B0004020202020204" pitchFamily="34" charset="0"/>
                <a:cs typeface="Times New Roman" panose="02020603050405020304" pitchFamily="18" charset="0"/>
              </a:rPr>
              <a:t>]e" to account for both American and British spelling variations.</a:t>
            </a:r>
          </a:p>
          <a:p>
            <a:endParaRPr lang="en-US" dirty="0"/>
          </a:p>
        </p:txBody>
      </p:sp>
      <p:sp>
        <p:nvSpPr>
          <p:cNvPr id="5" name="Text Placeholder 4">
            <a:extLst>
              <a:ext uri="{FF2B5EF4-FFF2-40B4-BE49-F238E27FC236}">
                <a16:creationId xmlns:a16="http://schemas.microsoft.com/office/drawing/2014/main" id="{ED192CD4-8099-1CD2-664B-3420100CD0E5}"/>
              </a:ext>
            </a:extLst>
          </p:cNvPr>
          <p:cNvSpPr>
            <a:spLocks noGrp="1"/>
          </p:cNvSpPr>
          <p:nvPr>
            <p:ph type="body" sz="quarter" idx="3"/>
          </p:nvPr>
        </p:nvSpPr>
        <p:spPr/>
        <p:txBody>
          <a:bodyPr/>
          <a:lstStyle/>
          <a:p>
            <a:r>
              <a:rPr lang="en-US" dirty="0"/>
              <a:t>Step 2</a:t>
            </a:r>
          </a:p>
        </p:txBody>
      </p:sp>
      <p:sp>
        <p:nvSpPr>
          <p:cNvPr id="6" name="Content Placeholder 5">
            <a:extLst>
              <a:ext uri="{FF2B5EF4-FFF2-40B4-BE49-F238E27FC236}">
                <a16:creationId xmlns:a16="http://schemas.microsoft.com/office/drawing/2014/main" id="{49A51AD9-FE0A-060C-225D-331D73909A9E}"/>
              </a:ext>
            </a:extLst>
          </p:cNvPr>
          <p:cNvSpPr>
            <a:spLocks noGrp="1"/>
          </p:cNvSpPr>
          <p:nvPr>
            <p:ph sz="quarter" idx="4"/>
          </p:nvPr>
        </p:nvSpPr>
        <p:spPr/>
        <p:txBody>
          <a:bodyPr>
            <a:normAutofit fontScale="92500" lnSpcReduction="20000"/>
          </a:bodyPr>
          <a:lstStyle/>
          <a:p>
            <a:pPr marL="0" indent="0">
              <a:buNone/>
            </a:pPr>
            <a:r>
              <a:rPr lang="en-US" sz="1800" dirty="0">
                <a:effectLst/>
                <a:ea typeface="Aptos" panose="020B0004020202020204" pitchFamily="34" charset="0"/>
                <a:cs typeface="Times New Roman" panose="02020603050405020304" pitchFamily="18" charset="0"/>
              </a:rPr>
              <a:t>A custom Python procedure was developed to identify occurrences of these adverbials within the text. This procedure utilized regular expressions and recorded several key pieces of information for each match: the specific adverbial found, its starting position in the text, as well as the surrounding left and right context.</a:t>
            </a:r>
            <a:endParaRPr lang="en-US" dirty="0"/>
          </a:p>
        </p:txBody>
      </p:sp>
      <p:sp>
        <p:nvSpPr>
          <p:cNvPr id="9" name="Slide Number Placeholder 8">
            <a:extLst>
              <a:ext uri="{FF2B5EF4-FFF2-40B4-BE49-F238E27FC236}">
                <a16:creationId xmlns:a16="http://schemas.microsoft.com/office/drawing/2014/main" id="{46E34A74-012F-8B89-6CA2-C7C869073600}"/>
              </a:ext>
            </a:extLst>
          </p:cNvPr>
          <p:cNvSpPr>
            <a:spLocks noGrp="1"/>
          </p:cNvSpPr>
          <p:nvPr>
            <p:ph type="sldNum" sz="quarter" idx="12"/>
          </p:nvPr>
        </p:nvSpPr>
        <p:spPr/>
        <p:txBody>
          <a:bodyPr/>
          <a:lstStyle/>
          <a:p>
            <a:fld id="{A65A5C87-DF58-40C8-B092-1DE63DB4547E}" type="slidenum">
              <a:rPr lang="en-US" smtClean="0"/>
              <a:t>33</a:t>
            </a:fld>
            <a:endParaRPr lang="en-US" dirty="0"/>
          </a:p>
        </p:txBody>
      </p:sp>
      <p:sp>
        <p:nvSpPr>
          <p:cNvPr id="10" name="Text Placeholder 9">
            <a:extLst>
              <a:ext uri="{FF2B5EF4-FFF2-40B4-BE49-F238E27FC236}">
                <a16:creationId xmlns:a16="http://schemas.microsoft.com/office/drawing/2014/main" id="{61F6B046-6799-CDBA-CE4A-6659FBD31AA4}"/>
              </a:ext>
            </a:extLst>
          </p:cNvPr>
          <p:cNvSpPr>
            <a:spLocks noGrp="1"/>
          </p:cNvSpPr>
          <p:nvPr>
            <p:ph type="body" sz="quarter" idx="13"/>
          </p:nvPr>
        </p:nvSpPr>
        <p:spPr/>
        <p:txBody>
          <a:bodyPr/>
          <a:lstStyle/>
          <a:p>
            <a:r>
              <a:rPr lang="en-US" dirty="0"/>
              <a:t>Step 3</a:t>
            </a:r>
          </a:p>
        </p:txBody>
      </p:sp>
      <p:sp>
        <p:nvSpPr>
          <p:cNvPr id="11" name="Content Placeholder 10">
            <a:extLst>
              <a:ext uri="{FF2B5EF4-FFF2-40B4-BE49-F238E27FC236}">
                <a16:creationId xmlns:a16="http://schemas.microsoft.com/office/drawing/2014/main" id="{9DFCAC24-6ADC-B09C-8132-386411934444}"/>
              </a:ext>
            </a:extLst>
          </p:cNvPr>
          <p:cNvSpPr>
            <a:spLocks noGrp="1"/>
          </p:cNvSpPr>
          <p:nvPr>
            <p:ph sz="quarter" idx="14"/>
          </p:nvPr>
        </p:nvSpPr>
        <p:spPr/>
        <p:txBody>
          <a:bodyPr/>
          <a:lstStyle/>
          <a:p>
            <a:pPr marL="0" indent="0">
              <a:buNone/>
            </a:pPr>
            <a:r>
              <a:rPr lang="en-US" sz="1800" dirty="0">
                <a:effectLst/>
                <a:ea typeface="Aptos" panose="020B0004020202020204" pitchFamily="34" charset="0"/>
                <a:cs typeface="Times New Roman" panose="02020603050405020304" pitchFamily="18" charset="0"/>
              </a:rPr>
              <a:t>A manual check of the results was conducted using the </a:t>
            </a:r>
            <a:r>
              <a:rPr lang="en-US" sz="1800" dirty="0" err="1">
                <a:effectLst/>
                <a:ea typeface="Aptos" panose="020B0004020202020204" pitchFamily="34" charset="0"/>
                <a:cs typeface="Times New Roman" panose="02020603050405020304" pitchFamily="18" charset="0"/>
              </a:rPr>
              <a:t>AntConc</a:t>
            </a:r>
            <a:r>
              <a:rPr lang="en-US" sz="1800" dirty="0">
                <a:effectLst/>
                <a:ea typeface="Aptos" panose="020B0004020202020204" pitchFamily="34" charset="0"/>
                <a:cs typeface="Times New Roman" panose="02020603050405020304" pitchFamily="18" charset="0"/>
              </a:rPr>
              <a:t> software. </a:t>
            </a:r>
          </a:p>
          <a:p>
            <a:pPr marL="0" indent="0">
              <a:buNone/>
            </a:pPr>
            <a:r>
              <a:rPr lang="en-US" sz="1800" dirty="0">
                <a:effectLst/>
                <a:ea typeface="Aptos" panose="020B0004020202020204" pitchFamily="34" charset="0"/>
                <a:cs typeface="Times New Roman" panose="02020603050405020304" pitchFamily="18" charset="0"/>
              </a:rPr>
              <a:t>This step allowed for verification that the automated process hadn't missed any relevant instances.</a:t>
            </a:r>
            <a:endParaRPr lang="en-US" dirty="0"/>
          </a:p>
        </p:txBody>
      </p:sp>
    </p:spTree>
    <p:extLst>
      <p:ext uri="{BB962C8B-B14F-4D97-AF65-F5344CB8AC3E}">
        <p14:creationId xmlns:p14="http://schemas.microsoft.com/office/powerpoint/2010/main" val="27056960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144FF-E174-03D8-B925-831E29B8F1DA}"/>
              </a:ext>
            </a:extLst>
          </p:cNvPr>
          <p:cNvSpPr>
            <a:spLocks noGrp="1"/>
          </p:cNvSpPr>
          <p:nvPr>
            <p:ph type="title"/>
          </p:nvPr>
        </p:nvSpPr>
        <p:spPr/>
        <p:txBody>
          <a:bodyPr/>
          <a:lstStyle/>
          <a:p>
            <a:r>
              <a:rPr lang="en-US" dirty="0"/>
              <a:t>Procedure for data analysis</a:t>
            </a:r>
          </a:p>
        </p:txBody>
      </p:sp>
      <p:sp>
        <p:nvSpPr>
          <p:cNvPr id="3" name="Text Placeholder 2">
            <a:extLst>
              <a:ext uri="{FF2B5EF4-FFF2-40B4-BE49-F238E27FC236}">
                <a16:creationId xmlns:a16="http://schemas.microsoft.com/office/drawing/2014/main" id="{DDF45B4F-E45B-52B4-7E64-CE66A2B56A4A}"/>
              </a:ext>
            </a:extLst>
          </p:cNvPr>
          <p:cNvSpPr>
            <a:spLocks noGrp="1"/>
          </p:cNvSpPr>
          <p:nvPr>
            <p:ph type="body" idx="1"/>
          </p:nvPr>
        </p:nvSpPr>
        <p:spPr/>
        <p:txBody>
          <a:bodyPr/>
          <a:lstStyle/>
          <a:p>
            <a:r>
              <a:rPr lang="en-US" dirty="0"/>
              <a:t>Step 4</a:t>
            </a:r>
          </a:p>
        </p:txBody>
      </p:sp>
      <p:sp>
        <p:nvSpPr>
          <p:cNvPr id="4" name="Content Placeholder 3">
            <a:extLst>
              <a:ext uri="{FF2B5EF4-FFF2-40B4-BE49-F238E27FC236}">
                <a16:creationId xmlns:a16="http://schemas.microsoft.com/office/drawing/2014/main" id="{70351E24-9F2A-D483-A109-9C7798655229}"/>
              </a:ext>
            </a:extLst>
          </p:cNvPr>
          <p:cNvSpPr>
            <a:spLocks noGrp="1"/>
          </p:cNvSpPr>
          <p:nvPr>
            <p:ph sz="half" idx="2"/>
          </p:nvPr>
        </p:nvSpPr>
        <p:spPr/>
        <p:txBody>
          <a:bodyPr>
            <a:normAutofit/>
          </a:bodyPr>
          <a:lstStyle/>
          <a:p>
            <a:pPr mar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The results of the search were then saved in an Excel file. </a:t>
            </a:r>
          </a:p>
          <a:p>
            <a:pPr mar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A manual analysis of these results was performed to exclude any "false positives" that may have been captured by the automated process.</a:t>
            </a:r>
          </a:p>
          <a:p>
            <a:endParaRPr lang="en-US" dirty="0"/>
          </a:p>
        </p:txBody>
      </p:sp>
      <p:sp>
        <p:nvSpPr>
          <p:cNvPr id="5" name="Text Placeholder 4">
            <a:extLst>
              <a:ext uri="{FF2B5EF4-FFF2-40B4-BE49-F238E27FC236}">
                <a16:creationId xmlns:a16="http://schemas.microsoft.com/office/drawing/2014/main" id="{ED192CD4-8099-1CD2-664B-3420100CD0E5}"/>
              </a:ext>
            </a:extLst>
          </p:cNvPr>
          <p:cNvSpPr>
            <a:spLocks noGrp="1"/>
          </p:cNvSpPr>
          <p:nvPr>
            <p:ph type="body" sz="quarter" idx="3"/>
          </p:nvPr>
        </p:nvSpPr>
        <p:spPr/>
        <p:txBody>
          <a:bodyPr/>
          <a:lstStyle/>
          <a:p>
            <a:r>
              <a:rPr lang="en-US" dirty="0"/>
              <a:t>Step 5</a:t>
            </a:r>
          </a:p>
        </p:txBody>
      </p:sp>
      <p:sp>
        <p:nvSpPr>
          <p:cNvPr id="6" name="Content Placeholder 5">
            <a:extLst>
              <a:ext uri="{FF2B5EF4-FFF2-40B4-BE49-F238E27FC236}">
                <a16:creationId xmlns:a16="http://schemas.microsoft.com/office/drawing/2014/main" id="{49A51AD9-FE0A-060C-225D-331D73909A9E}"/>
              </a:ext>
            </a:extLst>
          </p:cNvPr>
          <p:cNvSpPr>
            <a:spLocks noGrp="1"/>
          </p:cNvSpPr>
          <p:nvPr>
            <p:ph sz="quarter" idx="4"/>
          </p:nvPr>
        </p:nvSpPr>
        <p:spPr/>
        <p:txBody>
          <a:bodyPr>
            <a:normAutofit fontScale="92500" lnSpcReduction="20000"/>
          </a:bodyPr>
          <a:lstStyle/>
          <a:p>
            <a:pPr marL="0" indent="0">
              <a:buNone/>
            </a:pPr>
            <a:r>
              <a:rPr lang="en-US" sz="1800" dirty="0">
                <a:effectLst/>
                <a:ea typeface="Aptos" panose="020B0004020202020204" pitchFamily="34" charset="0"/>
                <a:cs typeface="Times New Roman" panose="02020603050405020304" pitchFamily="18" charset="0"/>
              </a:rPr>
              <a:t>The Stanford Stanza natural language processing library with the “</a:t>
            </a:r>
            <a:r>
              <a:rPr lang="en-US" sz="1800" dirty="0" err="1">
                <a:effectLst/>
                <a:ea typeface="Aptos" panose="020B0004020202020204" pitchFamily="34" charset="0"/>
                <a:cs typeface="Times New Roman" panose="02020603050405020304" pitchFamily="18" charset="0"/>
              </a:rPr>
              <a:t>en</a:t>
            </a:r>
            <a:r>
              <a:rPr lang="en-US" sz="1800" dirty="0">
                <a:effectLst/>
                <a:ea typeface="Aptos" panose="020B0004020202020204" pitchFamily="34" charset="0"/>
                <a:cs typeface="Times New Roman" panose="02020603050405020304" pitchFamily="18" charset="0"/>
              </a:rPr>
              <a:t>” pipeline was used to parse the text. This allowed for the computation of the number of tokens and sentences for each file. According to the documentation, its accuracy rates are 99.77% for tokenization and 92.20% for sentence segmentation</a:t>
            </a:r>
            <a:endParaRPr lang="en-US" dirty="0"/>
          </a:p>
        </p:txBody>
      </p:sp>
      <p:sp>
        <p:nvSpPr>
          <p:cNvPr id="9" name="Slide Number Placeholder 8">
            <a:extLst>
              <a:ext uri="{FF2B5EF4-FFF2-40B4-BE49-F238E27FC236}">
                <a16:creationId xmlns:a16="http://schemas.microsoft.com/office/drawing/2014/main" id="{46E34A74-012F-8B89-6CA2-C7C869073600}"/>
              </a:ext>
            </a:extLst>
          </p:cNvPr>
          <p:cNvSpPr>
            <a:spLocks noGrp="1"/>
          </p:cNvSpPr>
          <p:nvPr>
            <p:ph type="sldNum" sz="quarter" idx="12"/>
          </p:nvPr>
        </p:nvSpPr>
        <p:spPr/>
        <p:txBody>
          <a:bodyPr/>
          <a:lstStyle/>
          <a:p>
            <a:fld id="{A65A5C87-DF58-40C8-B092-1DE63DB4547E}" type="slidenum">
              <a:rPr lang="en-US" smtClean="0"/>
              <a:t>34</a:t>
            </a:fld>
            <a:endParaRPr lang="en-US" dirty="0"/>
          </a:p>
        </p:txBody>
      </p:sp>
      <p:sp>
        <p:nvSpPr>
          <p:cNvPr id="10" name="Text Placeholder 9">
            <a:extLst>
              <a:ext uri="{FF2B5EF4-FFF2-40B4-BE49-F238E27FC236}">
                <a16:creationId xmlns:a16="http://schemas.microsoft.com/office/drawing/2014/main" id="{61F6B046-6799-CDBA-CE4A-6659FBD31AA4}"/>
              </a:ext>
            </a:extLst>
          </p:cNvPr>
          <p:cNvSpPr>
            <a:spLocks noGrp="1"/>
          </p:cNvSpPr>
          <p:nvPr>
            <p:ph type="body" sz="quarter" idx="13"/>
          </p:nvPr>
        </p:nvSpPr>
        <p:spPr/>
        <p:txBody>
          <a:bodyPr/>
          <a:lstStyle/>
          <a:p>
            <a:r>
              <a:rPr lang="en-US" dirty="0"/>
              <a:t>Step 6</a:t>
            </a:r>
          </a:p>
        </p:txBody>
      </p:sp>
      <p:sp>
        <p:nvSpPr>
          <p:cNvPr id="11" name="Content Placeholder 10">
            <a:extLst>
              <a:ext uri="{FF2B5EF4-FFF2-40B4-BE49-F238E27FC236}">
                <a16:creationId xmlns:a16="http://schemas.microsoft.com/office/drawing/2014/main" id="{9DFCAC24-6ADC-B09C-8132-386411934444}"/>
              </a:ext>
            </a:extLst>
          </p:cNvPr>
          <p:cNvSpPr>
            <a:spLocks noGrp="1"/>
          </p:cNvSpPr>
          <p:nvPr>
            <p:ph sz="quarter" idx="14"/>
          </p:nvPr>
        </p:nvSpPr>
        <p:spPr/>
        <p:txBody>
          <a:bodyPr>
            <a:normAutofit/>
          </a:bodyPr>
          <a:lstStyle/>
          <a:p>
            <a:pPr marL="0" indent="0">
              <a:lnSpc>
                <a:spcPct val="115000"/>
              </a:lnSpc>
              <a:spcAft>
                <a:spcPts val="800"/>
              </a:spcAft>
              <a:buNone/>
            </a:pPr>
            <a:r>
              <a:rPr lang="en-US" sz="1800" kern="100" dirty="0">
                <a:effectLst/>
                <a:ea typeface="Aptos" panose="020B0004020202020204" pitchFamily="34" charset="0"/>
                <a:cs typeface="Times New Roman" panose="02020603050405020304" pitchFamily="18" charset="0"/>
              </a:rPr>
              <a:t>Data analysis and visualization were conducted using SQL server, R programming language and ggplot2 library</a:t>
            </a:r>
            <a:r>
              <a:rPr lang="en-US" sz="1800" dirty="0">
                <a:effectLst/>
                <a:ea typeface="Aptos" panose="020B0004020202020204" pitchFamily="34" charset="0"/>
                <a:cs typeface="Times New Roman" panose="02020603050405020304" pitchFamily="18" charset="0"/>
              </a:rPr>
              <a:t>, and </a:t>
            </a:r>
            <a:r>
              <a:rPr lang="en-US" dirty="0" err="1">
                <a:cs typeface="Times New Roman" panose="02020603050405020304" pitchFamily="18" charset="0"/>
              </a:rPr>
              <a:t>AntConc</a:t>
            </a:r>
            <a:r>
              <a:rPr lang="en-US" dirty="0">
                <a:cs typeface="Times New Roman" panose="02020603050405020304" pitchFamily="18" charset="0"/>
              </a:rPr>
              <a:t> software.</a:t>
            </a:r>
            <a:endParaRPr lang="en-US" dirty="0"/>
          </a:p>
        </p:txBody>
      </p:sp>
    </p:spTree>
    <p:extLst>
      <p:ext uri="{BB962C8B-B14F-4D97-AF65-F5344CB8AC3E}">
        <p14:creationId xmlns:p14="http://schemas.microsoft.com/office/powerpoint/2010/main" val="42509153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AE31CC6-69B2-4695-8CD7-91AF1B926342}"/>
              </a:ext>
            </a:extLst>
          </p:cNvPr>
          <p:cNvSpPr>
            <a:spLocks noGrp="1"/>
          </p:cNvSpPr>
          <p:nvPr>
            <p:ph type="title"/>
          </p:nvPr>
        </p:nvSpPr>
        <p:spPr/>
        <p:txBody>
          <a:bodyPr/>
          <a:lstStyle/>
          <a:p>
            <a:r>
              <a:rPr lang="en-US" dirty="0"/>
              <a:t>The Excel file generated by the procedure</a:t>
            </a:r>
          </a:p>
        </p:txBody>
      </p:sp>
      <p:sp>
        <p:nvSpPr>
          <p:cNvPr id="6" name="Slide Number Placeholder 5">
            <a:extLst>
              <a:ext uri="{FF2B5EF4-FFF2-40B4-BE49-F238E27FC236}">
                <a16:creationId xmlns:a16="http://schemas.microsoft.com/office/drawing/2014/main" id="{261102B7-F174-38E9-F3F8-5A3E4C031F7F}"/>
              </a:ext>
            </a:extLst>
          </p:cNvPr>
          <p:cNvSpPr>
            <a:spLocks noGrp="1"/>
          </p:cNvSpPr>
          <p:nvPr>
            <p:ph type="sldNum" sz="quarter" idx="12"/>
          </p:nvPr>
        </p:nvSpPr>
        <p:spPr/>
        <p:txBody>
          <a:bodyPr/>
          <a:lstStyle/>
          <a:p>
            <a:fld id="{A65A5C87-DF58-40C8-B092-1DE63DB4547E}" type="slidenum">
              <a:rPr lang="en-US" smtClean="0"/>
              <a:t>35</a:t>
            </a:fld>
            <a:endParaRPr lang="en-US" dirty="0"/>
          </a:p>
        </p:txBody>
      </p:sp>
      <p:pic>
        <p:nvPicPr>
          <p:cNvPr id="5" name="Content Placeholder 4" descr="A screenshot of a computer&#10;&#10;Description automatically generated">
            <a:extLst>
              <a:ext uri="{FF2B5EF4-FFF2-40B4-BE49-F238E27FC236}">
                <a16:creationId xmlns:a16="http://schemas.microsoft.com/office/drawing/2014/main" id="{C72081B6-14F4-65FA-A782-3B081E2397EC}"/>
              </a:ext>
            </a:extLst>
          </p:cNvPr>
          <p:cNvPicPr>
            <a:picLocks noGrp="1" noChangeAspect="1"/>
          </p:cNvPicPr>
          <p:nvPr>
            <p:ph idx="1"/>
          </p:nvPr>
        </p:nvPicPr>
        <p:blipFill rotWithShape="1">
          <a:blip r:embed="rId2"/>
          <a:srcRect/>
          <a:stretch/>
        </p:blipFill>
        <p:spPr>
          <a:xfrm>
            <a:off x="1050118" y="2062065"/>
            <a:ext cx="9353024" cy="4110135"/>
          </a:xfrm>
        </p:spPr>
      </p:pic>
    </p:spTree>
    <p:extLst>
      <p:ext uri="{BB962C8B-B14F-4D97-AF65-F5344CB8AC3E}">
        <p14:creationId xmlns:p14="http://schemas.microsoft.com/office/powerpoint/2010/main" val="14288400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3205110-2AD7-E07A-9637-17AA010D2E70}"/>
              </a:ext>
            </a:extLst>
          </p:cNvPr>
          <p:cNvPicPr>
            <a:picLocks noGrp="1" noChangeAspect="1"/>
          </p:cNvPicPr>
          <p:nvPr>
            <p:ph idx="1"/>
          </p:nvPr>
        </p:nvPicPr>
        <p:blipFill>
          <a:blip r:embed="rId2"/>
          <a:stretch>
            <a:fillRect/>
          </a:stretch>
        </p:blipFill>
        <p:spPr>
          <a:xfrm>
            <a:off x="1115568" y="2068679"/>
            <a:ext cx="10167937" cy="3360973"/>
          </a:xfrm>
        </p:spPr>
      </p:pic>
      <p:sp>
        <p:nvSpPr>
          <p:cNvPr id="21" name="Title 20">
            <a:extLst>
              <a:ext uri="{FF2B5EF4-FFF2-40B4-BE49-F238E27FC236}">
                <a16:creationId xmlns:a16="http://schemas.microsoft.com/office/drawing/2014/main" id="{61A6C2DD-6111-AE5F-09DD-28D2E0D1D779}"/>
              </a:ext>
            </a:extLst>
          </p:cNvPr>
          <p:cNvSpPr>
            <a:spLocks noGrp="1"/>
          </p:cNvSpPr>
          <p:nvPr>
            <p:ph type="title"/>
          </p:nvPr>
        </p:nvSpPr>
        <p:spPr/>
        <p:txBody>
          <a:bodyPr>
            <a:normAutofit/>
          </a:bodyPr>
          <a:lstStyle/>
          <a:p>
            <a:r>
              <a:rPr lang="en-US" dirty="0"/>
              <a:t>Examples of manual analysis</a:t>
            </a:r>
          </a:p>
        </p:txBody>
      </p:sp>
      <p:sp>
        <p:nvSpPr>
          <p:cNvPr id="7" name="Slide Number Placeholder 6">
            <a:extLst>
              <a:ext uri="{FF2B5EF4-FFF2-40B4-BE49-F238E27FC236}">
                <a16:creationId xmlns:a16="http://schemas.microsoft.com/office/drawing/2014/main" id="{69C74BCF-86CF-DE59-102D-0897FEEE649F}"/>
              </a:ext>
            </a:extLst>
          </p:cNvPr>
          <p:cNvSpPr>
            <a:spLocks noGrp="1"/>
          </p:cNvSpPr>
          <p:nvPr>
            <p:ph type="sldNum" sz="quarter" idx="12"/>
          </p:nvPr>
        </p:nvSpPr>
        <p:spPr/>
        <p:txBody>
          <a:bodyPr/>
          <a:lstStyle/>
          <a:p>
            <a:fld id="{A65A5C87-DF58-40C8-B092-1DE63DB4547E}" type="slidenum">
              <a:rPr lang="en-US" smtClean="0"/>
              <a:t>36</a:t>
            </a:fld>
            <a:endParaRPr lang="en-US" dirty="0"/>
          </a:p>
        </p:txBody>
      </p:sp>
      <p:pic>
        <p:nvPicPr>
          <p:cNvPr id="17" name="Picture 16" descr="A green check mark in a circle&#10;&#10;Description automatically generated">
            <a:extLst>
              <a:ext uri="{FF2B5EF4-FFF2-40B4-BE49-F238E27FC236}">
                <a16:creationId xmlns:a16="http://schemas.microsoft.com/office/drawing/2014/main" id="{109FAD6F-5809-8237-9EAD-39B368E5AA1B}"/>
              </a:ext>
            </a:extLst>
          </p:cNvPr>
          <p:cNvPicPr>
            <a:picLocks noChangeAspect="1"/>
          </p:cNvPicPr>
          <p:nvPr/>
        </p:nvPicPr>
        <p:blipFill>
          <a:blip r:embed="rId3"/>
          <a:stretch>
            <a:fillRect/>
          </a:stretch>
        </p:blipFill>
        <p:spPr>
          <a:xfrm>
            <a:off x="1436449" y="2706505"/>
            <a:ext cx="305724" cy="313122"/>
          </a:xfrm>
          <a:prstGeom prst="rect">
            <a:avLst/>
          </a:prstGeom>
        </p:spPr>
      </p:pic>
      <p:pic>
        <p:nvPicPr>
          <p:cNvPr id="19" name="Picture 18" descr="A red circle with a white x in it&#10;&#10;Description automatically generated">
            <a:extLst>
              <a:ext uri="{FF2B5EF4-FFF2-40B4-BE49-F238E27FC236}">
                <a16:creationId xmlns:a16="http://schemas.microsoft.com/office/drawing/2014/main" id="{C1CB6832-5A3A-ACC4-C5D8-B1B3FA878397}"/>
              </a:ext>
            </a:extLst>
          </p:cNvPr>
          <p:cNvPicPr>
            <a:picLocks noChangeAspect="1"/>
          </p:cNvPicPr>
          <p:nvPr/>
        </p:nvPicPr>
        <p:blipFill>
          <a:blip r:embed="rId4"/>
          <a:stretch>
            <a:fillRect/>
          </a:stretch>
        </p:blipFill>
        <p:spPr>
          <a:xfrm>
            <a:off x="1431298" y="3489338"/>
            <a:ext cx="316026" cy="302686"/>
          </a:xfrm>
          <a:prstGeom prst="rect">
            <a:avLst/>
          </a:prstGeom>
        </p:spPr>
      </p:pic>
      <p:pic>
        <p:nvPicPr>
          <p:cNvPr id="22" name="Picture 21" descr="A green check mark in a circle&#10;&#10;Description automatically generated">
            <a:extLst>
              <a:ext uri="{FF2B5EF4-FFF2-40B4-BE49-F238E27FC236}">
                <a16:creationId xmlns:a16="http://schemas.microsoft.com/office/drawing/2014/main" id="{0BAEB88E-A55E-291F-049D-0102801D2161}"/>
              </a:ext>
            </a:extLst>
          </p:cNvPr>
          <p:cNvPicPr>
            <a:picLocks noChangeAspect="1"/>
          </p:cNvPicPr>
          <p:nvPr/>
        </p:nvPicPr>
        <p:blipFill>
          <a:blip r:embed="rId3"/>
          <a:stretch>
            <a:fillRect/>
          </a:stretch>
        </p:blipFill>
        <p:spPr>
          <a:xfrm>
            <a:off x="1436449" y="4297716"/>
            <a:ext cx="305724" cy="313122"/>
          </a:xfrm>
          <a:prstGeom prst="rect">
            <a:avLst/>
          </a:prstGeom>
        </p:spPr>
      </p:pic>
      <p:pic>
        <p:nvPicPr>
          <p:cNvPr id="23" name="Picture 22" descr="A red circle with a white x in it&#10;&#10;Description automatically generated">
            <a:extLst>
              <a:ext uri="{FF2B5EF4-FFF2-40B4-BE49-F238E27FC236}">
                <a16:creationId xmlns:a16="http://schemas.microsoft.com/office/drawing/2014/main" id="{8E069900-5961-D973-B125-964C3094255B}"/>
              </a:ext>
            </a:extLst>
          </p:cNvPr>
          <p:cNvPicPr>
            <a:picLocks noChangeAspect="1"/>
          </p:cNvPicPr>
          <p:nvPr/>
        </p:nvPicPr>
        <p:blipFill>
          <a:blip r:embed="rId4"/>
          <a:stretch>
            <a:fillRect/>
          </a:stretch>
        </p:blipFill>
        <p:spPr>
          <a:xfrm>
            <a:off x="1431298" y="5061340"/>
            <a:ext cx="316026" cy="302686"/>
          </a:xfrm>
          <a:prstGeom prst="rect">
            <a:avLst/>
          </a:prstGeom>
        </p:spPr>
      </p:pic>
      <p:sp>
        <p:nvSpPr>
          <p:cNvPr id="24" name="TextBox 23">
            <a:extLst>
              <a:ext uri="{FF2B5EF4-FFF2-40B4-BE49-F238E27FC236}">
                <a16:creationId xmlns:a16="http://schemas.microsoft.com/office/drawing/2014/main" id="{16228684-C966-80C6-C03F-17EA97804AD3}"/>
              </a:ext>
            </a:extLst>
          </p:cNvPr>
          <p:cNvSpPr txBox="1"/>
          <p:nvPr/>
        </p:nvSpPr>
        <p:spPr>
          <a:xfrm>
            <a:off x="1240973" y="5770115"/>
            <a:ext cx="10310325" cy="983924"/>
          </a:xfrm>
          <a:prstGeom prst="rect">
            <a:avLst/>
          </a:prstGeom>
          <a:noFill/>
        </p:spPr>
        <p:txBody>
          <a:bodyPr wrap="square" rtlCol="0">
            <a:spAutoFit/>
          </a:bodyPr>
          <a:lstStyle/>
          <a:p>
            <a:r>
              <a:rPr lang="en-US" dirty="0"/>
              <a:t>“First” as linking adverbial vs adjective, “Yet” as linking adverbial vs time adverbial</a:t>
            </a:r>
            <a:endParaRPr lang="en-US"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US" sz="1800" kern="100" dirty="0">
                <a:effectLst/>
                <a:ea typeface="Aptos" panose="020B0004020202020204" pitchFamily="34" charset="0"/>
                <a:cs typeface="Times New Roman" panose="02020603050405020304" pitchFamily="18" charset="0"/>
              </a:rPr>
              <a:t>Other examples: Rather: exclude “rather quiet", "rather tired”,  </a:t>
            </a:r>
            <a:r>
              <a:rPr lang="en-US" kern="100" dirty="0">
                <a:ea typeface="Aptos" panose="020B0004020202020204" pitchFamily="34" charset="0"/>
                <a:cs typeface="Times New Roman" panose="02020603050405020304" pitchFamily="18" charset="0"/>
              </a:rPr>
              <a:t>S</a:t>
            </a:r>
            <a:r>
              <a:rPr lang="en-US" sz="1800" kern="100" dirty="0">
                <a:effectLst/>
                <a:ea typeface="Aptos" panose="020B0004020202020204" pitchFamily="34" charset="0"/>
                <a:cs typeface="Times New Roman" panose="02020603050405020304" pitchFamily="18" charset="0"/>
              </a:rPr>
              <a:t>imilarly: exclude e.g. “men and women behave similarly”</a:t>
            </a:r>
            <a:endParaRPr lang="en-US" dirty="0"/>
          </a:p>
        </p:txBody>
      </p:sp>
    </p:spTree>
    <p:extLst>
      <p:ext uri="{BB962C8B-B14F-4D97-AF65-F5344CB8AC3E}">
        <p14:creationId xmlns:p14="http://schemas.microsoft.com/office/powerpoint/2010/main" val="9449023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DE289-E8F6-6F0A-4C49-616B1EEA3644}"/>
              </a:ext>
            </a:extLst>
          </p:cNvPr>
          <p:cNvSpPr>
            <a:spLocks noGrp="1"/>
          </p:cNvSpPr>
          <p:nvPr>
            <p:ph type="title"/>
          </p:nvPr>
        </p:nvSpPr>
        <p:spPr/>
        <p:txBody>
          <a:bodyPr/>
          <a:lstStyle/>
          <a:p>
            <a:r>
              <a:rPr lang="en-US" dirty="0"/>
              <a:t>Results</a:t>
            </a:r>
          </a:p>
        </p:txBody>
      </p:sp>
      <p:sp>
        <p:nvSpPr>
          <p:cNvPr id="3" name="Text Placeholder 2">
            <a:extLst>
              <a:ext uri="{FF2B5EF4-FFF2-40B4-BE49-F238E27FC236}">
                <a16:creationId xmlns:a16="http://schemas.microsoft.com/office/drawing/2014/main" id="{9339F50B-D882-2F96-3CD6-27A6A9566DF4}"/>
              </a:ext>
            </a:extLst>
          </p:cNvPr>
          <p:cNvSpPr>
            <a:spLocks noGrp="1"/>
          </p:cNvSpPr>
          <p:nvPr>
            <p:ph type="body" idx="1"/>
          </p:nvPr>
        </p:nvSpPr>
        <p:spPr/>
        <p:txBody>
          <a:bodyPr/>
          <a:lstStyle/>
          <a:p>
            <a:r>
              <a:rPr lang="en-US" dirty="0"/>
              <a:t> </a:t>
            </a:r>
          </a:p>
        </p:txBody>
      </p:sp>
    </p:spTree>
    <p:extLst>
      <p:ext uri="{BB962C8B-B14F-4D97-AF65-F5344CB8AC3E}">
        <p14:creationId xmlns:p14="http://schemas.microsoft.com/office/powerpoint/2010/main" val="23165569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A321551E-04E0-0AEF-B5A5-6A033E9F4251}"/>
              </a:ext>
            </a:extLst>
          </p:cNvPr>
          <p:cNvSpPr>
            <a:spLocks noGrp="1"/>
          </p:cNvSpPr>
          <p:nvPr>
            <p:ph type="title"/>
          </p:nvPr>
        </p:nvSpPr>
        <p:spPr/>
        <p:txBody>
          <a:bodyPr>
            <a:normAutofit fontScale="90000"/>
          </a:bodyPr>
          <a:lstStyle/>
          <a:p>
            <a:r>
              <a:rPr lang="en-US" dirty="0"/>
              <a:t>Corpus size and number of adverbials</a:t>
            </a:r>
            <a:br>
              <a:rPr lang="en-US" dirty="0"/>
            </a:br>
            <a:endParaRPr lang="en-US" dirty="0"/>
          </a:p>
        </p:txBody>
      </p:sp>
      <p:graphicFrame>
        <p:nvGraphicFramePr>
          <p:cNvPr id="37" name="Content Placeholder 36">
            <a:extLst>
              <a:ext uri="{FF2B5EF4-FFF2-40B4-BE49-F238E27FC236}">
                <a16:creationId xmlns:a16="http://schemas.microsoft.com/office/drawing/2014/main" id="{B1E4F5F2-6487-555A-4580-93AB2BE2CD24}"/>
              </a:ext>
            </a:extLst>
          </p:cNvPr>
          <p:cNvGraphicFramePr>
            <a:graphicFrameLocks noGrp="1"/>
          </p:cNvGraphicFramePr>
          <p:nvPr>
            <p:ph idx="1"/>
            <p:extLst>
              <p:ext uri="{D42A27DB-BD31-4B8C-83A1-F6EECF244321}">
                <p14:modId xmlns:p14="http://schemas.microsoft.com/office/powerpoint/2010/main" val="256129929"/>
              </p:ext>
            </p:extLst>
          </p:nvPr>
        </p:nvGraphicFramePr>
        <p:xfrm>
          <a:off x="4858800" y="1709928"/>
          <a:ext cx="6356597" cy="3840108"/>
        </p:xfrm>
        <a:graphic>
          <a:graphicData uri="http://schemas.openxmlformats.org/drawingml/2006/table">
            <a:tbl>
              <a:tblPr firstRow="1" bandRow="1">
                <a:tableStyleId>{5C22544A-7EE6-4342-B048-85BDC9FD1C3A}</a:tableStyleId>
              </a:tblPr>
              <a:tblGrid>
                <a:gridCol w="2921468">
                  <a:extLst>
                    <a:ext uri="{9D8B030D-6E8A-4147-A177-3AD203B41FA5}">
                      <a16:colId xmlns:a16="http://schemas.microsoft.com/office/drawing/2014/main" val="3241600337"/>
                    </a:ext>
                  </a:extLst>
                </a:gridCol>
                <a:gridCol w="1093627">
                  <a:extLst>
                    <a:ext uri="{9D8B030D-6E8A-4147-A177-3AD203B41FA5}">
                      <a16:colId xmlns:a16="http://schemas.microsoft.com/office/drawing/2014/main" val="1979756784"/>
                    </a:ext>
                  </a:extLst>
                </a:gridCol>
                <a:gridCol w="1170751">
                  <a:extLst>
                    <a:ext uri="{9D8B030D-6E8A-4147-A177-3AD203B41FA5}">
                      <a16:colId xmlns:a16="http://schemas.microsoft.com/office/drawing/2014/main" val="2462964926"/>
                    </a:ext>
                  </a:extLst>
                </a:gridCol>
                <a:gridCol w="1170751">
                  <a:extLst>
                    <a:ext uri="{9D8B030D-6E8A-4147-A177-3AD203B41FA5}">
                      <a16:colId xmlns:a16="http://schemas.microsoft.com/office/drawing/2014/main" val="162368738"/>
                    </a:ext>
                  </a:extLst>
                </a:gridCol>
              </a:tblGrid>
              <a:tr h="529470">
                <a:tc>
                  <a:txBody>
                    <a:bodyPr/>
                    <a:lstStyle/>
                    <a:p>
                      <a:pPr algn="ctr">
                        <a:lnSpc>
                          <a:spcPct val="115000"/>
                        </a:lnSpc>
                      </a:pPr>
                      <a:endParaRPr lang="en-US" sz="1600" kern="100" dirty="0">
                        <a:effectLst/>
                        <a:latin typeface="+mn-lt"/>
                      </a:endParaRPr>
                    </a:p>
                  </a:txBody>
                  <a:tcPr anchor="ctr"/>
                </a:tc>
                <a:tc>
                  <a:txBody>
                    <a:bodyPr/>
                    <a:lstStyle/>
                    <a:p>
                      <a:pPr algn="ctr">
                        <a:lnSpc>
                          <a:spcPct val="115000"/>
                        </a:lnSpc>
                        <a:spcAft>
                          <a:spcPts val="800"/>
                        </a:spcAft>
                      </a:pPr>
                      <a:r>
                        <a:rPr lang="en-US" sz="1600" b="1" kern="100" dirty="0">
                          <a:solidFill>
                            <a:srgbClr val="000000"/>
                          </a:solidFill>
                          <a:effectLst/>
                          <a:latin typeface="+mn-lt"/>
                          <a:ea typeface="Aptos" panose="020B0004020202020204" pitchFamily="34" charset="0"/>
                          <a:cs typeface="Times New Roman" panose="02020603050405020304" pitchFamily="18" charset="0"/>
                        </a:rPr>
                        <a:t>Students</a:t>
                      </a:r>
                      <a:endParaRPr lang="en-US" sz="1600" kern="100" dirty="0">
                        <a:effectLst/>
                        <a:latin typeface="+mn-lt"/>
                        <a:ea typeface="Aptos" panose="020B0004020202020204" pitchFamily="34" charset="0"/>
                        <a:cs typeface="Times New Roman" panose="02020603050405020304" pitchFamily="18" charset="0"/>
                      </a:endParaRPr>
                    </a:p>
                  </a:txBody>
                  <a:tcPr anchor="ctr"/>
                </a:tc>
                <a:tc>
                  <a:txBody>
                    <a:bodyPr/>
                    <a:lstStyle/>
                    <a:p>
                      <a:pPr algn="ctr">
                        <a:lnSpc>
                          <a:spcPct val="115000"/>
                        </a:lnSpc>
                        <a:spcAft>
                          <a:spcPts val="800"/>
                        </a:spcAft>
                      </a:pPr>
                      <a:r>
                        <a:rPr lang="en-US" sz="1600" b="1" kern="100" dirty="0">
                          <a:solidFill>
                            <a:srgbClr val="000000"/>
                          </a:solidFill>
                          <a:effectLst/>
                          <a:latin typeface="+mn-lt"/>
                          <a:ea typeface="Aptos" panose="020B0004020202020204" pitchFamily="34" charset="0"/>
                          <a:cs typeface="Times New Roman" panose="02020603050405020304" pitchFamily="18" charset="0"/>
                        </a:rPr>
                        <a:t>LLM</a:t>
                      </a:r>
                      <a:endParaRPr lang="en-US" sz="1600" kern="100" dirty="0">
                        <a:effectLst/>
                        <a:latin typeface="+mn-lt"/>
                        <a:ea typeface="Aptos" panose="020B0004020202020204" pitchFamily="34" charset="0"/>
                        <a:cs typeface="Times New Roman" panose="02020603050405020304" pitchFamily="18" charset="0"/>
                      </a:endParaRPr>
                    </a:p>
                  </a:txBody>
                  <a:tcPr anchor="ctr"/>
                </a:tc>
                <a:tc>
                  <a:txBody>
                    <a:bodyPr/>
                    <a:lstStyle/>
                    <a:p>
                      <a:pPr algn="ctr">
                        <a:lnSpc>
                          <a:spcPct val="115000"/>
                        </a:lnSpc>
                        <a:spcAft>
                          <a:spcPts val="800"/>
                        </a:spcAft>
                      </a:pPr>
                      <a:r>
                        <a:rPr lang="en-US" sz="1600" b="1" kern="100" dirty="0">
                          <a:solidFill>
                            <a:srgbClr val="000000"/>
                          </a:solidFill>
                          <a:effectLst/>
                          <a:latin typeface="+mn-lt"/>
                          <a:ea typeface="Aptos" panose="020B0004020202020204" pitchFamily="34" charset="0"/>
                          <a:cs typeface="Times New Roman" panose="02020603050405020304" pitchFamily="18" charset="0"/>
                        </a:rPr>
                        <a:t>Total</a:t>
                      </a:r>
                      <a:endParaRPr lang="en-US" sz="1600" kern="100" dirty="0">
                        <a:effectLst/>
                        <a:latin typeface="+mn-lt"/>
                        <a:ea typeface="Aptos" panose="020B0004020202020204" pitchFamily="34" charset="0"/>
                        <a:cs typeface="Times New Roman" panose="02020603050405020304" pitchFamily="18" charset="0"/>
                      </a:endParaRPr>
                    </a:p>
                  </a:txBody>
                  <a:tcPr anchor="ctr"/>
                </a:tc>
                <a:extLst>
                  <a:ext uri="{0D108BD9-81ED-4DB2-BD59-A6C34878D82A}">
                    <a16:rowId xmlns:a16="http://schemas.microsoft.com/office/drawing/2014/main" val="3162608130"/>
                  </a:ext>
                </a:extLst>
              </a:tr>
              <a:tr h="529470">
                <a:tc>
                  <a:txBody>
                    <a:bodyPr/>
                    <a:lstStyle/>
                    <a:p>
                      <a:pPr>
                        <a:lnSpc>
                          <a:spcPct val="115000"/>
                        </a:lnSpc>
                        <a:spcAft>
                          <a:spcPts val="800"/>
                        </a:spcAft>
                      </a:pPr>
                      <a:r>
                        <a:rPr lang="en-US" sz="1600" kern="100">
                          <a:solidFill>
                            <a:srgbClr val="000000"/>
                          </a:solidFill>
                          <a:effectLst/>
                          <a:latin typeface="+mn-lt"/>
                          <a:ea typeface="Aptos" panose="020B0004020202020204" pitchFamily="34" charset="0"/>
                          <a:cs typeface="Times New Roman" panose="02020603050405020304" pitchFamily="18" charset="0"/>
                        </a:rPr>
                        <a:t>Number of files</a:t>
                      </a:r>
                      <a:endParaRPr lang="en-US" sz="1600" kern="100">
                        <a:effectLst/>
                        <a:latin typeface="+mn-lt"/>
                        <a:ea typeface="Aptos" panose="020B0004020202020204" pitchFamily="34" charset="0"/>
                        <a:cs typeface="Times New Roman" panose="02020603050405020304" pitchFamily="18" charset="0"/>
                      </a:endParaRPr>
                    </a:p>
                  </a:txBody>
                  <a:tcPr anchor="ctr"/>
                </a:tc>
                <a:tc>
                  <a:txBody>
                    <a:bodyPr/>
                    <a:lstStyle/>
                    <a:p>
                      <a:pPr algn="r">
                        <a:lnSpc>
                          <a:spcPct val="115000"/>
                        </a:lnSpc>
                        <a:spcAft>
                          <a:spcPts val="800"/>
                        </a:spcAft>
                      </a:pPr>
                      <a:r>
                        <a:rPr lang="en-US" sz="1600" kern="100">
                          <a:solidFill>
                            <a:srgbClr val="000000"/>
                          </a:solidFill>
                          <a:effectLst/>
                          <a:latin typeface="+mn-lt"/>
                          <a:ea typeface="Aptos" panose="020B0004020202020204" pitchFamily="34" charset="0"/>
                          <a:cs typeface="Times New Roman" panose="02020603050405020304" pitchFamily="18" charset="0"/>
                        </a:rPr>
                        <a:t>78</a:t>
                      </a:r>
                      <a:endParaRPr lang="en-US" sz="1600" kern="100">
                        <a:effectLst/>
                        <a:latin typeface="+mn-lt"/>
                        <a:ea typeface="Aptos" panose="020B0004020202020204" pitchFamily="34" charset="0"/>
                        <a:cs typeface="Times New Roman" panose="02020603050405020304" pitchFamily="18" charset="0"/>
                      </a:endParaRPr>
                    </a:p>
                  </a:txBody>
                  <a:tcPr anchor="ctr"/>
                </a:tc>
                <a:tc>
                  <a:txBody>
                    <a:bodyPr/>
                    <a:lstStyle/>
                    <a:p>
                      <a:pPr algn="r">
                        <a:lnSpc>
                          <a:spcPct val="115000"/>
                        </a:lnSpc>
                        <a:spcAft>
                          <a:spcPts val="800"/>
                        </a:spcAft>
                      </a:pPr>
                      <a:r>
                        <a:rPr lang="en-US" sz="1600" kern="100">
                          <a:solidFill>
                            <a:srgbClr val="000000"/>
                          </a:solidFill>
                          <a:effectLst/>
                          <a:latin typeface="+mn-lt"/>
                          <a:ea typeface="Aptos" panose="020B0004020202020204" pitchFamily="34" charset="0"/>
                          <a:cs typeface="Times New Roman" panose="02020603050405020304" pitchFamily="18" charset="0"/>
                        </a:rPr>
                        <a:t>78</a:t>
                      </a:r>
                      <a:endParaRPr lang="en-US" sz="1600" kern="100" dirty="0">
                        <a:effectLst/>
                        <a:latin typeface="+mn-lt"/>
                        <a:ea typeface="Aptos" panose="020B0004020202020204" pitchFamily="34" charset="0"/>
                        <a:cs typeface="Times New Roman" panose="02020603050405020304" pitchFamily="18" charset="0"/>
                      </a:endParaRPr>
                    </a:p>
                  </a:txBody>
                  <a:tcPr anchor="ctr"/>
                </a:tc>
                <a:tc>
                  <a:txBody>
                    <a:bodyPr/>
                    <a:lstStyle/>
                    <a:p>
                      <a:pPr algn="r">
                        <a:lnSpc>
                          <a:spcPct val="115000"/>
                        </a:lnSpc>
                        <a:spcAft>
                          <a:spcPts val="800"/>
                        </a:spcAft>
                      </a:pPr>
                      <a:r>
                        <a:rPr lang="en-US" sz="1600" kern="100" dirty="0">
                          <a:solidFill>
                            <a:srgbClr val="000000"/>
                          </a:solidFill>
                          <a:effectLst/>
                          <a:latin typeface="+mn-lt"/>
                          <a:ea typeface="Aptos" panose="020B0004020202020204" pitchFamily="34" charset="0"/>
                          <a:cs typeface="Times New Roman" panose="02020603050405020304" pitchFamily="18" charset="0"/>
                        </a:rPr>
                        <a:t>156</a:t>
                      </a:r>
                      <a:endParaRPr lang="en-US" sz="1600" kern="100" dirty="0">
                        <a:effectLst/>
                        <a:latin typeface="+mn-lt"/>
                        <a:ea typeface="Aptos" panose="020B0004020202020204" pitchFamily="34" charset="0"/>
                        <a:cs typeface="Times New Roman" panose="02020603050405020304" pitchFamily="18" charset="0"/>
                      </a:endParaRPr>
                    </a:p>
                  </a:txBody>
                  <a:tcPr anchor="ctr"/>
                </a:tc>
                <a:extLst>
                  <a:ext uri="{0D108BD9-81ED-4DB2-BD59-A6C34878D82A}">
                    <a16:rowId xmlns:a16="http://schemas.microsoft.com/office/drawing/2014/main" val="4134656202"/>
                  </a:ext>
                </a:extLst>
              </a:tr>
              <a:tr h="529470">
                <a:tc>
                  <a:txBody>
                    <a:bodyPr/>
                    <a:lstStyle/>
                    <a:p>
                      <a:pPr>
                        <a:lnSpc>
                          <a:spcPct val="115000"/>
                        </a:lnSpc>
                        <a:spcAft>
                          <a:spcPts val="800"/>
                        </a:spcAft>
                      </a:pPr>
                      <a:r>
                        <a:rPr lang="en-US" sz="1600" kern="100" dirty="0">
                          <a:solidFill>
                            <a:srgbClr val="000000"/>
                          </a:solidFill>
                          <a:effectLst/>
                          <a:latin typeface="+mn-lt"/>
                          <a:ea typeface="Aptos" panose="020B0004020202020204" pitchFamily="34" charset="0"/>
                          <a:cs typeface="Times New Roman" panose="02020603050405020304" pitchFamily="18" charset="0"/>
                        </a:rPr>
                        <a:t>Corpus size </a:t>
                      </a:r>
                      <a:br>
                        <a:rPr lang="en-US" sz="1600" kern="100" dirty="0">
                          <a:solidFill>
                            <a:srgbClr val="000000"/>
                          </a:solidFill>
                          <a:effectLst/>
                          <a:latin typeface="+mn-lt"/>
                          <a:ea typeface="Aptos" panose="020B0004020202020204" pitchFamily="34" charset="0"/>
                          <a:cs typeface="Times New Roman" panose="02020603050405020304" pitchFamily="18" charset="0"/>
                        </a:rPr>
                      </a:br>
                      <a:r>
                        <a:rPr lang="en-US" sz="1600" kern="100" dirty="0">
                          <a:solidFill>
                            <a:srgbClr val="000000"/>
                          </a:solidFill>
                          <a:effectLst/>
                          <a:latin typeface="+mn-lt"/>
                          <a:ea typeface="Aptos" panose="020B0004020202020204" pitchFamily="34" charset="0"/>
                          <a:cs typeface="Times New Roman" panose="02020603050405020304" pitchFamily="18" charset="0"/>
                        </a:rPr>
                        <a:t>(number of tokens)</a:t>
                      </a:r>
                      <a:endParaRPr lang="en-US" sz="1600" kern="100" dirty="0">
                        <a:effectLst/>
                        <a:latin typeface="+mn-lt"/>
                        <a:ea typeface="Aptos" panose="020B0004020202020204" pitchFamily="34" charset="0"/>
                        <a:cs typeface="Times New Roman" panose="02020603050405020304" pitchFamily="18" charset="0"/>
                      </a:endParaRPr>
                    </a:p>
                  </a:txBody>
                  <a:tcPr anchor="ctr"/>
                </a:tc>
                <a:tc>
                  <a:txBody>
                    <a:bodyPr/>
                    <a:lstStyle/>
                    <a:p>
                      <a:pPr algn="r">
                        <a:lnSpc>
                          <a:spcPct val="115000"/>
                        </a:lnSpc>
                        <a:spcAft>
                          <a:spcPts val="800"/>
                        </a:spcAft>
                      </a:pPr>
                      <a:r>
                        <a:rPr lang="en-US" sz="1600" kern="100">
                          <a:solidFill>
                            <a:srgbClr val="000000"/>
                          </a:solidFill>
                          <a:effectLst/>
                          <a:latin typeface="+mn-lt"/>
                          <a:ea typeface="Aptos" panose="020B0004020202020204" pitchFamily="34" charset="0"/>
                          <a:cs typeface="Times New Roman" panose="02020603050405020304" pitchFamily="18" charset="0"/>
                        </a:rPr>
                        <a:t>50849</a:t>
                      </a:r>
                      <a:endParaRPr lang="en-US" sz="1600" kern="100" dirty="0">
                        <a:effectLst/>
                        <a:latin typeface="+mn-lt"/>
                        <a:ea typeface="Aptos" panose="020B0004020202020204" pitchFamily="34" charset="0"/>
                        <a:cs typeface="Times New Roman" panose="02020603050405020304" pitchFamily="18" charset="0"/>
                      </a:endParaRPr>
                    </a:p>
                  </a:txBody>
                  <a:tcPr anchor="ctr"/>
                </a:tc>
                <a:tc>
                  <a:txBody>
                    <a:bodyPr/>
                    <a:lstStyle/>
                    <a:p>
                      <a:pPr algn="r">
                        <a:lnSpc>
                          <a:spcPct val="115000"/>
                        </a:lnSpc>
                        <a:spcAft>
                          <a:spcPts val="800"/>
                        </a:spcAft>
                      </a:pPr>
                      <a:r>
                        <a:rPr lang="en-US" sz="1600" kern="100">
                          <a:solidFill>
                            <a:srgbClr val="000000"/>
                          </a:solidFill>
                          <a:effectLst/>
                          <a:latin typeface="+mn-lt"/>
                          <a:ea typeface="Aptos" panose="020B0004020202020204" pitchFamily="34" charset="0"/>
                          <a:cs typeface="Times New Roman" panose="02020603050405020304" pitchFamily="18" charset="0"/>
                        </a:rPr>
                        <a:t>36689</a:t>
                      </a:r>
                      <a:endParaRPr lang="en-US" sz="1600" kern="100" dirty="0">
                        <a:effectLst/>
                        <a:latin typeface="+mn-lt"/>
                        <a:ea typeface="Aptos" panose="020B0004020202020204" pitchFamily="34" charset="0"/>
                        <a:cs typeface="Times New Roman" panose="02020603050405020304" pitchFamily="18" charset="0"/>
                      </a:endParaRPr>
                    </a:p>
                  </a:txBody>
                  <a:tcPr anchor="ctr"/>
                </a:tc>
                <a:tc>
                  <a:txBody>
                    <a:bodyPr/>
                    <a:lstStyle/>
                    <a:p>
                      <a:pPr algn="r">
                        <a:lnSpc>
                          <a:spcPct val="115000"/>
                        </a:lnSpc>
                        <a:spcAft>
                          <a:spcPts val="800"/>
                        </a:spcAft>
                      </a:pPr>
                      <a:r>
                        <a:rPr lang="en-US" sz="1600" kern="100" dirty="0">
                          <a:solidFill>
                            <a:srgbClr val="000000"/>
                          </a:solidFill>
                          <a:effectLst/>
                          <a:latin typeface="+mn-lt"/>
                          <a:ea typeface="Aptos" panose="020B0004020202020204" pitchFamily="34" charset="0"/>
                          <a:cs typeface="Times New Roman" panose="02020603050405020304" pitchFamily="18" charset="0"/>
                        </a:rPr>
                        <a:t>87538</a:t>
                      </a:r>
                      <a:endParaRPr lang="en-US" sz="1600" kern="100" dirty="0">
                        <a:effectLst/>
                        <a:latin typeface="+mn-lt"/>
                        <a:ea typeface="Aptos" panose="020B0004020202020204" pitchFamily="34" charset="0"/>
                        <a:cs typeface="Times New Roman" panose="02020603050405020304" pitchFamily="18" charset="0"/>
                      </a:endParaRPr>
                    </a:p>
                  </a:txBody>
                  <a:tcPr anchor="ctr"/>
                </a:tc>
                <a:extLst>
                  <a:ext uri="{0D108BD9-81ED-4DB2-BD59-A6C34878D82A}">
                    <a16:rowId xmlns:a16="http://schemas.microsoft.com/office/drawing/2014/main" val="3402941834"/>
                  </a:ext>
                </a:extLst>
              </a:tr>
              <a:tr h="716236">
                <a:tc>
                  <a:txBody>
                    <a:bodyPr/>
                    <a:lstStyle/>
                    <a:p>
                      <a:pPr>
                        <a:lnSpc>
                          <a:spcPct val="115000"/>
                        </a:lnSpc>
                        <a:spcAft>
                          <a:spcPts val="800"/>
                        </a:spcAft>
                      </a:pPr>
                      <a:r>
                        <a:rPr lang="en-US" sz="1600" kern="100">
                          <a:solidFill>
                            <a:srgbClr val="000000"/>
                          </a:solidFill>
                          <a:effectLst/>
                          <a:latin typeface="+mn-lt"/>
                          <a:ea typeface="Aptos" panose="020B0004020202020204" pitchFamily="34" charset="0"/>
                          <a:cs typeface="Times New Roman" panose="02020603050405020304" pitchFamily="18" charset="0"/>
                        </a:rPr>
                        <a:t>Linking adverbials </a:t>
                      </a:r>
                      <a:br>
                        <a:rPr lang="en-US" sz="1600" kern="100">
                          <a:solidFill>
                            <a:srgbClr val="000000"/>
                          </a:solidFill>
                          <a:effectLst/>
                          <a:latin typeface="+mn-lt"/>
                          <a:ea typeface="Aptos" panose="020B0004020202020204" pitchFamily="34" charset="0"/>
                          <a:cs typeface="Times New Roman" panose="02020603050405020304" pitchFamily="18" charset="0"/>
                        </a:rPr>
                      </a:br>
                      <a:r>
                        <a:rPr lang="en-US" sz="1600" kern="100">
                          <a:solidFill>
                            <a:srgbClr val="000000"/>
                          </a:solidFill>
                          <a:effectLst/>
                          <a:latin typeface="+mn-lt"/>
                          <a:ea typeface="Aptos" panose="020B0004020202020204" pitchFamily="34" charset="0"/>
                          <a:cs typeface="Times New Roman" panose="02020603050405020304" pitchFamily="18" charset="0"/>
                        </a:rPr>
                        <a:t>(retrieved by the procedure)</a:t>
                      </a:r>
                      <a:endParaRPr lang="en-US" sz="1600" kern="100">
                        <a:effectLst/>
                        <a:latin typeface="+mn-lt"/>
                        <a:ea typeface="Aptos" panose="020B0004020202020204" pitchFamily="34" charset="0"/>
                        <a:cs typeface="Times New Roman" panose="02020603050405020304" pitchFamily="18" charset="0"/>
                      </a:endParaRPr>
                    </a:p>
                  </a:txBody>
                  <a:tcPr anchor="ctr"/>
                </a:tc>
                <a:tc>
                  <a:txBody>
                    <a:bodyPr/>
                    <a:lstStyle/>
                    <a:p>
                      <a:pPr algn="r">
                        <a:lnSpc>
                          <a:spcPct val="115000"/>
                        </a:lnSpc>
                        <a:spcAft>
                          <a:spcPts val="800"/>
                        </a:spcAft>
                      </a:pPr>
                      <a:r>
                        <a:rPr lang="en-US" sz="1600" kern="100" dirty="0">
                          <a:solidFill>
                            <a:srgbClr val="000000"/>
                          </a:solidFill>
                          <a:effectLst/>
                          <a:latin typeface="+mn-lt"/>
                          <a:ea typeface="Aptos" panose="020B0004020202020204" pitchFamily="34" charset="0"/>
                          <a:cs typeface="Times New Roman" panose="02020603050405020304" pitchFamily="18" charset="0"/>
                        </a:rPr>
                        <a:t>1152</a:t>
                      </a:r>
                      <a:endParaRPr lang="en-US" sz="1600" kern="100" dirty="0">
                        <a:effectLst/>
                        <a:latin typeface="+mn-lt"/>
                        <a:ea typeface="Aptos" panose="020B0004020202020204" pitchFamily="34" charset="0"/>
                        <a:cs typeface="Times New Roman" panose="02020603050405020304" pitchFamily="18" charset="0"/>
                      </a:endParaRPr>
                    </a:p>
                  </a:txBody>
                  <a:tcPr anchor="ctr"/>
                </a:tc>
                <a:tc>
                  <a:txBody>
                    <a:bodyPr/>
                    <a:lstStyle/>
                    <a:p>
                      <a:pPr algn="r">
                        <a:lnSpc>
                          <a:spcPct val="115000"/>
                        </a:lnSpc>
                        <a:spcAft>
                          <a:spcPts val="800"/>
                        </a:spcAft>
                      </a:pPr>
                      <a:r>
                        <a:rPr lang="en-US" sz="1600" kern="100" dirty="0">
                          <a:solidFill>
                            <a:srgbClr val="000000"/>
                          </a:solidFill>
                          <a:effectLst/>
                          <a:latin typeface="+mn-lt"/>
                          <a:ea typeface="Aptos" panose="020B0004020202020204" pitchFamily="34" charset="0"/>
                          <a:cs typeface="Times New Roman" panose="02020603050405020304" pitchFamily="18" charset="0"/>
                        </a:rPr>
                        <a:t>729</a:t>
                      </a:r>
                      <a:endParaRPr lang="en-US" sz="1600" kern="100" dirty="0">
                        <a:effectLst/>
                        <a:latin typeface="+mn-lt"/>
                        <a:ea typeface="Aptos" panose="020B0004020202020204" pitchFamily="34" charset="0"/>
                        <a:cs typeface="Times New Roman" panose="02020603050405020304" pitchFamily="18" charset="0"/>
                      </a:endParaRPr>
                    </a:p>
                  </a:txBody>
                  <a:tcPr anchor="ctr"/>
                </a:tc>
                <a:tc>
                  <a:txBody>
                    <a:bodyPr/>
                    <a:lstStyle/>
                    <a:p>
                      <a:pPr algn="r">
                        <a:lnSpc>
                          <a:spcPct val="115000"/>
                        </a:lnSpc>
                        <a:spcAft>
                          <a:spcPts val="800"/>
                        </a:spcAft>
                      </a:pPr>
                      <a:r>
                        <a:rPr lang="en-US" sz="1600" kern="100" dirty="0">
                          <a:solidFill>
                            <a:srgbClr val="000000"/>
                          </a:solidFill>
                          <a:effectLst/>
                          <a:latin typeface="+mn-lt"/>
                          <a:ea typeface="Aptos" panose="020B0004020202020204" pitchFamily="34" charset="0"/>
                          <a:cs typeface="Times New Roman" panose="02020603050405020304" pitchFamily="18" charset="0"/>
                        </a:rPr>
                        <a:t>1881</a:t>
                      </a:r>
                      <a:endParaRPr lang="en-US" sz="1600" kern="100" dirty="0">
                        <a:effectLst/>
                        <a:latin typeface="+mn-lt"/>
                        <a:ea typeface="Aptos" panose="020B0004020202020204" pitchFamily="34" charset="0"/>
                        <a:cs typeface="Times New Roman" panose="02020603050405020304" pitchFamily="18" charset="0"/>
                      </a:endParaRPr>
                    </a:p>
                  </a:txBody>
                  <a:tcPr anchor="ctr"/>
                </a:tc>
                <a:extLst>
                  <a:ext uri="{0D108BD9-81ED-4DB2-BD59-A6C34878D82A}">
                    <a16:rowId xmlns:a16="http://schemas.microsoft.com/office/drawing/2014/main" val="3308489226"/>
                  </a:ext>
                </a:extLst>
              </a:tr>
              <a:tr h="716236">
                <a:tc>
                  <a:txBody>
                    <a:bodyPr/>
                    <a:lstStyle/>
                    <a:p>
                      <a:pPr>
                        <a:lnSpc>
                          <a:spcPct val="115000"/>
                        </a:lnSpc>
                        <a:spcAft>
                          <a:spcPts val="800"/>
                        </a:spcAft>
                      </a:pPr>
                      <a:r>
                        <a:rPr lang="en-US" sz="1600" kern="100" dirty="0">
                          <a:solidFill>
                            <a:srgbClr val="000000"/>
                          </a:solidFill>
                          <a:effectLst/>
                          <a:latin typeface="+mn-lt"/>
                          <a:ea typeface="Aptos" panose="020B0004020202020204" pitchFamily="34" charset="0"/>
                          <a:cs typeface="Times New Roman" panose="02020603050405020304" pitchFamily="18" charset="0"/>
                        </a:rPr>
                        <a:t>Valid linking adverbials </a:t>
                      </a:r>
                      <a:br>
                        <a:rPr lang="en-US" sz="1600" kern="100" dirty="0">
                          <a:solidFill>
                            <a:srgbClr val="000000"/>
                          </a:solidFill>
                          <a:effectLst/>
                          <a:latin typeface="+mn-lt"/>
                          <a:ea typeface="Aptos" panose="020B0004020202020204" pitchFamily="34" charset="0"/>
                          <a:cs typeface="Times New Roman" panose="02020603050405020304" pitchFamily="18" charset="0"/>
                        </a:rPr>
                      </a:br>
                      <a:r>
                        <a:rPr lang="en-US" sz="1600" kern="100" dirty="0">
                          <a:solidFill>
                            <a:srgbClr val="000000"/>
                          </a:solidFill>
                          <a:effectLst/>
                          <a:latin typeface="+mn-lt"/>
                          <a:ea typeface="Aptos" panose="020B0004020202020204" pitchFamily="34" charset="0"/>
                          <a:cs typeface="Times New Roman" panose="02020603050405020304" pitchFamily="18" charset="0"/>
                        </a:rPr>
                        <a:t>(after false positive removal)</a:t>
                      </a:r>
                      <a:endParaRPr lang="en-US" sz="1600" kern="100" dirty="0">
                        <a:effectLst/>
                        <a:latin typeface="+mn-lt"/>
                        <a:ea typeface="Aptos" panose="020B0004020202020204" pitchFamily="34" charset="0"/>
                        <a:cs typeface="Times New Roman" panose="02020603050405020304" pitchFamily="18" charset="0"/>
                      </a:endParaRPr>
                    </a:p>
                  </a:txBody>
                  <a:tcPr anchor="ctr"/>
                </a:tc>
                <a:tc>
                  <a:txBody>
                    <a:bodyPr/>
                    <a:lstStyle/>
                    <a:p>
                      <a:pPr algn="r">
                        <a:lnSpc>
                          <a:spcPct val="115000"/>
                        </a:lnSpc>
                        <a:spcAft>
                          <a:spcPts val="800"/>
                        </a:spcAft>
                      </a:pPr>
                      <a:r>
                        <a:rPr lang="en-US" sz="1600" kern="100" dirty="0">
                          <a:solidFill>
                            <a:srgbClr val="000000"/>
                          </a:solidFill>
                          <a:effectLst/>
                          <a:latin typeface="+mn-lt"/>
                          <a:ea typeface="Aptos" panose="020B0004020202020204" pitchFamily="34" charset="0"/>
                          <a:cs typeface="Times New Roman" panose="02020603050405020304" pitchFamily="18" charset="0"/>
                        </a:rPr>
                        <a:t>725</a:t>
                      </a:r>
                      <a:endParaRPr lang="en-US" sz="1600" kern="100" dirty="0">
                        <a:effectLst/>
                        <a:latin typeface="+mn-lt"/>
                        <a:ea typeface="Aptos" panose="020B0004020202020204" pitchFamily="34" charset="0"/>
                        <a:cs typeface="Times New Roman" panose="02020603050405020304" pitchFamily="18" charset="0"/>
                      </a:endParaRPr>
                    </a:p>
                  </a:txBody>
                  <a:tcPr anchor="ctr"/>
                </a:tc>
                <a:tc>
                  <a:txBody>
                    <a:bodyPr/>
                    <a:lstStyle/>
                    <a:p>
                      <a:pPr algn="r">
                        <a:lnSpc>
                          <a:spcPct val="115000"/>
                        </a:lnSpc>
                        <a:spcAft>
                          <a:spcPts val="800"/>
                        </a:spcAft>
                      </a:pPr>
                      <a:r>
                        <a:rPr lang="en-US" sz="1600" kern="100" dirty="0">
                          <a:solidFill>
                            <a:srgbClr val="000000"/>
                          </a:solidFill>
                          <a:effectLst/>
                          <a:latin typeface="+mn-lt"/>
                          <a:ea typeface="Aptos" panose="020B0004020202020204" pitchFamily="34" charset="0"/>
                          <a:cs typeface="Times New Roman" panose="02020603050405020304" pitchFamily="18" charset="0"/>
                        </a:rPr>
                        <a:t>600</a:t>
                      </a:r>
                      <a:endParaRPr lang="en-US" sz="1600" kern="100" dirty="0">
                        <a:effectLst/>
                        <a:latin typeface="+mn-lt"/>
                        <a:ea typeface="Aptos" panose="020B0004020202020204" pitchFamily="34" charset="0"/>
                        <a:cs typeface="Times New Roman" panose="02020603050405020304" pitchFamily="18" charset="0"/>
                      </a:endParaRPr>
                    </a:p>
                  </a:txBody>
                  <a:tcPr anchor="ctr"/>
                </a:tc>
                <a:tc>
                  <a:txBody>
                    <a:bodyPr/>
                    <a:lstStyle/>
                    <a:p>
                      <a:pPr algn="r">
                        <a:lnSpc>
                          <a:spcPct val="115000"/>
                        </a:lnSpc>
                        <a:spcAft>
                          <a:spcPts val="800"/>
                        </a:spcAft>
                      </a:pPr>
                      <a:r>
                        <a:rPr lang="en-US" sz="1600" kern="100" dirty="0">
                          <a:solidFill>
                            <a:srgbClr val="000000"/>
                          </a:solidFill>
                          <a:effectLst/>
                          <a:latin typeface="+mn-lt"/>
                          <a:ea typeface="Aptos" panose="020B0004020202020204" pitchFamily="34" charset="0"/>
                          <a:cs typeface="Times New Roman" panose="02020603050405020304" pitchFamily="18" charset="0"/>
                        </a:rPr>
                        <a:t>1325</a:t>
                      </a:r>
                      <a:endParaRPr lang="en-US" sz="1600" kern="100" dirty="0">
                        <a:effectLst/>
                        <a:latin typeface="+mn-lt"/>
                        <a:ea typeface="Aptos" panose="020B0004020202020204" pitchFamily="34" charset="0"/>
                        <a:cs typeface="Times New Roman" panose="02020603050405020304" pitchFamily="18" charset="0"/>
                      </a:endParaRPr>
                    </a:p>
                  </a:txBody>
                  <a:tcPr anchor="ctr"/>
                </a:tc>
                <a:extLst>
                  <a:ext uri="{0D108BD9-81ED-4DB2-BD59-A6C34878D82A}">
                    <a16:rowId xmlns:a16="http://schemas.microsoft.com/office/drawing/2014/main" val="3621169676"/>
                  </a:ext>
                </a:extLst>
              </a:tr>
              <a:tr h="716236">
                <a:tc>
                  <a:txBody>
                    <a:bodyPr/>
                    <a:lstStyle/>
                    <a:p>
                      <a:pPr>
                        <a:lnSpc>
                          <a:spcPct val="115000"/>
                        </a:lnSpc>
                        <a:spcAft>
                          <a:spcPts val="800"/>
                        </a:spcAft>
                      </a:pPr>
                      <a:r>
                        <a:rPr lang="en-US" sz="1600" kern="100" dirty="0">
                          <a:effectLst/>
                          <a:latin typeface="+mn-lt"/>
                          <a:ea typeface="Aptos" panose="020B0004020202020204" pitchFamily="34" charset="0"/>
                          <a:cs typeface="Times New Roman" panose="02020603050405020304" pitchFamily="18" charset="0"/>
                        </a:rPr>
                        <a:t>False positive percentage</a:t>
                      </a:r>
                    </a:p>
                  </a:txBody>
                  <a:tcPr anchor="ctr"/>
                </a:tc>
                <a:tc>
                  <a:txBody>
                    <a:bodyPr/>
                    <a:lstStyle/>
                    <a:p>
                      <a:pPr algn="r">
                        <a:lnSpc>
                          <a:spcPct val="115000"/>
                        </a:lnSpc>
                        <a:spcAft>
                          <a:spcPts val="800"/>
                        </a:spcAft>
                      </a:pPr>
                      <a:r>
                        <a:rPr lang="en-US" sz="1600" kern="100" dirty="0">
                          <a:effectLst/>
                          <a:latin typeface="+mn-lt"/>
                          <a:ea typeface="Aptos" panose="020B0004020202020204" pitchFamily="34" charset="0"/>
                          <a:cs typeface="Times New Roman" panose="02020603050405020304" pitchFamily="18" charset="0"/>
                        </a:rPr>
                        <a:t>37%</a:t>
                      </a:r>
                    </a:p>
                  </a:txBody>
                  <a:tcPr anchor="ctr"/>
                </a:tc>
                <a:tc>
                  <a:txBody>
                    <a:bodyPr/>
                    <a:lstStyle/>
                    <a:p>
                      <a:pPr algn="r">
                        <a:lnSpc>
                          <a:spcPct val="115000"/>
                        </a:lnSpc>
                        <a:spcAft>
                          <a:spcPts val="800"/>
                        </a:spcAft>
                      </a:pPr>
                      <a:r>
                        <a:rPr lang="en-US" sz="1600" kern="100" dirty="0">
                          <a:effectLst/>
                          <a:latin typeface="+mn-lt"/>
                          <a:ea typeface="Aptos" panose="020B0004020202020204" pitchFamily="34" charset="0"/>
                          <a:cs typeface="Times New Roman" panose="02020603050405020304" pitchFamily="18" charset="0"/>
                        </a:rPr>
                        <a:t>18%</a:t>
                      </a:r>
                    </a:p>
                  </a:txBody>
                  <a:tcPr anchor="ctr"/>
                </a:tc>
                <a:tc>
                  <a:txBody>
                    <a:bodyPr/>
                    <a:lstStyle/>
                    <a:p>
                      <a:pPr algn="r">
                        <a:lnSpc>
                          <a:spcPct val="115000"/>
                        </a:lnSpc>
                        <a:spcAft>
                          <a:spcPts val="800"/>
                        </a:spcAft>
                      </a:pPr>
                      <a:r>
                        <a:rPr lang="en-US" sz="1600" kern="100" dirty="0">
                          <a:effectLst/>
                          <a:latin typeface="+mn-lt"/>
                          <a:ea typeface="Aptos" panose="020B0004020202020204" pitchFamily="34" charset="0"/>
                          <a:cs typeface="Times New Roman" panose="02020603050405020304" pitchFamily="18" charset="0"/>
                        </a:rPr>
                        <a:t>30%</a:t>
                      </a:r>
                    </a:p>
                  </a:txBody>
                  <a:tcPr anchor="ctr"/>
                </a:tc>
                <a:extLst>
                  <a:ext uri="{0D108BD9-81ED-4DB2-BD59-A6C34878D82A}">
                    <a16:rowId xmlns:a16="http://schemas.microsoft.com/office/drawing/2014/main" val="3574737601"/>
                  </a:ext>
                </a:extLst>
              </a:tr>
            </a:tbl>
          </a:graphicData>
        </a:graphic>
      </p:graphicFrame>
      <p:sp>
        <p:nvSpPr>
          <p:cNvPr id="36" name="Text Placeholder 35">
            <a:extLst>
              <a:ext uri="{FF2B5EF4-FFF2-40B4-BE49-F238E27FC236}">
                <a16:creationId xmlns:a16="http://schemas.microsoft.com/office/drawing/2014/main" id="{62A642E9-1669-E5CA-6AAA-98F658216B70}"/>
              </a:ext>
            </a:extLst>
          </p:cNvPr>
          <p:cNvSpPr>
            <a:spLocks noGrp="1"/>
          </p:cNvSpPr>
          <p:nvPr>
            <p:ph type="body" sz="half" idx="2"/>
          </p:nvPr>
        </p:nvSpPr>
        <p:spPr/>
        <p:txBody>
          <a:bodyPr>
            <a:normAutofit fontScale="92500" lnSpcReduction="10000"/>
          </a:bodyPr>
          <a:lstStyle/>
          <a:p>
            <a:r>
              <a:rPr lang="en-US" dirty="0"/>
              <a:t>The corpus of student-written essays contains more words and more linking adverbials.</a:t>
            </a:r>
          </a:p>
          <a:p>
            <a:r>
              <a:rPr lang="en-US" dirty="0"/>
              <a:t>The number and the proportion of false positives were higher in the student corpus.</a:t>
            </a:r>
          </a:p>
        </p:txBody>
      </p:sp>
      <p:sp>
        <p:nvSpPr>
          <p:cNvPr id="8" name="Slide Number Placeholder 7">
            <a:extLst>
              <a:ext uri="{FF2B5EF4-FFF2-40B4-BE49-F238E27FC236}">
                <a16:creationId xmlns:a16="http://schemas.microsoft.com/office/drawing/2014/main" id="{817F3C7D-3E39-0BA8-1F4F-0EA28932CBA5}"/>
              </a:ext>
            </a:extLst>
          </p:cNvPr>
          <p:cNvSpPr>
            <a:spLocks noGrp="1"/>
          </p:cNvSpPr>
          <p:nvPr>
            <p:ph type="sldNum" sz="quarter" idx="12"/>
          </p:nvPr>
        </p:nvSpPr>
        <p:spPr/>
        <p:txBody>
          <a:bodyPr/>
          <a:lstStyle/>
          <a:p>
            <a:fld id="{A65A5C87-DF58-40C8-B092-1DE63DB4547E}" type="slidenum">
              <a:rPr lang="en-US" smtClean="0"/>
              <a:t>38</a:t>
            </a:fld>
            <a:endParaRPr lang="en-US" dirty="0"/>
          </a:p>
        </p:txBody>
      </p:sp>
    </p:spTree>
    <p:extLst>
      <p:ext uri="{BB962C8B-B14F-4D97-AF65-F5344CB8AC3E}">
        <p14:creationId xmlns:p14="http://schemas.microsoft.com/office/powerpoint/2010/main" val="29643172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90" name="Rectangle 89">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Rectangle 90">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92" name="Rectangle 91">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itle 24">
            <a:extLst>
              <a:ext uri="{FF2B5EF4-FFF2-40B4-BE49-F238E27FC236}">
                <a16:creationId xmlns:a16="http://schemas.microsoft.com/office/drawing/2014/main" id="{0213AA5A-12A1-3B9E-F33C-8C3E5894D41F}"/>
              </a:ext>
            </a:extLst>
          </p:cNvPr>
          <p:cNvSpPr>
            <a:spLocks noGrp="1"/>
          </p:cNvSpPr>
          <p:nvPr>
            <p:ph type="title"/>
          </p:nvPr>
        </p:nvSpPr>
        <p:spPr>
          <a:xfrm>
            <a:off x="429768" y="411480"/>
            <a:ext cx="11201400" cy="1106424"/>
          </a:xfrm>
        </p:spPr>
        <p:txBody>
          <a:bodyPr vert="horz" lIns="91440" tIns="45720" rIns="91440" bIns="45720" rtlCol="0" anchor="ctr">
            <a:normAutofit/>
          </a:bodyPr>
          <a:lstStyle/>
          <a:p>
            <a:pPr>
              <a:lnSpc>
                <a:spcPct val="90000"/>
              </a:lnSpc>
            </a:pPr>
            <a:r>
              <a:rPr lang="en-US" sz="3600" dirty="0"/>
              <a:t>Essay length</a:t>
            </a:r>
          </a:p>
        </p:txBody>
      </p:sp>
      <p:sp>
        <p:nvSpPr>
          <p:cNvPr id="93" name="Rectangle 92">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Picture Placeholder 14">
            <a:extLst>
              <a:ext uri="{FF2B5EF4-FFF2-40B4-BE49-F238E27FC236}">
                <a16:creationId xmlns:a16="http://schemas.microsoft.com/office/drawing/2014/main" id="{F860607D-7729-DA53-41ED-6BEE4D95A07C}"/>
              </a:ext>
            </a:extLst>
          </p:cNvPr>
          <p:cNvPicPr>
            <a:picLocks noGrp="1" noChangeAspect="1"/>
          </p:cNvPicPr>
          <p:nvPr>
            <p:ph type="pic" idx="1"/>
          </p:nvPr>
        </p:nvPicPr>
        <p:blipFill rotWithShape="1">
          <a:blip r:embed="rId3">
            <a:extLst>
              <a:ext uri="{96DAC541-7B7A-43D3-8B79-37D633B846F1}">
                <asvg:svgBlip xmlns:asvg="http://schemas.microsoft.com/office/drawing/2016/SVG/main" r:embed="rId4"/>
              </a:ext>
            </a:extLst>
          </a:blip>
          <a:srcRect l="-4331" r="-4331"/>
          <a:stretch/>
        </p:blipFill>
        <p:spPr>
          <a:xfrm>
            <a:off x="508771" y="1719072"/>
            <a:ext cx="6544546" cy="4517136"/>
          </a:xfrm>
          <a:prstGeom prst="rect">
            <a:avLst/>
          </a:prstGeom>
        </p:spPr>
      </p:pic>
      <p:sp useBgFill="1">
        <p:nvSpPr>
          <p:cNvPr id="94" name="Rectangle 93">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 Placeholder 26">
            <a:extLst>
              <a:ext uri="{FF2B5EF4-FFF2-40B4-BE49-F238E27FC236}">
                <a16:creationId xmlns:a16="http://schemas.microsoft.com/office/drawing/2014/main" id="{52FC4AEE-0506-FF91-00ED-25F406967B5B}"/>
              </a:ext>
            </a:extLst>
          </p:cNvPr>
          <p:cNvSpPr>
            <a:spLocks noGrp="1"/>
          </p:cNvSpPr>
          <p:nvPr>
            <p:ph type="body" sz="half" idx="2"/>
          </p:nvPr>
        </p:nvSpPr>
        <p:spPr>
          <a:xfrm>
            <a:off x="7650905" y="1955323"/>
            <a:ext cx="4071703" cy="4144364"/>
          </a:xfrm>
        </p:spPr>
        <p:txBody>
          <a:bodyPr vert="horz" lIns="91440" tIns="45720" rIns="91440" bIns="45720" rtlCol="0" anchor="ctr">
            <a:normAutofit/>
          </a:bodyPr>
          <a:lstStyle/>
          <a:p>
            <a:pPr>
              <a:lnSpc>
                <a:spcPct val="100000"/>
              </a:lnSpc>
              <a:spcAft>
                <a:spcPts val="800"/>
              </a:spcAft>
            </a:pPr>
            <a:r>
              <a:rPr lang="en-US" sz="1700" dirty="0">
                <a:effectLst/>
              </a:rPr>
              <a:t>Essays by students are on average longer.</a:t>
            </a:r>
          </a:p>
          <a:p>
            <a:pPr>
              <a:lnSpc>
                <a:spcPct val="100000"/>
              </a:lnSpc>
              <a:spcAft>
                <a:spcPts val="800"/>
              </a:spcAft>
            </a:pPr>
            <a:r>
              <a:rPr lang="en-US" sz="1700" dirty="0">
                <a:effectLst/>
              </a:rPr>
              <a:t>The error bar (one standard deviation) shows greater </a:t>
            </a:r>
            <a:r>
              <a:rPr lang="en-US" sz="1700" dirty="0"/>
              <a:t>variability</a:t>
            </a:r>
            <a:r>
              <a:rPr lang="en-US" sz="1700" dirty="0">
                <a:effectLst/>
              </a:rPr>
              <a:t> in essays by students.</a:t>
            </a:r>
          </a:p>
          <a:p>
            <a:pPr>
              <a:lnSpc>
                <a:spcPct val="100000"/>
              </a:lnSpc>
              <a:spcAft>
                <a:spcPts val="800"/>
              </a:spcAft>
            </a:pPr>
            <a:r>
              <a:rPr lang="en-US" sz="1700" dirty="0"/>
              <a:t>ChatGPT writes longer essays than other LLMs, followed by Claude.</a:t>
            </a:r>
          </a:p>
          <a:p>
            <a:pPr>
              <a:lnSpc>
                <a:spcPct val="100000"/>
              </a:lnSpc>
              <a:spcAft>
                <a:spcPts val="800"/>
              </a:spcAft>
            </a:pPr>
            <a:r>
              <a:rPr lang="en-US" sz="1700" dirty="0">
                <a:effectLst/>
              </a:rPr>
              <a:t>Gemini (close LLM) and Gemma (open) write shorter essays (both models are by Google).</a:t>
            </a:r>
          </a:p>
          <a:p>
            <a:pPr>
              <a:lnSpc>
                <a:spcPct val="100000"/>
              </a:lnSpc>
              <a:spcAft>
                <a:spcPts val="800"/>
              </a:spcAft>
            </a:pPr>
            <a:r>
              <a:rPr lang="en-US" sz="1700" dirty="0"/>
              <a:t>Mistral shows more variability than other LLMs.</a:t>
            </a:r>
          </a:p>
        </p:txBody>
      </p:sp>
      <p:sp>
        <p:nvSpPr>
          <p:cNvPr id="8" name="Slide Number Placeholder 7">
            <a:extLst>
              <a:ext uri="{FF2B5EF4-FFF2-40B4-BE49-F238E27FC236}">
                <a16:creationId xmlns:a16="http://schemas.microsoft.com/office/drawing/2014/main" id="{817F3C7D-3E39-0BA8-1F4F-0EA28932CBA5}"/>
              </a:ext>
            </a:extLst>
          </p:cNvPr>
          <p:cNvSpPr>
            <a:spLocks noGrp="1"/>
          </p:cNvSpPr>
          <p:nvPr>
            <p:ph type="sldNum" sz="quarter" idx="12"/>
          </p:nvPr>
        </p:nvSpPr>
        <p:spPr>
          <a:xfrm>
            <a:off x="8595360"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39</a:t>
            </a:fld>
            <a:endParaRPr lang="en-US">
              <a:solidFill>
                <a:schemeClr val="tx2">
                  <a:lumMod val="50000"/>
                  <a:lumOff val="50000"/>
                </a:schemeClr>
              </a:solidFill>
            </a:endParaRPr>
          </a:p>
        </p:txBody>
      </p:sp>
    </p:spTree>
    <p:extLst>
      <p:ext uri="{BB962C8B-B14F-4D97-AF65-F5344CB8AC3E}">
        <p14:creationId xmlns:p14="http://schemas.microsoft.com/office/powerpoint/2010/main" val="25454492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6" name="Rectangle 85">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7" name="Rectangle 86">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Rectangle 87">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9" name="Rectangle 88">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itle 24">
            <a:extLst>
              <a:ext uri="{FF2B5EF4-FFF2-40B4-BE49-F238E27FC236}">
                <a16:creationId xmlns:a16="http://schemas.microsoft.com/office/drawing/2014/main" id="{0213AA5A-12A1-3B9E-F33C-8C3E5894D41F}"/>
              </a:ext>
            </a:extLst>
          </p:cNvPr>
          <p:cNvSpPr>
            <a:spLocks noGrp="1"/>
          </p:cNvSpPr>
          <p:nvPr>
            <p:ph type="title"/>
          </p:nvPr>
        </p:nvSpPr>
        <p:spPr>
          <a:xfrm>
            <a:off x="429768" y="411480"/>
            <a:ext cx="11201400" cy="1106424"/>
          </a:xfrm>
        </p:spPr>
        <p:txBody>
          <a:bodyPr vert="horz" lIns="91440" tIns="45720" rIns="91440" bIns="45720" rtlCol="0" anchor="ctr">
            <a:normAutofit/>
          </a:bodyPr>
          <a:lstStyle/>
          <a:p>
            <a:pPr>
              <a:lnSpc>
                <a:spcPct val="90000"/>
              </a:lnSpc>
            </a:pPr>
            <a:r>
              <a:rPr lang="en-US" sz="3600"/>
              <a:t>Essay length</a:t>
            </a:r>
          </a:p>
        </p:txBody>
      </p:sp>
      <p:sp>
        <p:nvSpPr>
          <p:cNvPr id="90" name="Rectangle 89">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Placeholder 4">
            <a:extLst>
              <a:ext uri="{FF2B5EF4-FFF2-40B4-BE49-F238E27FC236}">
                <a16:creationId xmlns:a16="http://schemas.microsoft.com/office/drawing/2014/main" id="{4DE55269-1030-1B6D-7EF3-BE90EEA94C26}"/>
              </a:ext>
            </a:extLst>
          </p:cNvPr>
          <p:cNvPicPr>
            <a:picLocks noGrp="1" noChangeAspect="1"/>
          </p:cNvPicPr>
          <p:nvPr>
            <p:ph type="pic" idx="1"/>
          </p:nvPr>
        </p:nvPicPr>
        <p:blipFill rotWithShape="1">
          <a:blip r:embed="rId3">
            <a:extLst>
              <a:ext uri="{96DAC541-7B7A-43D3-8B79-37D633B846F1}">
                <asvg:svgBlip xmlns:asvg="http://schemas.microsoft.com/office/drawing/2016/SVG/main" r:embed="rId4"/>
              </a:ext>
            </a:extLst>
          </a:blip>
          <a:srcRect l="-4331" r="-4331"/>
          <a:stretch/>
        </p:blipFill>
        <p:spPr>
          <a:xfrm>
            <a:off x="508771" y="1719072"/>
            <a:ext cx="6544546" cy="4517136"/>
          </a:xfrm>
          <a:prstGeom prst="rect">
            <a:avLst/>
          </a:prstGeom>
        </p:spPr>
      </p:pic>
      <p:sp useBgFill="1">
        <p:nvSpPr>
          <p:cNvPr id="91" name="Rectangle 90">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 Placeholder 26">
            <a:extLst>
              <a:ext uri="{FF2B5EF4-FFF2-40B4-BE49-F238E27FC236}">
                <a16:creationId xmlns:a16="http://schemas.microsoft.com/office/drawing/2014/main" id="{52FC4AEE-0506-FF91-00ED-25F406967B5B}"/>
              </a:ext>
            </a:extLst>
          </p:cNvPr>
          <p:cNvSpPr>
            <a:spLocks noGrp="1"/>
          </p:cNvSpPr>
          <p:nvPr>
            <p:ph type="body" sz="half" idx="2"/>
          </p:nvPr>
        </p:nvSpPr>
        <p:spPr>
          <a:xfrm>
            <a:off x="7650905" y="1998092"/>
            <a:ext cx="4071703" cy="3900196"/>
          </a:xfrm>
        </p:spPr>
        <p:txBody>
          <a:bodyPr vert="horz" lIns="91440" tIns="45720" rIns="91440" bIns="45720" rtlCol="0" anchor="t">
            <a:normAutofit lnSpcReduction="10000"/>
          </a:bodyPr>
          <a:lstStyle/>
          <a:p>
            <a:pPr>
              <a:lnSpc>
                <a:spcPct val="100000"/>
              </a:lnSpc>
              <a:spcAft>
                <a:spcPts val="800"/>
              </a:spcAft>
            </a:pPr>
            <a:r>
              <a:rPr lang="en-US" sz="1600" dirty="0">
                <a:effectLst/>
              </a:rPr>
              <a:t>The median essay length by students is very close to that of ChatGPT and Claude.</a:t>
            </a:r>
          </a:p>
          <a:p>
            <a:pPr>
              <a:lnSpc>
                <a:spcPct val="100000"/>
              </a:lnSpc>
              <a:spcAft>
                <a:spcPts val="800"/>
              </a:spcAft>
            </a:pPr>
            <a:r>
              <a:rPr lang="en-US" sz="1600" dirty="0">
                <a:effectLst/>
              </a:rPr>
              <a:t>There is more variability in student essays (some outliers: few, very long texts).</a:t>
            </a:r>
          </a:p>
          <a:p>
            <a:pPr>
              <a:lnSpc>
                <a:spcPct val="100000"/>
              </a:lnSpc>
              <a:spcAft>
                <a:spcPts val="800"/>
              </a:spcAft>
            </a:pPr>
            <a:r>
              <a:rPr lang="en-US" sz="1600" dirty="0">
                <a:effectLst/>
              </a:rPr>
              <a:t>LLMs are more consistent (especially ChatGPT (closed model) and Llama (open).</a:t>
            </a:r>
          </a:p>
          <a:p>
            <a:pPr>
              <a:lnSpc>
                <a:spcPct val="100000"/>
              </a:lnSpc>
              <a:spcAft>
                <a:spcPts val="800"/>
              </a:spcAft>
            </a:pPr>
            <a:r>
              <a:rPr lang="en-US" sz="1600" dirty="0">
                <a:effectLst/>
              </a:rPr>
              <a:t>Claude, Gemini, Mistral show more variability </a:t>
            </a:r>
            <a:r>
              <a:rPr lang="en-US" sz="1600" dirty="0"/>
              <a:t>below the median.</a:t>
            </a:r>
            <a:endParaRPr lang="en-US" sz="1600" dirty="0">
              <a:effectLst/>
            </a:endParaRPr>
          </a:p>
          <a:p>
            <a:pPr>
              <a:lnSpc>
                <a:spcPct val="100000"/>
              </a:lnSpc>
              <a:spcAft>
                <a:spcPts val="800"/>
              </a:spcAft>
            </a:pPr>
            <a:r>
              <a:rPr lang="en-US" sz="1600" dirty="0">
                <a:effectLst/>
              </a:rPr>
              <a:t>One outlier in Mistral (possibly due to instability in API calls); the value is not too extreme (z-score &lt; 2.5), so the outlier was not removed.</a:t>
            </a:r>
            <a:endParaRPr lang="en-US" sz="1600" dirty="0"/>
          </a:p>
        </p:txBody>
      </p:sp>
      <p:sp>
        <p:nvSpPr>
          <p:cNvPr id="8" name="Slide Number Placeholder 7">
            <a:extLst>
              <a:ext uri="{FF2B5EF4-FFF2-40B4-BE49-F238E27FC236}">
                <a16:creationId xmlns:a16="http://schemas.microsoft.com/office/drawing/2014/main" id="{817F3C7D-3E39-0BA8-1F4F-0EA28932CBA5}"/>
              </a:ext>
            </a:extLst>
          </p:cNvPr>
          <p:cNvSpPr>
            <a:spLocks noGrp="1"/>
          </p:cNvSpPr>
          <p:nvPr>
            <p:ph type="sldNum" sz="quarter" idx="12"/>
          </p:nvPr>
        </p:nvSpPr>
        <p:spPr>
          <a:xfrm>
            <a:off x="8595360"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40</a:t>
            </a:fld>
            <a:endParaRPr lang="en-US">
              <a:solidFill>
                <a:schemeClr val="tx2">
                  <a:lumMod val="50000"/>
                  <a:lumOff val="50000"/>
                </a:schemeClr>
              </a:solidFill>
            </a:endParaRPr>
          </a:p>
        </p:txBody>
      </p:sp>
    </p:spTree>
    <p:extLst>
      <p:ext uri="{BB962C8B-B14F-4D97-AF65-F5344CB8AC3E}">
        <p14:creationId xmlns:p14="http://schemas.microsoft.com/office/powerpoint/2010/main" val="20147871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Rectangle 24">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9" name="Rectangle 28">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5DDF32FC-4C84-2B8C-2C0B-9451C2BED825}"/>
              </a:ext>
            </a:extLst>
          </p:cNvPr>
          <p:cNvSpPr>
            <a:spLocks noGrp="1"/>
          </p:cNvSpPr>
          <p:nvPr>
            <p:ph type="title"/>
          </p:nvPr>
        </p:nvSpPr>
        <p:spPr>
          <a:xfrm>
            <a:off x="1051560" y="586822"/>
            <a:ext cx="3538728" cy="1645920"/>
          </a:xfrm>
        </p:spPr>
        <p:txBody>
          <a:bodyPr vert="horz" lIns="91440" tIns="45720" rIns="91440" bIns="45720" rtlCol="0" anchor="ctr">
            <a:normAutofit/>
          </a:bodyPr>
          <a:lstStyle/>
          <a:p>
            <a:r>
              <a:rPr lang="en-US" sz="2700" dirty="0"/>
              <a:t>Number of sentences and </a:t>
            </a:r>
            <a:br>
              <a:rPr lang="en-US" sz="2700" dirty="0"/>
            </a:br>
            <a:r>
              <a:rPr lang="en-US" sz="2700" dirty="0"/>
              <a:t>words per sentence</a:t>
            </a:r>
          </a:p>
        </p:txBody>
      </p:sp>
      <p:sp>
        <p:nvSpPr>
          <p:cNvPr id="33" name="Rectangle 32">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8113" y="1405210"/>
            <a:ext cx="146304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Content Placeholder 19">
            <a:extLst>
              <a:ext uri="{FF2B5EF4-FFF2-40B4-BE49-F238E27FC236}">
                <a16:creationId xmlns:a16="http://schemas.microsoft.com/office/drawing/2014/main" id="{C63624F4-7754-4ACD-3C26-F6F6A180BFF0}"/>
              </a:ext>
            </a:extLst>
          </p:cNvPr>
          <p:cNvSpPr>
            <a:spLocks noGrp="1"/>
          </p:cNvSpPr>
          <p:nvPr>
            <p:ph sz="half" idx="2"/>
          </p:nvPr>
        </p:nvSpPr>
        <p:spPr>
          <a:xfrm>
            <a:off x="5349240" y="586822"/>
            <a:ext cx="6007608" cy="1645920"/>
          </a:xfrm>
        </p:spPr>
        <p:txBody>
          <a:bodyPr vert="horz" lIns="91440" tIns="45720" rIns="91440" bIns="45720" rtlCol="0" anchor="t">
            <a:normAutofit/>
          </a:bodyPr>
          <a:lstStyle/>
          <a:p>
            <a:pPr marL="0" indent="0">
              <a:buNone/>
            </a:pPr>
            <a:r>
              <a:rPr lang="en-US" dirty="0"/>
              <a:t>Student essays contain more sentences on average, but they show more variability.</a:t>
            </a:r>
          </a:p>
          <a:p>
            <a:pPr marL="0" indent="0">
              <a:buNone/>
            </a:pPr>
            <a:r>
              <a:rPr lang="en-US" dirty="0"/>
              <a:t>The average number of word per sentence is higher for all language models than for students.</a:t>
            </a:r>
          </a:p>
        </p:txBody>
      </p:sp>
      <p:pic>
        <p:nvPicPr>
          <p:cNvPr id="14" name="Content Placeholder 13">
            <a:extLst>
              <a:ext uri="{FF2B5EF4-FFF2-40B4-BE49-F238E27FC236}">
                <a16:creationId xmlns:a16="http://schemas.microsoft.com/office/drawing/2014/main" id="{F53D6201-28F8-908E-4EF9-C0CFB0ECB7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5961" y="2729397"/>
            <a:ext cx="4645152" cy="3483864"/>
          </a:xfrm>
          <a:prstGeom prst="rect">
            <a:avLst/>
          </a:prstGeom>
        </p:spPr>
      </p:pic>
      <p:pic>
        <p:nvPicPr>
          <p:cNvPr id="16" name="Content Placeholder 15">
            <a:extLst>
              <a:ext uri="{FF2B5EF4-FFF2-40B4-BE49-F238E27FC236}">
                <a16:creationId xmlns:a16="http://schemas.microsoft.com/office/drawing/2014/main" id="{2709364D-E11F-D16E-6682-FAAA2E912140}"/>
              </a:ext>
            </a:extLst>
          </p:cNvPr>
          <p:cNvPicPr>
            <a:picLocks noGrp="1" noChangeAspect="1"/>
          </p:cNvPicPr>
          <p:nvPr>
            <p:ph sz="quarter" idx="4"/>
          </p:nvPr>
        </p:nvPicPr>
        <p:blipFill>
          <a:blip r:embed="rId4">
            <a:extLst>
              <a:ext uri="{96DAC541-7B7A-43D3-8B79-37D633B846F1}">
                <asvg:svgBlip xmlns:asvg="http://schemas.microsoft.com/office/drawing/2016/SVG/main" r:embed="rId5"/>
              </a:ext>
            </a:extLst>
          </a:blip>
          <a:stretch>
            <a:fillRect/>
          </a:stretch>
        </p:blipFill>
        <p:spPr>
          <a:xfrm>
            <a:off x="6637746" y="2729397"/>
            <a:ext cx="4645152" cy="3483864"/>
          </a:xfrm>
          <a:prstGeom prst="rect">
            <a:avLst/>
          </a:prstGeom>
        </p:spPr>
      </p:pic>
      <p:sp>
        <p:nvSpPr>
          <p:cNvPr id="7" name="Slide Number Placeholder 6">
            <a:extLst>
              <a:ext uri="{FF2B5EF4-FFF2-40B4-BE49-F238E27FC236}">
                <a16:creationId xmlns:a16="http://schemas.microsoft.com/office/drawing/2014/main" id="{276DAC84-AF49-159A-73AB-1737557CEC1C}"/>
              </a:ext>
            </a:extLst>
          </p:cNvPr>
          <p:cNvSpPr>
            <a:spLocks noGrp="1"/>
          </p:cNvSpPr>
          <p:nvPr>
            <p:ph type="sldNum" sz="quarter" idx="12"/>
          </p:nvPr>
        </p:nvSpPr>
        <p:spPr>
          <a:xfrm>
            <a:off x="8610600" y="6356350"/>
            <a:ext cx="2746248" cy="365125"/>
          </a:xfrm>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41</a:t>
            </a:fld>
            <a:endParaRPr lang="en-US"/>
          </a:p>
        </p:txBody>
      </p:sp>
    </p:spTree>
    <p:extLst>
      <p:ext uri="{BB962C8B-B14F-4D97-AF65-F5344CB8AC3E}">
        <p14:creationId xmlns:p14="http://schemas.microsoft.com/office/powerpoint/2010/main" val="12011833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D2F9CD5-9CA5-E0D1-2645-A9DF8289599C}"/>
              </a:ext>
            </a:extLst>
          </p:cNvPr>
          <p:cNvSpPr>
            <a:spLocks noGrp="1"/>
          </p:cNvSpPr>
          <p:nvPr>
            <p:ph type="title"/>
          </p:nvPr>
        </p:nvSpPr>
        <p:spPr/>
        <p:txBody>
          <a:bodyPr/>
          <a:lstStyle/>
          <a:p>
            <a:r>
              <a:rPr lang="en-US"/>
              <a:t>Differences in the choice of adverbials</a:t>
            </a:r>
            <a:endParaRPr lang="en-US" dirty="0"/>
          </a:p>
        </p:txBody>
      </p:sp>
      <p:graphicFrame>
        <p:nvGraphicFramePr>
          <p:cNvPr id="16" name="Content Placeholder 15">
            <a:extLst>
              <a:ext uri="{FF2B5EF4-FFF2-40B4-BE49-F238E27FC236}">
                <a16:creationId xmlns:a16="http://schemas.microsoft.com/office/drawing/2014/main" id="{B422470B-CA1B-63FC-359A-71F4380F3784}"/>
              </a:ext>
            </a:extLst>
          </p:cNvPr>
          <p:cNvGraphicFramePr>
            <a:graphicFrameLocks noGrp="1"/>
          </p:cNvGraphicFramePr>
          <p:nvPr>
            <p:ph idx="1"/>
            <p:extLst>
              <p:ext uri="{D42A27DB-BD31-4B8C-83A1-F6EECF244321}">
                <p14:modId xmlns:p14="http://schemas.microsoft.com/office/powerpoint/2010/main" val="2590008996"/>
              </p:ext>
            </p:extLst>
          </p:nvPr>
        </p:nvGraphicFramePr>
        <p:xfrm>
          <a:off x="1116011" y="2100237"/>
          <a:ext cx="10167685" cy="4256113"/>
        </p:xfrm>
        <a:graphic>
          <a:graphicData uri="http://schemas.openxmlformats.org/drawingml/2006/table">
            <a:tbl>
              <a:tblPr firstRow="1" bandRow="1">
                <a:tableStyleId>{5C22544A-7EE6-4342-B048-85BDC9FD1C3A}</a:tableStyleId>
              </a:tblPr>
              <a:tblGrid>
                <a:gridCol w="1350964">
                  <a:extLst>
                    <a:ext uri="{9D8B030D-6E8A-4147-A177-3AD203B41FA5}">
                      <a16:colId xmlns:a16="http://schemas.microsoft.com/office/drawing/2014/main" val="501081190"/>
                    </a:ext>
                  </a:extLst>
                </a:gridCol>
                <a:gridCol w="2646200">
                  <a:extLst>
                    <a:ext uri="{9D8B030D-6E8A-4147-A177-3AD203B41FA5}">
                      <a16:colId xmlns:a16="http://schemas.microsoft.com/office/drawing/2014/main" val="1196414367"/>
                    </a:ext>
                  </a:extLst>
                </a:gridCol>
                <a:gridCol w="1539552">
                  <a:extLst>
                    <a:ext uri="{9D8B030D-6E8A-4147-A177-3AD203B41FA5}">
                      <a16:colId xmlns:a16="http://schemas.microsoft.com/office/drawing/2014/main" val="259579728"/>
                    </a:ext>
                  </a:extLst>
                </a:gridCol>
                <a:gridCol w="1362268">
                  <a:extLst>
                    <a:ext uri="{9D8B030D-6E8A-4147-A177-3AD203B41FA5}">
                      <a16:colId xmlns:a16="http://schemas.microsoft.com/office/drawing/2014/main" val="275391640"/>
                    </a:ext>
                  </a:extLst>
                </a:gridCol>
                <a:gridCol w="3268701">
                  <a:extLst>
                    <a:ext uri="{9D8B030D-6E8A-4147-A177-3AD203B41FA5}">
                      <a16:colId xmlns:a16="http://schemas.microsoft.com/office/drawing/2014/main" val="508871910"/>
                    </a:ext>
                  </a:extLst>
                </a:gridCol>
              </a:tblGrid>
              <a:tr h="707941">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Category</a:t>
                      </a:r>
                      <a:endParaRPr lang="en-US" sz="1400" kern="100" dirty="0">
                        <a:effectLst/>
                        <a:latin typeface="+mn-lt"/>
                        <a:ea typeface="Aptos" panose="020B0004020202020204" pitchFamily="34" charset="0"/>
                        <a:cs typeface="Times New Roman" panose="02020603050405020304" pitchFamily="18" charset="0"/>
                      </a:endParaRPr>
                    </a:p>
                  </a:txBody>
                  <a:tcPr anchor="ctr"/>
                </a:tc>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Used by both </a:t>
                      </a:r>
                      <a:br>
                        <a:rPr lang="en-US" sz="1400" b="1" kern="100" dirty="0">
                          <a:solidFill>
                            <a:srgbClr val="000000"/>
                          </a:solidFill>
                          <a:effectLst/>
                          <a:latin typeface="+mn-lt"/>
                          <a:ea typeface="Aptos" panose="020B0004020202020204" pitchFamily="34" charset="0"/>
                          <a:cs typeface="Times New Roman" panose="02020603050405020304" pitchFamily="18" charset="0"/>
                        </a:rPr>
                      </a:br>
                      <a:r>
                        <a:rPr lang="en-US" sz="1400" b="1" kern="100" dirty="0">
                          <a:solidFill>
                            <a:srgbClr val="000000"/>
                          </a:solidFill>
                          <a:effectLst/>
                          <a:latin typeface="+mn-lt"/>
                          <a:ea typeface="Aptos" panose="020B0004020202020204" pitchFamily="34" charset="0"/>
                          <a:cs typeface="Times New Roman" panose="02020603050405020304" pitchFamily="18" charset="0"/>
                        </a:rPr>
                        <a:t>Students and LLMs</a:t>
                      </a:r>
                      <a:endParaRPr lang="en-US" sz="1400" kern="100" dirty="0">
                        <a:effectLst/>
                        <a:latin typeface="+mn-lt"/>
                        <a:ea typeface="Aptos" panose="020B0004020202020204" pitchFamily="34" charset="0"/>
                        <a:cs typeface="Times New Roman" panose="02020603050405020304" pitchFamily="18" charset="0"/>
                      </a:endParaRPr>
                    </a:p>
                  </a:txBody>
                  <a:tcPr anchor="ctr"/>
                </a:tc>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Used only by Students</a:t>
                      </a:r>
                      <a:endParaRPr lang="en-US" sz="1400" kern="100" dirty="0">
                        <a:effectLst/>
                        <a:latin typeface="+mn-lt"/>
                        <a:ea typeface="Aptos" panose="020B0004020202020204" pitchFamily="34" charset="0"/>
                        <a:cs typeface="Times New Roman" panose="02020603050405020304" pitchFamily="18" charset="0"/>
                      </a:endParaRPr>
                    </a:p>
                  </a:txBody>
                  <a:tcPr anchor="ctr"/>
                </a:tc>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Used only by LLMs</a:t>
                      </a:r>
                      <a:endParaRPr lang="en-US" sz="1400" kern="100" dirty="0">
                        <a:effectLst/>
                        <a:latin typeface="+mn-lt"/>
                        <a:ea typeface="Aptos" panose="020B0004020202020204" pitchFamily="34" charset="0"/>
                        <a:cs typeface="Times New Roman" panose="02020603050405020304" pitchFamily="18" charset="0"/>
                      </a:endParaRPr>
                    </a:p>
                  </a:txBody>
                  <a:tcPr anchor="ctr"/>
                </a:tc>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Not used</a:t>
                      </a:r>
                      <a:endParaRPr lang="en-US" sz="1400" kern="100" dirty="0">
                        <a:effectLst/>
                        <a:latin typeface="+mn-lt"/>
                        <a:ea typeface="Aptos" panose="020B0004020202020204" pitchFamily="34" charset="0"/>
                        <a:cs typeface="Times New Roman" panose="02020603050405020304" pitchFamily="18" charset="0"/>
                      </a:endParaRPr>
                    </a:p>
                  </a:txBody>
                  <a:tcPr anchor="ctr"/>
                </a:tc>
                <a:extLst>
                  <a:ext uri="{0D108BD9-81ED-4DB2-BD59-A6C34878D82A}">
                    <a16:rowId xmlns:a16="http://schemas.microsoft.com/office/drawing/2014/main" val="1790566249"/>
                  </a:ext>
                </a:extLst>
              </a:tr>
              <a:tr h="880106">
                <a:tc>
                  <a:txBody>
                    <a:bodyPr/>
                    <a:lstStyle/>
                    <a:p>
                      <a:pPr>
                        <a:lnSpc>
                          <a:spcPct val="115000"/>
                        </a:lnSpc>
                        <a:spcAft>
                          <a:spcPts val="800"/>
                        </a:spcAft>
                      </a:pPr>
                      <a:r>
                        <a:rPr lang="en-US" sz="1400" b="1" kern="100">
                          <a:solidFill>
                            <a:srgbClr val="000000"/>
                          </a:solidFill>
                          <a:effectLst/>
                          <a:latin typeface="+mn-lt"/>
                          <a:ea typeface="Aptos" panose="020B0004020202020204" pitchFamily="34" charset="0"/>
                          <a:cs typeface="Times New Roman" panose="02020603050405020304" pitchFamily="18" charset="0"/>
                        </a:rPr>
                        <a:t>Apposition</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for example, for instance, altogether</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a:solidFill>
                            <a:srgbClr val="000000"/>
                          </a:solidFill>
                          <a:effectLst/>
                          <a:latin typeface="+mn-lt"/>
                          <a:ea typeface="Aptos" panose="020B0004020202020204" pitchFamily="34" charset="0"/>
                          <a:cs typeface="Times New Roman" panose="02020603050405020304" pitchFamily="18" charset="0"/>
                        </a:rPr>
                        <a:t>that is, in other words</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specifically, namely</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that is to say</a:t>
                      </a:r>
                      <a:endParaRPr lang="en-US" sz="1400" kern="100" dirty="0">
                        <a:effectLst/>
                        <a:latin typeface="+mn-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1609600190"/>
                  </a:ext>
                </a:extLst>
              </a:tr>
              <a:tr h="995509">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Contrast/</a:t>
                      </a:r>
                      <a:br>
                        <a:rPr lang="en-US" sz="1400" b="1" kern="100" dirty="0">
                          <a:solidFill>
                            <a:srgbClr val="000000"/>
                          </a:solidFill>
                          <a:effectLst/>
                          <a:latin typeface="+mn-lt"/>
                          <a:ea typeface="Aptos" panose="020B0004020202020204" pitchFamily="34" charset="0"/>
                          <a:cs typeface="Times New Roman" panose="02020603050405020304" pitchFamily="18" charset="0"/>
                        </a:rPr>
                      </a:br>
                      <a:r>
                        <a:rPr lang="en-US" sz="1400" b="1" kern="100" dirty="0">
                          <a:solidFill>
                            <a:srgbClr val="000000"/>
                          </a:solidFill>
                          <a:effectLst/>
                          <a:latin typeface="+mn-lt"/>
                          <a:ea typeface="Aptos" panose="020B0004020202020204" pitchFamily="34" charset="0"/>
                          <a:cs typeface="Times New Roman" panose="02020603050405020304" pitchFamily="18" charset="0"/>
                        </a:rPr>
                        <a:t>Concession</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a:solidFill>
                            <a:srgbClr val="000000"/>
                          </a:solidFill>
                          <a:effectLst/>
                          <a:latin typeface="+mn-lt"/>
                          <a:ea typeface="Aptos" panose="020B0004020202020204" pitchFamily="34" charset="0"/>
                          <a:cs typeface="Times New Roman" panose="02020603050405020304" pitchFamily="18" charset="0"/>
                        </a:rPr>
                        <a:t>yet, instead, however, rather, on the other hand, still, in contrast, though, of course</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a:solidFill>
                            <a:srgbClr val="000000"/>
                          </a:solidFill>
                          <a:effectLst/>
                          <a:latin typeface="+mn-lt"/>
                          <a:ea typeface="Aptos" panose="020B0004020202020204" pitchFamily="34" charset="0"/>
                          <a:cs typeface="Times New Roman" panose="02020603050405020304" pitchFamily="18" charset="0"/>
                        </a:rPr>
                        <a:t>anyway</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a:solidFill>
                            <a:srgbClr val="000000"/>
                          </a:solidFill>
                          <a:effectLst/>
                          <a:latin typeface="+mn-lt"/>
                          <a:ea typeface="Aptos" panose="020B0004020202020204" pitchFamily="34" charset="0"/>
                          <a:cs typeface="Times New Roman" panose="02020603050405020304" pitchFamily="18" charset="0"/>
                        </a:rPr>
                        <a:t>by contrast, conversely, nevertheless</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anyhow, at any rate, in any case, nonetheless</a:t>
                      </a:r>
                      <a:endParaRPr lang="en-US" sz="1400" kern="100" dirty="0">
                        <a:effectLst/>
                        <a:latin typeface="+mn-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625822904"/>
                  </a:ext>
                </a:extLst>
              </a:tr>
              <a:tr h="1672557">
                <a:tc>
                  <a:txBody>
                    <a:bodyPr/>
                    <a:lstStyle/>
                    <a:p>
                      <a:pPr>
                        <a:lnSpc>
                          <a:spcPct val="115000"/>
                        </a:lnSpc>
                        <a:spcAft>
                          <a:spcPts val="800"/>
                        </a:spcAft>
                      </a:pPr>
                      <a:r>
                        <a:rPr lang="en-US" sz="1400" b="1" kern="100">
                          <a:solidFill>
                            <a:srgbClr val="000000"/>
                          </a:solidFill>
                          <a:effectLst/>
                          <a:latin typeface="+mn-lt"/>
                          <a:ea typeface="Aptos" panose="020B0004020202020204" pitchFamily="34" charset="0"/>
                          <a:cs typeface="Times New Roman" panose="02020603050405020304" pitchFamily="18" charset="0"/>
                        </a:rPr>
                        <a:t>Enumeration and Addition</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a:solidFill>
                            <a:srgbClr val="000000"/>
                          </a:solidFill>
                          <a:effectLst/>
                          <a:latin typeface="+mn-lt"/>
                          <a:ea typeface="Aptos" panose="020B0004020202020204" pitchFamily="34" charset="0"/>
                          <a:cs typeface="Times New Roman" panose="02020603050405020304" pitchFamily="18" charset="0"/>
                        </a:rPr>
                        <a:t>furthermore, moreover, in the first place, too, secondly, to begin with, first, as well, thirdly, in addition, lastly, also, as well as, firstly, finally, additionally, second</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a:solidFill>
                            <a:srgbClr val="000000"/>
                          </a:solidFill>
                          <a:effectLst/>
                          <a:latin typeface="+mn-lt"/>
                          <a:ea typeface="Aptos" panose="020B0004020202020204" pitchFamily="34" charset="0"/>
                          <a:cs typeface="Times New Roman" panose="02020603050405020304" pitchFamily="18" charset="0"/>
                        </a:rPr>
                        <a:t>besides, then, next</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a:solidFill>
                            <a:srgbClr val="000000"/>
                          </a:solidFill>
                          <a:effectLst/>
                          <a:latin typeface="+mn-lt"/>
                          <a:ea typeface="Aptos" panose="020B0004020202020204" pitchFamily="34" charset="0"/>
                          <a:cs typeface="Times New Roman" panose="02020603050405020304" pitchFamily="18" charset="0"/>
                        </a:rPr>
                        <a:t>fourthly, similarly</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for another thing, for one thing, fourth, in the fourth place, in the second place, in the third place, likewise, third, to start with, what's more</a:t>
                      </a:r>
                      <a:endParaRPr lang="en-US" sz="1400" kern="100" dirty="0">
                        <a:effectLst/>
                        <a:latin typeface="+mn-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2215093058"/>
                  </a:ext>
                </a:extLst>
              </a:tr>
            </a:tbl>
          </a:graphicData>
        </a:graphic>
      </p:graphicFrame>
      <p:sp>
        <p:nvSpPr>
          <p:cNvPr id="6" name="Slide Number Placeholder 5">
            <a:extLst>
              <a:ext uri="{FF2B5EF4-FFF2-40B4-BE49-F238E27FC236}">
                <a16:creationId xmlns:a16="http://schemas.microsoft.com/office/drawing/2014/main" id="{93060B0C-67C1-A58C-FB00-38658632F7E5}"/>
              </a:ext>
            </a:extLst>
          </p:cNvPr>
          <p:cNvSpPr>
            <a:spLocks noGrp="1"/>
          </p:cNvSpPr>
          <p:nvPr>
            <p:ph type="sldNum" sz="quarter" idx="12"/>
          </p:nvPr>
        </p:nvSpPr>
        <p:spPr/>
        <p:txBody>
          <a:bodyPr/>
          <a:lstStyle/>
          <a:p>
            <a:fld id="{A65A5C87-DF58-40C8-B092-1DE63DB4547E}" type="slidenum">
              <a:rPr lang="en-US" smtClean="0"/>
              <a:t>42</a:t>
            </a:fld>
            <a:endParaRPr lang="en-US" dirty="0"/>
          </a:p>
        </p:txBody>
      </p:sp>
    </p:spTree>
    <p:extLst>
      <p:ext uri="{BB962C8B-B14F-4D97-AF65-F5344CB8AC3E}">
        <p14:creationId xmlns:p14="http://schemas.microsoft.com/office/powerpoint/2010/main" val="6352734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D2F9CD5-9CA5-E0D1-2645-A9DF8289599C}"/>
              </a:ext>
            </a:extLst>
          </p:cNvPr>
          <p:cNvSpPr>
            <a:spLocks noGrp="1"/>
          </p:cNvSpPr>
          <p:nvPr>
            <p:ph type="title"/>
          </p:nvPr>
        </p:nvSpPr>
        <p:spPr/>
        <p:txBody>
          <a:bodyPr/>
          <a:lstStyle/>
          <a:p>
            <a:r>
              <a:rPr lang="en-US" dirty="0"/>
              <a:t>Differences in the choice of adverbials</a:t>
            </a:r>
          </a:p>
        </p:txBody>
      </p:sp>
      <p:graphicFrame>
        <p:nvGraphicFramePr>
          <p:cNvPr id="16" name="Content Placeholder 15">
            <a:extLst>
              <a:ext uri="{FF2B5EF4-FFF2-40B4-BE49-F238E27FC236}">
                <a16:creationId xmlns:a16="http://schemas.microsoft.com/office/drawing/2014/main" id="{B422470B-CA1B-63FC-359A-71F4380F3784}"/>
              </a:ext>
            </a:extLst>
          </p:cNvPr>
          <p:cNvGraphicFramePr>
            <a:graphicFrameLocks noGrp="1"/>
          </p:cNvGraphicFramePr>
          <p:nvPr>
            <p:ph idx="1"/>
            <p:extLst>
              <p:ext uri="{D42A27DB-BD31-4B8C-83A1-F6EECF244321}">
                <p14:modId xmlns:p14="http://schemas.microsoft.com/office/powerpoint/2010/main" val="2430102289"/>
              </p:ext>
            </p:extLst>
          </p:nvPr>
        </p:nvGraphicFramePr>
        <p:xfrm>
          <a:off x="1116011" y="2506078"/>
          <a:ext cx="10167685" cy="2759406"/>
        </p:xfrm>
        <a:graphic>
          <a:graphicData uri="http://schemas.openxmlformats.org/drawingml/2006/table">
            <a:tbl>
              <a:tblPr firstRow="1" bandRow="1">
                <a:tableStyleId>{5C22544A-7EE6-4342-B048-85BDC9FD1C3A}</a:tableStyleId>
              </a:tblPr>
              <a:tblGrid>
                <a:gridCol w="1216641">
                  <a:extLst>
                    <a:ext uri="{9D8B030D-6E8A-4147-A177-3AD203B41FA5}">
                      <a16:colId xmlns:a16="http://schemas.microsoft.com/office/drawing/2014/main" val="501081190"/>
                    </a:ext>
                  </a:extLst>
                </a:gridCol>
                <a:gridCol w="2658448">
                  <a:extLst>
                    <a:ext uri="{9D8B030D-6E8A-4147-A177-3AD203B41FA5}">
                      <a16:colId xmlns:a16="http://schemas.microsoft.com/office/drawing/2014/main" val="1196414367"/>
                    </a:ext>
                  </a:extLst>
                </a:gridCol>
                <a:gridCol w="1219200">
                  <a:extLst>
                    <a:ext uri="{9D8B030D-6E8A-4147-A177-3AD203B41FA5}">
                      <a16:colId xmlns:a16="http://schemas.microsoft.com/office/drawing/2014/main" val="259579728"/>
                    </a:ext>
                  </a:extLst>
                </a:gridCol>
                <a:gridCol w="1347496">
                  <a:extLst>
                    <a:ext uri="{9D8B030D-6E8A-4147-A177-3AD203B41FA5}">
                      <a16:colId xmlns:a16="http://schemas.microsoft.com/office/drawing/2014/main" val="275391640"/>
                    </a:ext>
                  </a:extLst>
                </a:gridCol>
                <a:gridCol w="3725900">
                  <a:extLst>
                    <a:ext uri="{9D8B030D-6E8A-4147-A177-3AD203B41FA5}">
                      <a16:colId xmlns:a16="http://schemas.microsoft.com/office/drawing/2014/main" val="508871910"/>
                    </a:ext>
                  </a:extLst>
                </a:gridCol>
              </a:tblGrid>
              <a:tr h="682558">
                <a:tc>
                  <a:txBody>
                    <a:bodyPr/>
                    <a:lstStyle/>
                    <a:p>
                      <a:pPr>
                        <a:lnSpc>
                          <a:spcPct val="115000"/>
                        </a:lnSpc>
                        <a:spcAft>
                          <a:spcPts val="800"/>
                        </a:spcAft>
                      </a:pPr>
                      <a:r>
                        <a:rPr lang="en-US" sz="1400" b="1" kern="100">
                          <a:solidFill>
                            <a:srgbClr val="000000"/>
                          </a:solidFill>
                          <a:effectLst/>
                          <a:latin typeface="+mn-lt"/>
                          <a:ea typeface="Aptos" panose="020B0004020202020204" pitchFamily="34" charset="0"/>
                          <a:cs typeface="Times New Roman" panose="02020603050405020304" pitchFamily="18" charset="0"/>
                        </a:rPr>
                        <a:t>Category</a:t>
                      </a:r>
                      <a:endParaRPr lang="en-US" sz="1400" kern="100">
                        <a:effectLst/>
                        <a:latin typeface="+mn-lt"/>
                        <a:ea typeface="Aptos" panose="020B0004020202020204" pitchFamily="34" charset="0"/>
                        <a:cs typeface="Times New Roman" panose="02020603050405020304" pitchFamily="18" charset="0"/>
                      </a:endParaRPr>
                    </a:p>
                  </a:txBody>
                  <a:tcPr anchor="ctr"/>
                </a:tc>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Used by both </a:t>
                      </a:r>
                      <a:br>
                        <a:rPr lang="en-US" sz="1400" b="1" kern="100" dirty="0">
                          <a:solidFill>
                            <a:srgbClr val="000000"/>
                          </a:solidFill>
                          <a:effectLst/>
                          <a:latin typeface="+mn-lt"/>
                          <a:ea typeface="Aptos" panose="020B0004020202020204" pitchFamily="34" charset="0"/>
                          <a:cs typeface="Times New Roman" panose="02020603050405020304" pitchFamily="18" charset="0"/>
                        </a:rPr>
                      </a:br>
                      <a:r>
                        <a:rPr lang="en-US" sz="1400" b="1" kern="100" dirty="0">
                          <a:solidFill>
                            <a:srgbClr val="000000"/>
                          </a:solidFill>
                          <a:effectLst/>
                          <a:latin typeface="+mn-lt"/>
                          <a:ea typeface="Aptos" panose="020B0004020202020204" pitchFamily="34" charset="0"/>
                          <a:cs typeface="Times New Roman" panose="02020603050405020304" pitchFamily="18" charset="0"/>
                        </a:rPr>
                        <a:t>Students and LLMs</a:t>
                      </a:r>
                      <a:endParaRPr lang="en-US" sz="1400" kern="100" dirty="0">
                        <a:effectLst/>
                        <a:latin typeface="+mn-lt"/>
                        <a:ea typeface="Aptos" panose="020B0004020202020204" pitchFamily="34" charset="0"/>
                        <a:cs typeface="Times New Roman" panose="02020603050405020304" pitchFamily="18" charset="0"/>
                      </a:endParaRPr>
                    </a:p>
                  </a:txBody>
                  <a:tcPr anchor="ctr"/>
                </a:tc>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Used only by Students</a:t>
                      </a:r>
                      <a:endParaRPr lang="en-US" sz="1400" kern="100" dirty="0">
                        <a:effectLst/>
                        <a:latin typeface="+mn-lt"/>
                        <a:ea typeface="Aptos" panose="020B0004020202020204" pitchFamily="34" charset="0"/>
                        <a:cs typeface="Times New Roman" panose="02020603050405020304" pitchFamily="18" charset="0"/>
                      </a:endParaRPr>
                    </a:p>
                  </a:txBody>
                  <a:tcPr anchor="ctr"/>
                </a:tc>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Used only by LLMs</a:t>
                      </a:r>
                      <a:endParaRPr lang="en-US" sz="1400" kern="100" dirty="0">
                        <a:effectLst/>
                        <a:latin typeface="+mn-lt"/>
                        <a:ea typeface="Aptos" panose="020B0004020202020204" pitchFamily="34" charset="0"/>
                        <a:cs typeface="Times New Roman" panose="02020603050405020304" pitchFamily="18" charset="0"/>
                      </a:endParaRPr>
                    </a:p>
                  </a:txBody>
                  <a:tcPr anchor="ctr"/>
                </a:tc>
                <a:tc>
                  <a:txBody>
                    <a:bodyPr/>
                    <a:lstStyle/>
                    <a:p>
                      <a:pPr>
                        <a:lnSpc>
                          <a:spcPct val="115000"/>
                        </a:lnSpc>
                        <a:spcAft>
                          <a:spcPts val="800"/>
                        </a:spcAft>
                      </a:pPr>
                      <a:r>
                        <a:rPr lang="en-US" sz="1400" b="1" kern="100" dirty="0">
                          <a:solidFill>
                            <a:srgbClr val="000000"/>
                          </a:solidFill>
                          <a:effectLst/>
                          <a:latin typeface="+mn-lt"/>
                          <a:ea typeface="Aptos" panose="020B0004020202020204" pitchFamily="34" charset="0"/>
                          <a:cs typeface="Times New Roman" panose="02020603050405020304" pitchFamily="18" charset="0"/>
                        </a:rPr>
                        <a:t>Not used</a:t>
                      </a:r>
                      <a:endParaRPr lang="en-US" sz="1400" kern="100" dirty="0">
                        <a:effectLst/>
                        <a:latin typeface="+mn-lt"/>
                        <a:ea typeface="Aptos" panose="020B0004020202020204" pitchFamily="34" charset="0"/>
                        <a:cs typeface="Times New Roman" panose="02020603050405020304" pitchFamily="18" charset="0"/>
                      </a:endParaRPr>
                    </a:p>
                  </a:txBody>
                  <a:tcPr anchor="ctr"/>
                </a:tc>
                <a:extLst>
                  <a:ext uri="{0D108BD9-81ED-4DB2-BD59-A6C34878D82A}">
                    <a16:rowId xmlns:a16="http://schemas.microsoft.com/office/drawing/2014/main" val="1790566249"/>
                  </a:ext>
                </a:extLst>
              </a:tr>
              <a:tr h="580308">
                <a:tc>
                  <a:txBody>
                    <a:bodyPr/>
                    <a:lstStyle/>
                    <a:p>
                      <a:pPr>
                        <a:lnSpc>
                          <a:spcPct val="115000"/>
                        </a:lnSpc>
                        <a:spcAft>
                          <a:spcPts val="800"/>
                        </a:spcAft>
                      </a:pPr>
                      <a:r>
                        <a:rPr lang="en-US" sz="1400" b="1" kern="100">
                          <a:solidFill>
                            <a:srgbClr val="000000"/>
                          </a:solidFill>
                          <a:effectLst/>
                          <a:latin typeface="+mn-lt"/>
                          <a:ea typeface="Aptos" panose="020B0004020202020204" pitchFamily="34" charset="0"/>
                          <a:cs typeface="Times New Roman" panose="02020603050405020304" pitchFamily="18" charset="0"/>
                        </a:rPr>
                        <a:t>Result/</a:t>
                      </a:r>
                      <a:br>
                        <a:rPr lang="en-US" sz="1400" b="1" kern="100">
                          <a:solidFill>
                            <a:srgbClr val="000000"/>
                          </a:solidFill>
                          <a:effectLst/>
                          <a:latin typeface="+mn-lt"/>
                          <a:ea typeface="Aptos" panose="020B0004020202020204" pitchFamily="34" charset="0"/>
                          <a:cs typeface="Times New Roman" panose="02020603050405020304" pitchFamily="18" charset="0"/>
                        </a:rPr>
                      </a:br>
                      <a:r>
                        <a:rPr lang="en-US" sz="1400" b="1" kern="100">
                          <a:solidFill>
                            <a:srgbClr val="000000"/>
                          </a:solidFill>
                          <a:effectLst/>
                          <a:latin typeface="+mn-lt"/>
                          <a:ea typeface="Aptos" panose="020B0004020202020204" pitchFamily="34" charset="0"/>
                          <a:cs typeface="Times New Roman" panose="02020603050405020304" pitchFamily="18" charset="0"/>
                        </a:rPr>
                        <a:t>Inference</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a:solidFill>
                            <a:srgbClr val="000000"/>
                          </a:solidFill>
                          <a:effectLst/>
                          <a:latin typeface="+mn-lt"/>
                          <a:ea typeface="Aptos" panose="020B0004020202020204" pitchFamily="34" charset="0"/>
                          <a:cs typeface="Times New Roman" panose="02020603050405020304" pitchFamily="18" charset="0"/>
                        </a:rPr>
                        <a:t>as a result, so, therefore, then, thus, consequently</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accordingly</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400" kern="100" dirty="0">
                          <a:solidFill>
                            <a:srgbClr val="000000"/>
                          </a:solidFill>
                          <a:effectLst/>
                          <a:latin typeface="+mn-lt"/>
                          <a:ea typeface="Aptos" panose="020B0004020202020204" pitchFamily="34" charset="0"/>
                          <a:cs typeface="Times New Roman" panose="02020603050405020304" pitchFamily="18" charset="0"/>
                        </a:rPr>
                        <a:t>thereby</a:t>
                      </a:r>
                      <a:endParaRPr lang="en-US" sz="1400" kern="100" dirty="0">
                        <a:effectLst/>
                        <a:latin typeface="+mn-lt"/>
                        <a:ea typeface="Aptos" panose="020B0004020202020204" pitchFamily="34" charset="0"/>
                        <a:cs typeface="Times New Roman" panose="02020603050405020304" pitchFamily="18" charset="0"/>
                      </a:endParaRPr>
                    </a:p>
                    <a:p>
                      <a:pPr>
                        <a:lnSpc>
                          <a:spcPct val="115000"/>
                        </a:lnSpc>
                      </a:pPr>
                      <a:endParaRPr lang="en-US" sz="1400" kern="100" dirty="0">
                        <a:effectLst/>
                        <a:latin typeface="+mn-lt"/>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hence, in consequence, in that case</a:t>
                      </a:r>
                      <a:endParaRPr lang="en-US" sz="1400" kern="100" dirty="0">
                        <a:effectLst/>
                        <a:latin typeface="+mn-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1609600190"/>
                  </a:ext>
                </a:extLst>
              </a:tr>
              <a:tr h="718663">
                <a:tc>
                  <a:txBody>
                    <a:bodyPr/>
                    <a:lstStyle/>
                    <a:p>
                      <a:pPr>
                        <a:lnSpc>
                          <a:spcPct val="115000"/>
                        </a:lnSpc>
                        <a:spcAft>
                          <a:spcPts val="800"/>
                        </a:spcAft>
                      </a:pPr>
                      <a:r>
                        <a:rPr lang="en-US" sz="1400" b="1" kern="100">
                          <a:solidFill>
                            <a:srgbClr val="000000"/>
                          </a:solidFill>
                          <a:effectLst/>
                          <a:latin typeface="+mn-lt"/>
                          <a:ea typeface="Aptos" panose="020B0004020202020204" pitchFamily="34" charset="0"/>
                          <a:cs typeface="Times New Roman" panose="02020603050405020304" pitchFamily="18" charset="0"/>
                        </a:rPr>
                        <a:t>Summation</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in conclusion</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overall, to conclude, </a:t>
                      </a:r>
                      <a:br>
                        <a:rPr lang="en-US" sz="1400" kern="100" dirty="0">
                          <a:solidFill>
                            <a:srgbClr val="000000"/>
                          </a:solidFill>
                          <a:effectLst/>
                          <a:latin typeface="+mn-lt"/>
                          <a:ea typeface="Aptos" panose="020B0004020202020204" pitchFamily="34" charset="0"/>
                          <a:cs typeface="Times New Roman" panose="02020603050405020304" pitchFamily="18" charset="0"/>
                        </a:rPr>
                      </a:br>
                      <a:r>
                        <a:rPr lang="en-US" sz="1400" kern="100" dirty="0">
                          <a:solidFill>
                            <a:srgbClr val="000000"/>
                          </a:solidFill>
                          <a:effectLst/>
                          <a:latin typeface="+mn-lt"/>
                          <a:ea typeface="Aptos" panose="020B0004020202020204" pitchFamily="34" charset="0"/>
                          <a:cs typeface="Times New Roman" panose="02020603050405020304" pitchFamily="18" charset="0"/>
                        </a:rPr>
                        <a:t>all in all</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by the same token, in sum, in summary, to sum up, to summarize</a:t>
                      </a:r>
                      <a:endParaRPr lang="en-US" sz="1400" kern="100" dirty="0">
                        <a:effectLst/>
                        <a:latin typeface="+mn-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625822904"/>
                  </a:ext>
                </a:extLst>
              </a:tr>
              <a:tr h="686343">
                <a:tc>
                  <a:txBody>
                    <a:bodyPr/>
                    <a:lstStyle/>
                    <a:p>
                      <a:pPr>
                        <a:lnSpc>
                          <a:spcPct val="115000"/>
                        </a:lnSpc>
                        <a:spcAft>
                          <a:spcPts val="800"/>
                        </a:spcAft>
                      </a:pPr>
                      <a:r>
                        <a:rPr lang="en-US" sz="1400" b="1" kern="100">
                          <a:solidFill>
                            <a:srgbClr val="000000"/>
                          </a:solidFill>
                          <a:effectLst/>
                          <a:latin typeface="+mn-lt"/>
                          <a:ea typeface="Aptos" panose="020B0004020202020204" pitchFamily="34" charset="0"/>
                          <a:cs typeface="Times New Roman" panose="02020603050405020304" pitchFamily="18" charset="0"/>
                        </a:rPr>
                        <a:t>Transition</a:t>
                      </a:r>
                      <a:endParaRPr lang="en-US" sz="1400" kern="10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pPr>
                      <a:endParaRPr lang="en-US" sz="1400" kern="100">
                        <a:effectLst/>
                        <a:latin typeface="+mn-lt"/>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now, by the way</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meanwhile,</a:t>
                      </a:r>
                      <a:br>
                        <a:rPr lang="en-US" sz="1400" kern="100" dirty="0">
                          <a:solidFill>
                            <a:srgbClr val="000000"/>
                          </a:solidFill>
                          <a:effectLst/>
                          <a:latin typeface="+mn-lt"/>
                          <a:ea typeface="Aptos" panose="020B0004020202020204" pitchFamily="34" charset="0"/>
                          <a:cs typeface="Times New Roman" panose="02020603050405020304" pitchFamily="18" charset="0"/>
                        </a:rPr>
                      </a:br>
                      <a:r>
                        <a:rPr lang="en-US" sz="1400" kern="100" dirty="0">
                          <a:solidFill>
                            <a:srgbClr val="000000"/>
                          </a:solidFill>
                          <a:effectLst/>
                          <a:latin typeface="+mn-lt"/>
                          <a:ea typeface="Aptos" panose="020B0004020202020204" pitchFamily="34" charset="0"/>
                          <a:cs typeface="Times New Roman" panose="02020603050405020304" pitchFamily="18" charset="0"/>
                        </a:rPr>
                        <a:t>in comparison</a:t>
                      </a:r>
                      <a:endParaRPr lang="en-US" sz="1400" kern="100" dirty="0">
                        <a:effectLst/>
                        <a:latin typeface="+mn-lt"/>
                        <a:ea typeface="Aptos" panose="020B0004020202020204" pitchFamily="34" charset="0"/>
                        <a:cs typeface="Times New Roman" panose="02020603050405020304" pitchFamily="18" charset="0"/>
                      </a:endParaRPr>
                    </a:p>
                  </a:txBody>
                  <a:tcPr/>
                </a:tc>
                <a:tc>
                  <a:txBody>
                    <a:bodyPr/>
                    <a:lstStyle/>
                    <a:p>
                      <a:pPr>
                        <a:lnSpc>
                          <a:spcPct val="115000"/>
                        </a:lnSpc>
                        <a:spcAft>
                          <a:spcPts val="800"/>
                        </a:spcAft>
                      </a:pPr>
                      <a:r>
                        <a:rPr lang="en-US" sz="1400" kern="100" dirty="0">
                          <a:solidFill>
                            <a:srgbClr val="000000"/>
                          </a:solidFill>
                          <a:effectLst/>
                          <a:latin typeface="+mn-lt"/>
                          <a:ea typeface="Aptos" panose="020B0004020202020204" pitchFamily="34" charset="0"/>
                          <a:cs typeface="Times New Roman" panose="02020603050405020304" pitchFamily="18" charset="0"/>
                        </a:rPr>
                        <a:t>incidentally</a:t>
                      </a:r>
                      <a:endParaRPr lang="en-US" sz="1400" kern="100" dirty="0">
                        <a:effectLst/>
                        <a:latin typeface="+mn-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2215093058"/>
                  </a:ext>
                </a:extLst>
              </a:tr>
            </a:tbl>
          </a:graphicData>
        </a:graphic>
      </p:graphicFrame>
      <p:sp>
        <p:nvSpPr>
          <p:cNvPr id="6" name="Slide Number Placeholder 5">
            <a:extLst>
              <a:ext uri="{FF2B5EF4-FFF2-40B4-BE49-F238E27FC236}">
                <a16:creationId xmlns:a16="http://schemas.microsoft.com/office/drawing/2014/main" id="{93060B0C-67C1-A58C-FB00-38658632F7E5}"/>
              </a:ext>
            </a:extLst>
          </p:cNvPr>
          <p:cNvSpPr>
            <a:spLocks noGrp="1"/>
          </p:cNvSpPr>
          <p:nvPr>
            <p:ph type="sldNum" sz="quarter" idx="12"/>
          </p:nvPr>
        </p:nvSpPr>
        <p:spPr/>
        <p:txBody>
          <a:bodyPr/>
          <a:lstStyle/>
          <a:p>
            <a:fld id="{A65A5C87-DF58-40C8-B092-1DE63DB4547E}" type="slidenum">
              <a:rPr lang="en-US" smtClean="0"/>
              <a:t>43</a:t>
            </a:fld>
            <a:endParaRPr lang="en-US" dirty="0"/>
          </a:p>
        </p:txBody>
      </p:sp>
    </p:spTree>
    <p:extLst>
      <p:ext uri="{BB962C8B-B14F-4D97-AF65-F5344CB8AC3E}">
        <p14:creationId xmlns:p14="http://schemas.microsoft.com/office/powerpoint/2010/main" val="26921659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F618A-F22B-8244-09C2-26FF8E97822C}"/>
              </a:ext>
            </a:extLst>
          </p:cNvPr>
          <p:cNvSpPr>
            <a:spLocks noGrp="1"/>
          </p:cNvSpPr>
          <p:nvPr>
            <p:ph type="title"/>
          </p:nvPr>
        </p:nvSpPr>
        <p:spPr/>
        <p:txBody>
          <a:bodyPr>
            <a:normAutofit fontScale="90000"/>
          </a:bodyPr>
          <a:lstStyle/>
          <a:p>
            <a:r>
              <a:rPr lang="en-US" dirty="0"/>
              <a:t>Occurrences of adverbials for each category</a:t>
            </a:r>
          </a:p>
        </p:txBody>
      </p:sp>
      <p:graphicFrame>
        <p:nvGraphicFramePr>
          <p:cNvPr id="5" name="Content Placeholder 4">
            <a:extLst>
              <a:ext uri="{FF2B5EF4-FFF2-40B4-BE49-F238E27FC236}">
                <a16:creationId xmlns:a16="http://schemas.microsoft.com/office/drawing/2014/main" id="{E2663E72-D55B-5D66-8104-97D5C3DBADB7}"/>
              </a:ext>
            </a:extLst>
          </p:cNvPr>
          <p:cNvGraphicFramePr>
            <a:graphicFrameLocks noGrp="1"/>
          </p:cNvGraphicFramePr>
          <p:nvPr>
            <p:ph idx="1"/>
            <p:extLst>
              <p:ext uri="{D42A27DB-BD31-4B8C-83A1-F6EECF244321}">
                <p14:modId xmlns:p14="http://schemas.microsoft.com/office/powerpoint/2010/main" val="1541141143"/>
              </p:ext>
            </p:extLst>
          </p:nvPr>
        </p:nvGraphicFramePr>
        <p:xfrm>
          <a:off x="1116013" y="2478088"/>
          <a:ext cx="10167936" cy="3743960"/>
        </p:xfrm>
        <a:graphic>
          <a:graphicData uri="http://schemas.openxmlformats.org/drawingml/2006/table">
            <a:tbl>
              <a:tblPr firstRow="1" bandRow="1">
                <a:tableStyleId>{5C22544A-7EE6-4342-B048-85BDC9FD1C3A}</a:tableStyleId>
              </a:tblPr>
              <a:tblGrid>
                <a:gridCol w="983375">
                  <a:extLst>
                    <a:ext uri="{9D8B030D-6E8A-4147-A177-3AD203B41FA5}">
                      <a16:colId xmlns:a16="http://schemas.microsoft.com/office/drawing/2014/main" val="3237107414"/>
                    </a:ext>
                  </a:extLst>
                </a:gridCol>
                <a:gridCol w="1390261">
                  <a:extLst>
                    <a:ext uri="{9D8B030D-6E8A-4147-A177-3AD203B41FA5}">
                      <a16:colId xmlns:a16="http://schemas.microsoft.com/office/drawing/2014/main" val="3942119292"/>
                    </a:ext>
                  </a:extLst>
                </a:gridCol>
                <a:gridCol w="1439340">
                  <a:extLst>
                    <a:ext uri="{9D8B030D-6E8A-4147-A177-3AD203B41FA5}">
                      <a16:colId xmlns:a16="http://schemas.microsoft.com/office/drawing/2014/main" val="5500646"/>
                    </a:ext>
                  </a:extLst>
                </a:gridCol>
                <a:gridCol w="1387835">
                  <a:extLst>
                    <a:ext uri="{9D8B030D-6E8A-4147-A177-3AD203B41FA5}">
                      <a16:colId xmlns:a16="http://schemas.microsoft.com/office/drawing/2014/main" val="1031436439"/>
                    </a:ext>
                  </a:extLst>
                </a:gridCol>
                <a:gridCol w="1154149">
                  <a:extLst>
                    <a:ext uri="{9D8B030D-6E8A-4147-A177-3AD203B41FA5}">
                      <a16:colId xmlns:a16="http://schemas.microsoft.com/office/drawing/2014/main" val="1110409122"/>
                    </a:ext>
                  </a:extLst>
                </a:gridCol>
                <a:gridCol w="1270992">
                  <a:extLst>
                    <a:ext uri="{9D8B030D-6E8A-4147-A177-3AD203B41FA5}">
                      <a16:colId xmlns:a16="http://schemas.microsoft.com/office/drawing/2014/main" val="224171307"/>
                    </a:ext>
                  </a:extLst>
                </a:gridCol>
                <a:gridCol w="1270992">
                  <a:extLst>
                    <a:ext uri="{9D8B030D-6E8A-4147-A177-3AD203B41FA5}">
                      <a16:colId xmlns:a16="http://schemas.microsoft.com/office/drawing/2014/main" val="2771452668"/>
                    </a:ext>
                  </a:extLst>
                </a:gridCol>
                <a:gridCol w="1270992">
                  <a:extLst>
                    <a:ext uri="{9D8B030D-6E8A-4147-A177-3AD203B41FA5}">
                      <a16:colId xmlns:a16="http://schemas.microsoft.com/office/drawing/2014/main" val="3436451399"/>
                    </a:ext>
                  </a:extLst>
                </a:gridCol>
              </a:tblGrid>
              <a:tr h="370840">
                <a:tc>
                  <a:txBody>
                    <a:bodyPr/>
                    <a:lstStyle/>
                    <a:p>
                      <a:pPr algn="l" fontAlgn="b"/>
                      <a:endParaRPr lang="en-US" sz="1500" b="1" i="0" u="none" strike="noStrike" dirty="0">
                        <a:solidFill>
                          <a:srgbClr val="000000"/>
                        </a:solidFill>
                        <a:effectLst/>
                        <a:latin typeface="+mn-lt"/>
                      </a:endParaRPr>
                    </a:p>
                  </a:txBody>
                  <a:tcPr anchor="ctr"/>
                </a:tc>
                <a:tc>
                  <a:txBody>
                    <a:bodyPr/>
                    <a:lstStyle/>
                    <a:p>
                      <a:pPr algn="l" fontAlgn="b"/>
                      <a:r>
                        <a:rPr lang="en-US" sz="1500" b="1" i="0" u="none" strike="noStrike" dirty="0">
                          <a:solidFill>
                            <a:srgbClr val="000000"/>
                          </a:solidFill>
                          <a:effectLst/>
                          <a:latin typeface="+mn-lt"/>
                        </a:rPr>
                        <a:t>Apposition</a:t>
                      </a:r>
                    </a:p>
                  </a:txBody>
                  <a:tcPr anchor="ctr"/>
                </a:tc>
                <a:tc>
                  <a:txBody>
                    <a:bodyPr/>
                    <a:lstStyle/>
                    <a:p>
                      <a:pPr algn="l" fontAlgn="b"/>
                      <a:r>
                        <a:rPr lang="en-US" sz="1500" b="1" i="0" u="none" strike="noStrike" dirty="0">
                          <a:solidFill>
                            <a:srgbClr val="000000"/>
                          </a:solidFill>
                          <a:effectLst/>
                          <a:latin typeface="+mn-lt"/>
                        </a:rPr>
                        <a:t>Contrast/</a:t>
                      </a:r>
                      <a:br>
                        <a:rPr lang="en-US" sz="1500" b="1" i="0" u="none" strike="noStrike" dirty="0">
                          <a:solidFill>
                            <a:srgbClr val="000000"/>
                          </a:solidFill>
                          <a:effectLst/>
                          <a:latin typeface="+mn-lt"/>
                        </a:rPr>
                      </a:br>
                      <a:r>
                        <a:rPr lang="en-US" sz="1500" b="1" i="0" u="none" strike="noStrike" dirty="0">
                          <a:solidFill>
                            <a:srgbClr val="000000"/>
                          </a:solidFill>
                          <a:effectLst/>
                          <a:latin typeface="+mn-lt"/>
                        </a:rPr>
                        <a:t>Concession</a:t>
                      </a:r>
                    </a:p>
                  </a:txBody>
                  <a:tcPr anchor="ctr"/>
                </a:tc>
                <a:tc>
                  <a:txBody>
                    <a:bodyPr/>
                    <a:lstStyle/>
                    <a:p>
                      <a:pPr algn="l" fontAlgn="b"/>
                      <a:r>
                        <a:rPr lang="en-US" sz="1500" b="1" i="0" u="none" strike="noStrike" dirty="0">
                          <a:solidFill>
                            <a:srgbClr val="000000"/>
                          </a:solidFill>
                          <a:effectLst/>
                          <a:latin typeface="+mn-lt"/>
                        </a:rPr>
                        <a:t>Enumeration and </a:t>
                      </a:r>
                      <a:br>
                        <a:rPr lang="en-US" sz="1500" b="1" i="0" u="none" strike="noStrike" dirty="0">
                          <a:solidFill>
                            <a:srgbClr val="000000"/>
                          </a:solidFill>
                          <a:effectLst/>
                          <a:latin typeface="+mn-lt"/>
                        </a:rPr>
                      </a:br>
                      <a:r>
                        <a:rPr lang="en-US" sz="1500" b="1" i="0" u="none" strike="noStrike" dirty="0">
                          <a:solidFill>
                            <a:srgbClr val="000000"/>
                          </a:solidFill>
                          <a:effectLst/>
                          <a:latin typeface="+mn-lt"/>
                        </a:rPr>
                        <a:t>Addition</a:t>
                      </a:r>
                    </a:p>
                  </a:txBody>
                  <a:tcPr anchor="ctr"/>
                </a:tc>
                <a:tc>
                  <a:txBody>
                    <a:bodyPr/>
                    <a:lstStyle/>
                    <a:p>
                      <a:pPr algn="l" fontAlgn="b"/>
                      <a:r>
                        <a:rPr lang="en-US" sz="1500" b="1" i="0" u="none" strike="noStrike" dirty="0">
                          <a:solidFill>
                            <a:srgbClr val="000000"/>
                          </a:solidFill>
                          <a:effectLst/>
                          <a:latin typeface="+mn-lt"/>
                        </a:rPr>
                        <a:t>Result/</a:t>
                      </a:r>
                      <a:br>
                        <a:rPr lang="en-US" sz="1500" b="1" i="0" u="none" strike="noStrike" dirty="0">
                          <a:solidFill>
                            <a:srgbClr val="000000"/>
                          </a:solidFill>
                          <a:effectLst/>
                          <a:latin typeface="+mn-lt"/>
                        </a:rPr>
                      </a:br>
                      <a:r>
                        <a:rPr lang="en-US" sz="1500" b="1" i="0" u="none" strike="noStrike" dirty="0">
                          <a:solidFill>
                            <a:srgbClr val="000000"/>
                          </a:solidFill>
                          <a:effectLst/>
                          <a:latin typeface="+mn-lt"/>
                        </a:rPr>
                        <a:t>Inference</a:t>
                      </a:r>
                    </a:p>
                  </a:txBody>
                  <a:tcPr anchor="ctr"/>
                </a:tc>
                <a:tc>
                  <a:txBody>
                    <a:bodyPr/>
                    <a:lstStyle/>
                    <a:p>
                      <a:pPr algn="l" fontAlgn="b"/>
                      <a:r>
                        <a:rPr lang="en-US" sz="1500" b="1" i="0" u="none" strike="noStrike">
                          <a:solidFill>
                            <a:srgbClr val="000000"/>
                          </a:solidFill>
                          <a:effectLst/>
                          <a:latin typeface="+mn-lt"/>
                        </a:rPr>
                        <a:t>Summation</a:t>
                      </a:r>
                    </a:p>
                  </a:txBody>
                  <a:tcPr anchor="ctr"/>
                </a:tc>
                <a:tc>
                  <a:txBody>
                    <a:bodyPr/>
                    <a:lstStyle/>
                    <a:p>
                      <a:pPr algn="l" fontAlgn="b"/>
                      <a:r>
                        <a:rPr lang="en-US" sz="1500" b="1" i="0" u="none" strike="noStrike">
                          <a:solidFill>
                            <a:srgbClr val="000000"/>
                          </a:solidFill>
                          <a:effectLst/>
                          <a:latin typeface="+mn-lt"/>
                        </a:rPr>
                        <a:t>Transition</a:t>
                      </a:r>
                    </a:p>
                  </a:txBody>
                  <a:tcPr anchor="ctr"/>
                </a:tc>
                <a:tc>
                  <a:txBody>
                    <a:bodyPr/>
                    <a:lstStyle/>
                    <a:p>
                      <a:pPr algn="l" fontAlgn="b"/>
                      <a:r>
                        <a:rPr lang="en-US" sz="1500" b="1" i="0" u="none" strike="noStrike" dirty="0">
                          <a:solidFill>
                            <a:srgbClr val="000000"/>
                          </a:solidFill>
                          <a:effectLst/>
                          <a:latin typeface="+mn-lt"/>
                        </a:rPr>
                        <a:t> Total</a:t>
                      </a:r>
                    </a:p>
                  </a:txBody>
                  <a:tcPr anchor="ctr"/>
                </a:tc>
                <a:extLst>
                  <a:ext uri="{0D108BD9-81ED-4DB2-BD59-A6C34878D82A}">
                    <a16:rowId xmlns:a16="http://schemas.microsoft.com/office/drawing/2014/main" val="4016077168"/>
                  </a:ext>
                </a:extLst>
              </a:tr>
              <a:tr h="370840">
                <a:tc>
                  <a:txBody>
                    <a:bodyPr/>
                    <a:lstStyle/>
                    <a:p>
                      <a:pPr algn="l" fontAlgn="b"/>
                      <a:r>
                        <a:rPr lang="en-US" sz="1500" b="0" i="0" u="none" strike="noStrike">
                          <a:solidFill>
                            <a:srgbClr val="000000"/>
                          </a:solidFill>
                          <a:effectLst/>
                          <a:latin typeface="+mn-lt"/>
                        </a:rPr>
                        <a:t>ChatGPT</a:t>
                      </a:r>
                    </a:p>
                  </a:txBody>
                  <a:tcPr anchor="b"/>
                </a:tc>
                <a:tc>
                  <a:txBody>
                    <a:bodyPr/>
                    <a:lstStyle/>
                    <a:p>
                      <a:pPr algn="r" fontAlgn="b"/>
                      <a:r>
                        <a:rPr lang="en-US" sz="1500" b="0" i="0" u="none" strike="noStrike">
                          <a:solidFill>
                            <a:srgbClr val="000000"/>
                          </a:solidFill>
                          <a:effectLst/>
                          <a:latin typeface="+mn-lt"/>
                        </a:rPr>
                        <a:t>14</a:t>
                      </a:r>
                    </a:p>
                  </a:txBody>
                  <a:tcPr anchor="b"/>
                </a:tc>
                <a:tc>
                  <a:txBody>
                    <a:bodyPr/>
                    <a:lstStyle/>
                    <a:p>
                      <a:pPr algn="r" fontAlgn="b"/>
                      <a:r>
                        <a:rPr lang="en-US" sz="1500" b="0" i="0" u="none" strike="noStrike">
                          <a:solidFill>
                            <a:srgbClr val="000000"/>
                          </a:solidFill>
                          <a:effectLst/>
                          <a:latin typeface="+mn-lt"/>
                        </a:rPr>
                        <a:t>22</a:t>
                      </a:r>
                    </a:p>
                  </a:txBody>
                  <a:tcPr anchor="b"/>
                </a:tc>
                <a:tc>
                  <a:txBody>
                    <a:bodyPr/>
                    <a:lstStyle/>
                    <a:p>
                      <a:pPr algn="r" fontAlgn="b"/>
                      <a:r>
                        <a:rPr lang="en-US" sz="1500" b="0" i="0" u="none" strike="noStrike">
                          <a:solidFill>
                            <a:srgbClr val="000000"/>
                          </a:solidFill>
                          <a:effectLst/>
                          <a:latin typeface="+mn-lt"/>
                        </a:rPr>
                        <a:t>74</a:t>
                      </a:r>
                    </a:p>
                  </a:txBody>
                  <a:tcPr anchor="b"/>
                </a:tc>
                <a:tc>
                  <a:txBody>
                    <a:bodyPr/>
                    <a:lstStyle/>
                    <a:p>
                      <a:pPr algn="r" fontAlgn="b"/>
                      <a:r>
                        <a:rPr lang="en-US" sz="1500" b="0" i="0" u="none" strike="noStrike">
                          <a:solidFill>
                            <a:srgbClr val="000000"/>
                          </a:solidFill>
                          <a:effectLst/>
                          <a:latin typeface="+mn-lt"/>
                        </a:rPr>
                        <a:t>18</a:t>
                      </a:r>
                    </a:p>
                  </a:txBody>
                  <a:tcPr anchor="b"/>
                </a:tc>
                <a:tc>
                  <a:txBody>
                    <a:bodyPr/>
                    <a:lstStyle/>
                    <a:p>
                      <a:pPr algn="r" fontAlgn="b"/>
                      <a:r>
                        <a:rPr lang="en-US" sz="1500" b="0" i="0" u="none" strike="noStrike">
                          <a:solidFill>
                            <a:srgbClr val="000000"/>
                          </a:solidFill>
                          <a:effectLst/>
                          <a:latin typeface="+mn-lt"/>
                        </a:rPr>
                        <a:t>13</a:t>
                      </a:r>
                    </a:p>
                  </a:txBody>
                  <a:tcPr anchor="b"/>
                </a:tc>
                <a:tc>
                  <a:txBody>
                    <a:bodyPr/>
                    <a:lstStyle/>
                    <a:p>
                      <a:pPr algn="r" fontAlgn="b"/>
                      <a:r>
                        <a:rPr lang="en-US" sz="1500" b="0" i="0" u="none" strike="noStrike">
                          <a:solidFill>
                            <a:srgbClr val="000000"/>
                          </a:solidFill>
                          <a:effectLst/>
                          <a:latin typeface="+mn-lt"/>
                        </a:rPr>
                        <a:t>1</a:t>
                      </a:r>
                    </a:p>
                  </a:txBody>
                  <a:tcPr anchor="b"/>
                </a:tc>
                <a:tc>
                  <a:txBody>
                    <a:bodyPr/>
                    <a:lstStyle/>
                    <a:p>
                      <a:pPr algn="r" fontAlgn="b"/>
                      <a:r>
                        <a:rPr lang="en-US" sz="1500" b="1" i="0" u="none" strike="noStrike" dirty="0">
                          <a:solidFill>
                            <a:srgbClr val="000000"/>
                          </a:solidFill>
                          <a:effectLst/>
                          <a:latin typeface="+mn-lt"/>
                        </a:rPr>
                        <a:t>142</a:t>
                      </a:r>
                    </a:p>
                  </a:txBody>
                  <a:tcPr anchor="b"/>
                </a:tc>
                <a:extLst>
                  <a:ext uri="{0D108BD9-81ED-4DB2-BD59-A6C34878D82A}">
                    <a16:rowId xmlns:a16="http://schemas.microsoft.com/office/drawing/2014/main" val="1262020483"/>
                  </a:ext>
                </a:extLst>
              </a:tr>
              <a:tr h="370840">
                <a:tc>
                  <a:txBody>
                    <a:bodyPr/>
                    <a:lstStyle/>
                    <a:p>
                      <a:pPr algn="l" fontAlgn="b"/>
                      <a:r>
                        <a:rPr lang="en-US" sz="1500" b="0" i="0" u="none" strike="noStrike">
                          <a:solidFill>
                            <a:srgbClr val="000000"/>
                          </a:solidFill>
                          <a:effectLst/>
                          <a:latin typeface="+mn-lt"/>
                        </a:rPr>
                        <a:t>Claude</a:t>
                      </a:r>
                    </a:p>
                  </a:txBody>
                  <a:tcPr anchor="b"/>
                </a:tc>
                <a:tc>
                  <a:txBody>
                    <a:bodyPr/>
                    <a:lstStyle/>
                    <a:p>
                      <a:pPr algn="r" fontAlgn="b"/>
                      <a:r>
                        <a:rPr lang="en-US" sz="1500" b="0" i="0" u="none" strike="noStrike">
                          <a:solidFill>
                            <a:srgbClr val="000000"/>
                          </a:solidFill>
                          <a:effectLst/>
                          <a:latin typeface="+mn-lt"/>
                        </a:rPr>
                        <a:t>7</a:t>
                      </a:r>
                    </a:p>
                  </a:txBody>
                  <a:tcPr anchor="b"/>
                </a:tc>
                <a:tc>
                  <a:txBody>
                    <a:bodyPr/>
                    <a:lstStyle/>
                    <a:p>
                      <a:pPr algn="r" fontAlgn="b"/>
                      <a:r>
                        <a:rPr lang="en-US" sz="1500" b="0" i="0" u="none" strike="noStrike">
                          <a:solidFill>
                            <a:srgbClr val="000000"/>
                          </a:solidFill>
                          <a:effectLst/>
                          <a:latin typeface="+mn-lt"/>
                        </a:rPr>
                        <a:t>29</a:t>
                      </a:r>
                    </a:p>
                  </a:txBody>
                  <a:tcPr anchor="b"/>
                </a:tc>
                <a:tc>
                  <a:txBody>
                    <a:bodyPr/>
                    <a:lstStyle/>
                    <a:p>
                      <a:pPr algn="r" fontAlgn="b"/>
                      <a:r>
                        <a:rPr lang="en-US" sz="1500" b="0" i="0" u="none" strike="noStrike">
                          <a:solidFill>
                            <a:srgbClr val="000000"/>
                          </a:solidFill>
                          <a:effectLst/>
                          <a:latin typeface="+mn-lt"/>
                        </a:rPr>
                        <a:t>47</a:t>
                      </a:r>
                    </a:p>
                  </a:txBody>
                  <a:tcPr anchor="b"/>
                </a:tc>
                <a:tc>
                  <a:txBody>
                    <a:bodyPr/>
                    <a:lstStyle/>
                    <a:p>
                      <a:pPr algn="r" fontAlgn="b"/>
                      <a:r>
                        <a:rPr lang="en-US" sz="1500" b="0" i="0" u="none" strike="noStrike">
                          <a:solidFill>
                            <a:srgbClr val="000000"/>
                          </a:solidFill>
                          <a:effectLst/>
                          <a:latin typeface="+mn-lt"/>
                        </a:rPr>
                        <a:t>2</a:t>
                      </a:r>
                    </a:p>
                  </a:txBody>
                  <a:tcPr anchor="b"/>
                </a:tc>
                <a:tc>
                  <a:txBody>
                    <a:bodyPr/>
                    <a:lstStyle/>
                    <a:p>
                      <a:pPr algn="r" fontAlgn="b"/>
                      <a:r>
                        <a:rPr lang="en-US" sz="1500" b="0" i="0" u="none" strike="noStrike">
                          <a:solidFill>
                            <a:srgbClr val="000000"/>
                          </a:solidFill>
                          <a:effectLst/>
                          <a:latin typeface="+mn-lt"/>
                        </a:rPr>
                        <a:t>12</a:t>
                      </a:r>
                    </a:p>
                  </a:txBody>
                  <a:tcPr anchor="b"/>
                </a:tc>
                <a:tc>
                  <a:txBody>
                    <a:bodyPr/>
                    <a:lstStyle/>
                    <a:p>
                      <a:pPr algn="r" fontAlgn="b"/>
                      <a:r>
                        <a:rPr lang="en-US" sz="1500" b="0" i="0" u="none" strike="noStrike">
                          <a:solidFill>
                            <a:srgbClr val="000000"/>
                          </a:solidFill>
                          <a:effectLst/>
                          <a:latin typeface="+mn-lt"/>
                        </a:rPr>
                        <a:t>1</a:t>
                      </a:r>
                    </a:p>
                  </a:txBody>
                  <a:tcPr anchor="b"/>
                </a:tc>
                <a:tc>
                  <a:txBody>
                    <a:bodyPr/>
                    <a:lstStyle/>
                    <a:p>
                      <a:pPr algn="r" fontAlgn="b"/>
                      <a:r>
                        <a:rPr lang="en-US" sz="1500" b="1" i="0" u="none" strike="noStrike" dirty="0">
                          <a:solidFill>
                            <a:srgbClr val="000000"/>
                          </a:solidFill>
                          <a:effectLst/>
                          <a:latin typeface="+mn-lt"/>
                        </a:rPr>
                        <a:t>98</a:t>
                      </a:r>
                    </a:p>
                  </a:txBody>
                  <a:tcPr anchor="b"/>
                </a:tc>
                <a:extLst>
                  <a:ext uri="{0D108BD9-81ED-4DB2-BD59-A6C34878D82A}">
                    <a16:rowId xmlns:a16="http://schemas.microsoft.com/office/drawing/2014/main" val="3860409951"/>
                  </a:ext>
                </a:extLst>
              </a:tr>
              <a:tr h="370840">
                <a:tc>
                  <a:txBody>
                    <a:bodyPr/>
                    <a:lstStyle/>
                    <a:p>
                      <a:pPr algn="l" fontAlgn="b"/>
                      <a:r>
                        <a:rPr lang="en-US" sz="1500" b="0" i="0" u="none" strike="noStrike">
                          <a:solidFill>
                            <a:srgbClr val="000000"/>
                          </a:solidFill>
                          <a:effectLst/>
                          <a:latin typeface="+mn-lt"/>
                        </a:rPr>
                        <a:t>Gemini</a:t>
                      </a:r>
                    </a:p>
                  </a:txBody>
                  <a:tcPr anchor="b"/>
                </a:tc>
                <a:tc>
                  <a:txBody>
                    <a:bodyPr/>
                    <a:lstStyle/>
                    <a:p>
                      <a:pPr algn="r" fontAlgn="b"/>
                      <a:r>
                        <a:rPr lang="en-US" sz="1500" b="0" i="0" u="none" strike="noStrike">
                          <a:solidFill>
                            <a:srgbClr val="000000"/>
                          </a:solidFill>
                          <a:effectLst/>
                          <a:latin typeface="+mn-lt"/>
                        </a:rPr>
                        <a:t>2</a:t>
                      </a:r>
                    </a:p>
                  </a:txBody>
                  <a:tcPr anchor="b"/>
                </a:tc>
                <a:tc>
                  <a:txBody>
                    <a:bodyPr/>
                    <a:lstStyle/>
                    <a:p>
                      <a:pPr algn="r" fontAlgn="b"/>
                      <a:r>
                        <a:rPr lang="en-US" sz="1500" b="0" i="0" u="none" strike="noStrike">
                          <a:solidFill>
                            <a:srgbClr val="000000"/>
                          </a:solidFill>
                          <a:effectLst/>
                          <a:latin typeface="+mn-lt"/>
                        </a:rPr>
                        <a:t>23</a:t>
                      </a:r>
                    </a:p>
                  </a:txBody>
                  <a:tcPr anchor="b"/>
                </a:tc>
                <a:tc>
                  <a:txBody>
                    <a:bodyPr/>
                    <a:lstStyle/>
                    <a:p>
                      <a:pPr algn="r" fontAlgn="b"/>
                      <a:r>
                        <a:rPr lang="en-US" sz="1500" b="0" i="0" u="none" strike="noStrike">
                          <a:solidFill>
                            <a:srgbClr val="000000"/>
                          </a:solidFill>
                          <a:effectLst/>
                          <a:latin typeface="+mn-lt"/>
                        </a:rPr>
                        <a:t>28</a:t>
                      </a:r>
                    </a:p>
                  </a:txBody>
                  <a:tcPr anchor="b"/>
                </a:tc>
                <a:tc>
                  <a:txBody>
                    <a:bodyPr/>
                    <a:lstStyle/>
                    <a:p>
                      <a:pPr algn="r" fontAlgn="b"/>
                      <a:r>
                        <a:rPr lang="en-US" sz="1500" b="0" i="0" u="none" strike="noStrike">
                          <a:solidFill>
                            <a:srgbClr val="000000"/>
                          </a:solidFill>
                          <a:effectLst/>
                          <a:latin typeface="+mn-lt"/>
                        </a:rPr>
                        <a:t>5</a:t>
                      </a:r>
                    </a:p>
                  </a:txBody>
                  <a:tcPr anchor="b"/>
                </a:tc>
                <a:tc>
                  <a:txBody>
                    <a:bodyPr/>
                    <a:lstStyle/>
                    <a:p>
                      <a:pPr algn="r" fontAlgn="b"/>
                      <a:r>
                        <a:rPr lang="en-US" sz="1500" b="0" i="0" u="none" strike="noStrike">
                          <a:solidFill>
                            <a:srgbClr val="000000"/>
                          </a:solidFill>
                          <a:effectLst/>
                          <a:latin typeface="+mn-lt"/>
                        </a:rPr>
                        <a:t>6</a:t>
                      </a:r>
                    </a:p>
                  </a:txBody>
                  <a:tcPr anchor="b"/>
                </a:tc>
                <a:tc>
                  <a:txBody>
                    <a:bodyPr/>
                    <a:lstStyle/>
                    <a:p>
                      <a:pPr algn="r" fontAlgn="b"/>
                      <a:r>
                        <a:rPr lang="en-US" sz="1500" b="0" i="0" u="none" strike="noStrike">
                          <a:solidFill>
                            <a:srgbClr val="000000"/>
                          </a:solidFill>
                          <a:effectLst/>
                          <a:latin typeface="+mn-lt"/>
                        </a:rPr>
                        <a:t>1</a:t>
                      </a:r>
                    </a:p>
                  </a:txBody>
                  <a:tcPr anchor="b"/>
                </a:tc>
                <a:tc>
                  <a:txBody>
                    <a:bodyPr/>
                    <a:lstStyle/>
                    <a:p>
                      <a:pPr algn="r" fontAlgn="b"/>
                      <a:r>
                        <a:rPr lang="en-US" sz="1500" b="1" i="0" u="none" strike="noStrike" dirty="0">
                          <a:solidFill>
                            <a:srgbClr val="000000"/>
                          </a:solidFill>
                          <a:effectLst/>
                          <a:latin typeface="+mn-lt"/>
                        </a:rPr>
                        <a:t>65</a:t>
                      </a:r>
                    </a:p>
                  </a:txBody>
                  <a:tcPr anchor="b"/>
                </a:tc>
                <a:extLst>
                  <a:ext uri="{0D108BD9-81ED-4DB2-BD59-A6C34878D82A}">
                    <a16:rowId xmlns:a16="http://schemas.microsoft.com/office/drawing/2014/main" val="2941963786"/>
                  </a:ext>
                </a:extLst>
              </a:tr>
              <a:tr h="370840">
                <a:tc>
                  <a:txBody>
                    <a:bodyPr/>
                    <a:lstStyle/>
                    <a:p>
                      <a:pPr algn="l" fontAlgn="b"/>
                      <a:r>
                        <a:rPr lang="en-US" sz="1500" b="0" i="0" u="none" strike="noStrike">
                          <a:solidFill>
                            <a:srgbClr val="000000"/>
                          </a:solidFill>
                          <a:effectLst/>
                          <a:latin typeface="+mn-lt"/>
                        </a:rPr>
                        <a:t>Gemma</a:t>
                      </a:r>
                    </a:p>
                  </a:txBody>
                  <a:tcPr anchor="b"/>
                </a:tc>
                <a:tc>
                  <a:txBody>
                    <a:bodyPr/>
                    <a:lstStyle/>
                    <a:p>
                      <a:pPr algn="r" fontAlgn="b"/>
                      <a:r>
                        <a:rPr lang="en-US" sz="1500" b="0" i="0" u="none" strike="noStrike">
                          <a:solidFill>
                            <a:srgbClr val="000000"/>
                          </a:solidFill>
                          <a:effectLst/>
                          <a:latin typeface="+mn-lt"/>
                        </a:rPr>
                        <a:t>4</a:t>
                      </a:r>
                    </a:p>
                  </a:txBody>
                  <a:tcPr anchor="b"/>
                </a:tc>
                <a:tc>
                  <a:txBody>
                    <a:bodyPr/>
                    <a:lstStyle/>
                    <a:p>
                      <a:pPr algn="r" fontAlgn="b"/>
                      <a:r>
                        <a:rPr lang="en-US" sz="1500" b="0" i="0" u="none" strike="noStrike">
                          <a:solidFill>
                            <a:srgbClr val="000000"/>
                          </a:solidFill>
                          <a:effectLst/>
                          <a:latin typeface="+mn-lt"/>
                        </a:rPr>
                        <a:t>11</a:t>
                      </a:r>
                    </a:p>
                  </a:txBody>
                  <a:tcPr anchor="b"/>
                </a:tc>
                <a:tc>
                  <a:txBody>
                    <a:bodyPr/>
                    <a:lstStyle/>
                    <a:p>
                      <a:pPr algn="r" fontAlgn="b"/>
                      <a:r>
                        <a:rPr lang="en-US" sz="1500" b="0" i="0" u="none" strike="noStrike">
                          <a:solidFill>
                            <a:srgbClr val="000000"/>
                          </a:solidFill>
                          <a:effectLst/>
                          <a:latin typeface="+mn-lt"/>
                        </a:rPr>
                        <a:t>28</a:t>
                      </a:r>
                    </a:p>
                  </a:txBody>
                  <a:tcPr anchor="b"/>
                </a:tc>
                <a:tc>
                  <a:txBody>
                    <a:bodyPr/>
                    <a:lstStyle/>
                    <a:p>
                      <a:pPr algn="r" fontAlgn="b"/>
                      <a:r>
                        <a:rPr lang="en-US" sz="1500" b="0" i="0" u="none" strike="noStrike">
                          <a:solidFill>
                            <a:srgbClr val="000000"/>
                          </a:solidFill>
                          <a:effectLst/>
                          <a:latin typeface="+mn-lt"/>
                        </a:rPr>
                        <a:t>2</a:t>
                      </a:r>
                    </a:p>
                  </a:txBody>
                  <a:tcPr anchor="b"/>
                </a:tc>
                <a:tc>
                  <a:txBody>
                    <a:bodyPr/>
                    <a:lstStyle/>
                    <a:p>
                      <a:pPr algn="r" fontAlgn="b"/>
                      <a:r>
                        <a:rPr lang="en-US" sz="1500" b="0" i="0" u="none" strike="noStrike">
                          <a:solidFill>
                            <a:srgbClr val="000000"/>
                          </a:solidFill>
                          <a:effectLst/>
                          <a:latin typeface="+mn-lt"/>
                        </a:rPr>
                        <a:t>7</a:t>
                      </a:r>
                    </a:p>
                  </a:txBody>
                  <a:tcPr anchor="b"/>
                </a:tc>
                <a:tc>
                  <a:txBody>
                    <a:bodyPr/>
                    <a:lstStyle/>
                    <a:p>
                      <a:pPr algn="l" fontAlgn="b"/>
                      <a:endParaRPr lang="en-US" sz="1500" b="0" i="0" u="none" strike="noStrike">
                        <a:solidFill>
                          <a:srgbClr val="000000"/>
                        </a:solidFill>
                        <a:effectLst/>
                        <a:latin typeface="+mn-lt"/>
                      </a:endParaRPr>
                    </a:p>
                  </a:txBody>
                  <a:tcPr anchor="b"/>
                </a:tc>
                <a:tc>
                  <a:txBody>
                    <a:bodyPr/>
                    <a:lstStyle/>
                    <a:p>
                      <a:pPr algn="r" fontAlgn="b"/>
                      <a:r>
                        <a:rPr lang="en-US" sz="1500" b="1" i="0" u="none" strike="noStrike" dirty="0">
                          <a:solidFill>
                            <a:srgbClr val="000000"/>
                          </a:solidFill>
                          <a:effectLst/>
                          <a:latin typeface="+mn-lt"/>
                        </a:rPr>
                        <a:t>52</a:t>
                      </a:r>
                    </a:p>
                  </a:txBody>
                  <a:tcPr anchor="b"/>
                </a:tc>
                <a:extLst>
                  <a:ext uri="{0D108BD9-81ED-4DB2-BD59-A6C34878D82A}">
                    <a16:rowId xmlns:a16="http://schemas.microsoft.com/office/drawing/2014/main" val="4047631098"/>
                  </a:ext>
                </a:extLst>
              </a:tr>
              <a:tr h="370840">
                <a:tc>
                  <a:txBody>
                    <a:bodyPr/>
                    <a:lstStyle/>
                    <a:p>
                      <a:pPr algn="l" fontAlgn="b"/>
                      <a:r>
                        <a:rPr lang="en-US" sz="1500" b="0" i="0" u="none" strike="noStrike">
                          <a:solidFill>
                            <a:srgbClr val="000000"/>
                          </a:solidFill>
                          <a:effectLst/>
                          <a:latin typeface="+mn-lt"/>
                        </a:rPr>
                        <a:t>Llama</a:t>
                      </a:r>
                    </a:p>
                  </a:txBody>
                  <a:tcPr anchor="b"/>
                </a:tc>
                <a:tc>
                  <a:txBody>
                    <a:bodyPr/>
                    <a:lstStyle/>
                    <a:p>
                      <a:pPr algn="r" fontAlgn="b"/>
                      <a:r>
                        <a:rPr lang="en-US" sz="1500" b="0" i="0" u="none" strike="noStrike">
                          <a:solidFill>
                            <a:srgbClr val="000000"/>
                          </a:solidFill>
                          <a:effectLst/>
                          <a:latin typeface="+mn-lt"/>
                        </a:rPr>
                        <a:t>12</a:t>
                      </a:r>
                    </a:p>
                  </a:txBody>
                  <a:tcPr anchor="b"/>
                </a:tc>
                <a:tc>
                  <a:txBody>
                    <a:bodyPr/>
                    <a:lstStyle/>
                    <a:p>
                      <a:pPr algn="r" fontAlgn="b"/>
                      <a:r>
                        <a:rPr lang="en-US" sz="1500" b="0" i="0" u="none" strike="noStrike">
                          <a:solidFill>
                            <a:srgbClr val="000000"/>
                          </a:solidFill>
                          <a:effectLst/>
                          <a:latin typeface="+mn-lt"/>
                        </a:rPr>
                        <a:t>21</a:t>
                      </a:r>
                    </a:p>
                  </a:txBody>
                  <a:tcPr anchor="b"/>
                </a:tc>
                <a:tc>
                  <a:txBody>
                    <a:bodyPr/>
                    <a:lstStyle/>
                    <a:p>
                      <a:pPr algn="r" fontAlgn="b"/>
                      <a:r>
                        <a:rPr lang="en-US" sz="1500" b="0" i="0" u="none" strike="noStrike">
                          <a:solidFill>
                            <a:srgbClr val="000000"/>
                          </a:solidFill>
                          <a:effectLst/>
                          <a:latin typeface="+mn-lt"/>
                        </a:rPr>
                        <a:t>68</a:t>
                      </a:r>
                    </a:p>
                  </a:txBody>
                  <a:tcPr anchor="b"/>
                </a:tc>
                <a:tc>
                  <a:txBody>
                    <a:bodyPr/>
                    <a:lstStyle/>
                    <a:p>
                      <a:pPr algn="r" fontAlgn="b"/>
                      <a:r>
                        <a:rPr lang="en-US" sz="1500" b="0" i="0" u="none" strike="noStrike">
                          <a:solidFill>
                            <a:srgbClr val="000000"/>
                          </a:solidFill>
                          <a:effectLst/>
                          <a:latin typeface="+mn-lt"/>
                        </a:rPr>
                        <a:t>5</a:t>
                      </a:r>
                    </a:p>
                  </a:txBody>
                  <a:tcPr anchor="b"/>
                </a:tc>
                <a:tc>
                  <a:txBody>
                    <a:bodyPr/>
                    <a:lstStyle/>
                    <a:p>
                      <a:pPr algn="r" fontAlgn="b"/>
                      <a:r>
                        <a:rPr lang="en-US" sz="1500" b="0" i="0" u="none" strike="noStrike">
                          <a:solidFill>
                            <a:srgbClr val="000000"/>
                          </a:solidFill>
                          <a:effectLst/>
                          <a:latin typeface="+mn-lt"/>
                        </a:rPr>
                        <a:t>13</a:t>
                      </a:r>
                    </a:p>
                  </a:txBody>
                  <a:tcPr anchor="b"/>
                </a:tc>
                <a:tc>
                  <a:txBody>
                    <a:bodyPr/>
                    <a:lstStyle/>
                    <a:p>
                      <a:pPr algn="l" fontAlgn="b"/>
                      <a:endParaRPr lang="en-US" sz="1500" b="0" i="0" u="none" strike="noStrike">
                        <a:solidFill>
                          <a:srgbClr val="000000"/>
                        </a:solidFill>
                        <a:effectLst/>
                        <a:latin typeface="+mn-lt"/>
                      </a:endParaRPr>
                    </a:p>
                  </a:txBody>
                  <a:tcPr anchor="b"/>
                </a:tc>
                <a:tc>
                  <a:txBody>
                    <a:bodyPr/>
                    <a:lstStyle/>
                    <a:p>
                      <a:pPr algn="r" fontAlgn="b"/>
                      <a:r>
                        <a:rPr lang="en-US" sz="1500" b="1" i="0" u="none" strike="noStrike" dirty="0">
                          <a:solidFill>
                            <a:srgbClr val="000000"/>
                          </a:solidFill>
                          <a:effectLst/>
                          <a:latin typeface="+mn-lt"/>
                        </a:rPr>
                        <a:t>119</a:t>
                      </a:r>
                    </a:p>
                  </a:txBody>
                  <a:tcPr anchor="b"/>
                </a:tc>
                <a:extLst>
                  <a:ext uri="{0D108BD9-81ED-4DB2-BD59-A6C34878D82A}">
                    <a16:rowId xmlns:a16="http://schemas.microsoft.com/office/drawing/2014/main" val="1415026905"/>
                  </a:ext>
                </a:extLst>
              </a:tr>
              <a:tr h="370840">
                <a:tc>
                  <a:txBody>
                    <a:bodyPr/>
                    <a:lstStyle/>
                    <a:p>
                      <a:pPr algn="l" fontAlgn="b"/>
                      <a:r>
                        <a:rPr lang="en-US" sz="1500" b="0" i="0" u="none" strike="noStrike">
                          <a:solidFill>
                            <a:srgbClr val="000000"/>
                          </a:solidFill>
                          <a:effectLst/>
                          <a:latin typeface="+mn-lt"/>
                        </a:rPr>
                        <a:t>Mistral</a:t>
                      </a:r>
                    </a:p>
                  </a:txBody>
                  <a:tcPr anchor="b"/>
                </a:tc>
                <a:tc>
                  <a:txBody>
                    <a:bodyPr/>
                    <a:lstStyle/>
                    <a:p>
                      <a:pPr algn="r" fontAlgn="b"/>
                      <a:r>
                        <a:rPr lang="en-US" sz="1500" b="0" i="0" u="none" strike="noStrike">
                          <a:solidFill>
                            <a:srgbClr val="000000"/>
                          </a:solidFill>
                          <a:effectLst/>
                          <a:latin typeface="+mn-lt"/>
                        </a:rPr>
                        <a:t>21</a:t>
                      </a:r>
                    </a:p>
                  </a:txBody>
                  <a:tcPr anchor="b"/>
                </a:tc>
                <a:tc>
                  <a:txBody>
                    <a:bodyPr/>
                    <a:lstStyle/>
                    <a:p>
                      <a:pPr algn="r" fontAlgn="b"/>
                      <a:r>
                        <a:rPr lang="en-US" sz="1500" b="0" i="0" u="none" strike="noStrike">
                          <a:solidFill>
                            <a:srgbClr val="000000"/>
                          </a:solidFill>
                          <a:effectLst/>
                          <a:latin typeface="+mn-lt"/>
                        </a:rPr>
                        <a:t>17</a:t>
                      </a:r>
                    </a:p>
                  </a:txBody>
                  <a:tcPr anchor="b"/>
                </a:tc>
                <a:tc>
                  <a:txBody>
                    <a:bodyPr/>
                    <a:lstStyle/>
                    <a:p>
                      <a:pPr algn="r" fontAlgn="b"/>
                      <a:r>
                        <a:rPr lang="en-US" sz="1500" b="0" i="0" u="none" strike="noStrike">
                          <a:solidFill>
                            <a:srgbClr val="000000"/>
                          </a:solidFill>
                          <a:effectLst/>
                          <a:latin typeface="+mn-lt"/>
                        </a:rPr>
                        <a:t>64</a:t>
                      </a:r>
                    </a:p>
                  </a:txBody>
                  <a:tcPr anchor="b"/>
                </a:tc>
                <a:tc>
                  <a:txBody>
                    <a:bodyPr/>
                    <a:lstStyle/>
                    <a:p>
                      <a:pPr algn="r" fontAlgn="b"/>
                      <a:r>
                        <a:rPr lang="en-US" sz="1500" b="0" i="0" u="none" strike="noStrike">
                          <a:solidFill>
                            <a:srgbClr val="000000"/>
                          </a:solidFill>
                          <a:effectLst/>
                          <a:latin typeface="+mn-lt"/>
                        </a:rPr>
                        <a:t>9</a:t>
                      </a:r>
                    </a:p>
                  </a:txBody>
                  <a:tcPr anchor="b"/>
                </a:tc>
                <a:tc>
                  <a:txBody>
                    <a:bodyPr/>
                    <a:lstStyle/>
                    <a:p>
                      <a:pPr algn="r" fontAlgn="b"/>
                      <a:r>
                        <a:rPr lang="en-US" sz="1500" b="0" i="0" u="none" strike="noStrike">
                          <a:solidFill>
                            <a:srgbClr val="000000"/>
                          </a:solidFill>
                          <a:effectLst/>
                          <a:latin typeface="+mn-lt"/>
                        </a:rPr>
                        <a:t>13</a:t>
                      </a:r>
                    </a:p>
                  </a:txBody>
                  <a:tcPr anchor="b"/>
                </a:tc>
                <a:tc>
                  <a:txBody>
                    <a:bodyPr/>
                    <a:lstStyle/>
                    <a:p>
                      <a:pPr algn="l" fontAlgn="b"/>
                      <a:endParaRPr lang="en-US" sz="1500" b="0" i="0" u="none" strike="noStrike">
                        <a:solidFill>
                          <a:srgbClr val="000000"/>
                        </a:solidFill>
                        <a:effectLst/>
                        <a:latin typeface="+mn-lt"/>
                      </a:endParaRPr>
                    </a:p>
                  </a:txBody>
                  <a:tcPr anchor="b"/>
                </a:tc>
                <a:tc>
                  <a:txBody>
                    <a:bodyPr/>
                    <a:lstStyle/>
                    <a:p>
                      <a:pPr algn="r" fontAlgn="b"/>
                      <a:r>
                        <a:rPr lang="en-US" sz="1500" b="1" i="0" u="none" strike="noStrike" dirty="0">
                          <a:solidFill>
                            <a:srgbClr val="000000"/>
                          </a:solidFill>
                          <a:effectLst/>
                          <a:latin typeface="+mn-lt"/>
                        </a:rPr>
                        <a:t>124</a:t>
                      </a:r>
                    </a:p>
                  </a:txBody>
                  <a:tcPr anchor="b"/>
                </a:tc>
                <a:extLst>
                  <a:ext uri="{0D108BD9-81ED-4DB2-BD59-A6C34878D82A}">
                    <a16:rowId xmlns:a16="http://schemas.microsoft.com/office/drawing/2014/main" val="308534565"/>
                  </a:ext>
                </a:extLst>
              </a:tr>
              <a:tr h="370840">
                <a:tc>
                  <a:txBody>
                    <a:bodyPr/>
                    <a:lstStyle/>
                    <a:p>
                      <a:pPr algn="l" fontAlgn="b"/>
                      <a:r>
                        <a:rPr lang="en-US" sz="1500" b="0" i="0" u="none" strike="noStrike">
                          <a:solidFill>
                            <a:srgbClr val="000000"/>
                          </a:solidFill>
                          <a:effectLst/>
                          <a:latin typeface="+mn-lt"/>
                        </a:rPr>
                        <a:t>Student</a:t>
                      </a:r>
                    </a:p>
                  </a:txBody>
                  <a:tcPr anchor="b"/>
                </a:tc>
                <a:tc>
                  <a:txBody>
                    <a:bodyPr/>
                    <a:lstStyle/>
                    <a:p>
                      <a:pPr algn="r" fontAlgn="b"/>
                      <a:r>
                        <a:rPr lang="en-US" sz="1500" b="0" i="0" u="none" strike="noStrike">
                          <a:solidFill>
                            <a:srgbClr val="000000"/>
                          </a:solidFill>
                          <a:effectLst/>
                          <a:latin typeface="+mn-lt"/>
                        </a:rPr>
                        <a:t>42</a:t>
                      </a:r>
                    </a:p>
                  </a:txBody>
                  <a:tcPr anchor="b"/>
                </a:tc>
                <a:tc>
                  <a:txBody>
                    <a:bodyPr/>
                    <a:lstStyle/>
                    <a:p>
                      <a:pPr algn="r" fontAlgn="b"/>
                      <a:r>
                        <a:rPr lang="en-US" sz="1500" b="0" i="0" u="none" strike="noStrike">
                          <a:solidFill>
                            <a:srgbClr val="000000"/>
                          </a:solidFill>
                          <a:effectLst/>
                          <a:latin typeface="+mn-lt"/>
                        </a:rPr>
                        <a:t>159</a:t>
                      </a:r>
                    </a:p>
                  </a:txBody>
                  <a:tcPr anchor="b"/>
                </a:tc>
                <a:tc>
                  <a:txBody>
                    <a:bodyPr/>
                    <a:lstStyle/>
                    <a:p>
                      <a:pPr algn="r" fontAlgn="b"/>
                      <a:r>
                        <a:rPr lang="en-US" sz="1500" b="0" i="0" u="none" strike="noStrike">
                          <a:solidFill>
                            <a:srgbClr val="000000"/>
                          </a:solidFill>
                          <a:effectLst/>
                          <a:latin typeface="+mn-lt"/>
                        </a:rPr>
                        <a:t>291</a:t>
                      </a:r>
                    </a:p>
                  </a:txBody>
                  <a:tcPr anchor="b"/>
                </a:tc>
                <a:tc>
                  <a:txBody>
                    <a:bodyPr/>
                    <a:lstStyle/>
                    <a:p>
                      <a:pPr algn="r" fontAlgn="b"/>
                      <a:r>
                        <a:rPr lang="en-US" sz="1500" b="0" i="0" u="none" strike="noStrike">
                          <a:solidFill>
                            <a:srgbClr val="000000"/>
                          </a:solidFill>
                          <a:effectLst/>
                          <a:latin typeface="+mn-lt"/>
                        </a:rPr>
                        <a:t>185</a:t>
                      </a:r>
                    </a:p>
                  </a:txBody>
                  <a:tcPr anchor="b"/>
                </a:tc>
                <a:tc>
                  <a:txBody>
                    <a:bodyPr/>
                    <a:lstStyle/>
                    <a:p>
                      <a:pPr algn="r" fontAlgn="b"/>
                      <a:r>
                        <a:rPr lang="en-US" sz="1500" b="0" i="0" u="none" strike="noStrike">
                          <a:solidFill>
                            <a:srgbClr val="000000"/>
                          </a:solidFill>
                          <a:effectLst/>
                          <a:latin typeface="+mn-lt"/>
                        </a:rPr>
                        <a:t>41</a:t>
                      </a:r>
                    </a:p>
                  </a:txBody>
                  <a:tcPr anchor="b"/>
                </a:tc>
                <a:tc>
                  <a:txBody>
                    <a:bodyPr/>
                    <a:lstStyle/>
                    <a:p>
                      <a:pPr algn="r" fontAlgn="b"/>
                      <a:r>
                        <a:rPr lang="en-US" sz="1500" b="0" i="0" u="none" strike="noStrike">
                          <a:solidFill>
                            <a:srgbClr val="000000"/>
                          </a:solidFill>
                          <a:effectLst/>
                          <a:latin typeface="+mn-lt"/>
                        </a:rPr>
                        <a:t>7</a:t>
                      </a:r>
                    </a:p>
                  </a:txBody>
                  <a:tcPr anchor="b"/>
                </a:tc>
                <a:tc>
                  <a:txBody>
                    <a:bodyPr/>
                    <a:lstStyle/>
                    <a:p>
                      <a:pPr algn="r" fontAlgn="b"/>
                      <a:r>
                        <a:rPr lang="en-US" sz="1500" b="1" i="0" u="none" strike="noStrike" dirty="0">
                          <a:solidFill>
                            <a:srgbClr val="000000"/>
                          </a:solidFill>
                          <a:effectLst/>
                          <a:latin typeface="+mn-lt"/>
                        </a:rPr>
                        <a:t>725</a:t>
                      </a:r>
                    </a:p>
                  </a:txBody>
                  <a:tcPr anchor="b"/>
                </a:tc>
                <a:extLst>
                  <a:ext uri="{0D108BD9-81ED-4DB2-BD59-A6C34878D82A}">
                    <a16:rowId xmlns:a16="http://schemas.microsoft.com/office/drawing/2014/main" val="2611196515"/>
                  </a:ext>
                </a:extLst>
              </a:tr>
              <a:tr h="370840">
                <a:tc>
                  <a:txBody>
                    <a:bodyPr/>
                    <a:lstStyle/>
                    <a:p>
                      <a:pPr algn="l" fontAlgn="b"/>
                      <a:r>
                        <a:rPr lang="en-US" sz="1500" b="1" i="0" u="none" strike="noStrike" dirty="0">
                          <a:solidFill>
                            <a:srgbClr val="000000"/>
                          </a:solidFill>
                          <a:effectLst/>
                          <a:latin typeface="+mn-lt"/>
                        </a:rPr>
                        <a:t>Total</a:t>
                      </a:r>
                    </a:p>
                  </a:txBody>
                  <a:tcPr anchor="b"/>
                </a:tc>
                <a:tc>
                  <a:txBody>
                    <a:bodyPr/>
                    <a:lstStyle/>
                    <a:p>
                      <a:pPr algn="r" fontAlgn="b"/>
                      <a:r>
                        <a:rPr lang="en-US" sz="1500" b="1" i="0" u="none" strike="noStrike" dirty="0">
                          <a:solidFill>
                            <a:srgbClr val="000000"/>
                          </a:solidFill>
                          <a:effectLst/>
                          <a:latin typeface="+mn-lt"/>
                        </a:rPr>
                        <a:t>102</a:t>
                      </a:r>
                    </a:p>
                  </a:txBody>
                  <a:tcPr anchor="b"/>
                </a:tc>
                <a:tc>
                  <a:txBody>
                    <a:bodyPr/>
                    <a:lstStyle/>
                    <a:p>
                      <a:pPr algn="r" fontAlgn="b"/>
                      <a:r>
                        <a:rPr lang="en-US" sz="1500" b="1" i="0" u="none" strike="noStrike" dirty="0">
                          <a:solidFill>
                            <a:srgbClr val="000000"/>
                          </a:solidFill>
                          <a:effectLst/>
                          <a:latin typeface="+mn-lt"/>
                        </a:rPr>
                        <a:t>282</a:t>
                      </a:r>
                    </a:p>
                  </a:txBody>
                  <a:tcPr anchor="b"/>
                </a:tc>
                <a:tc>
                  <a:txBody>
                    <a:bodyPr/>
                    <a:lstStyle/>
                    <a:p>
                      <a:pPr algn="r" fontAlgn="b"/>
                      <a:r>
                        <a:rPr lang="en-US" sz="1500" b="1" i="0" u="none" strike="noStrike" dirty="0">
                          <a:solidFill>
                            <a:srgbClr val="000000"/>
                          </a:solidFill>
                          <a:effectLst/>
                          <a:latin typeface="+mn-lt"/>
                        </a:rPr>
                        <a:t>600</a:t>
                      </a:r>
                    </a:p>
                  </a:txBody>
                  <a:tcPr anchor="b"/>
                </a:tc>
                <a:tc>
                  <a:txBody>
                    <a:bodyPr/>
                    <a:lstStyle/>
                    <a:p>
                      <a:pPr algn="r" fontAlgn="b"/>
                      <a:r>
                        <a:rPr lang="en-US" sz="1500" b="1" i="0" u="none" strike="noStrike" dirty="0">
                          <a:solidFill>
                            <a:srgbClr val="000000"/>
                          </a:solidFill>
                          <a:effectLst/>
                          <a:latin typeface="+mn-lt"/>
                        </a:rPr>
                        <a:t>226</a:t>
                      </a:r>
                    </a:p>
                  </a:txBody>
                  <a:tcPr anchor="b"/>
                </a:tc>
                <a:tc>
                  <a:txBody>
                    <a:bodyPr/>
                    <a:lstStyle/>
                    <a:p>
                      <a:pPr algn="r" fontAlgn="b"/>
                      <a:r>
                        <a:rPr lang="en-US" sz="1500" b="1" i="0" u="none" strike="noStrike" dirty="0">
                          <a:solidFill>
                            <a:srgbClr val="000000"/>
                          </a:solidFill>
                          <a:effectLst/>
                          <a:latin typeface="+mn-lt"/>
                        </a:rPr>
                        <a:t>105</a:t>
                      </a:r>
                    </a:p>
                  </a:txBody>
                  <a:tcPr anchor="b"/>
                </a:tc>
                <a:tc>
                  <a:txBody>
                    <a:bodyPr/>
                    <a:lstStyle/>
                    <a:p>
                      <a:pPr algn="r" fontAlgn="b"/>
                      <a:r>
                        <a:rPr lang="en-US" sz="1500" b="1" i="0" u="none" strike="noStrike" dirty="0">
                          <a:solidFill>
                            <a:srgbClr val="000000"/>
                          </a:solidFill>
                          <a:effectLst/>
                          <a:latin typeface="+mn-lt"/>
                        </a:rPr>
                        <a:t>10</a:t>
                      </a:r>
                    </a:p>
                  </a:txBody>
                  <a:tcPr anchor="b"/>
                </a:tc>
                <a:tc>
                  <a:txBody>
                    <a:bodyPr/>
                    <a:lstStyle/>
                    <a:p>
                      <a:pPr algn="r" fontAlgn="b"/>
                      <a:r>
                        <a:rPr lang="en-US" sz="1500" b="1" i="0" u="none" strike="noStrike" dirty="0">
                          <a:solidFill>
                            <a:srgbClr val="000000"/>
                          </a:solidFill>
                          <a:effectLst/>
                          <a:latin typeface="+mn-lt"/>
                        </a:rPr>
                        <a:t>1325</a:t>
                      </a:r>
                    </a:p>
                  </a:txBody>
                  <a:tcPr anchor="b"/>
                </a:tc>
                <a:extLst>
                  <a:ext uri="{0D108BD9-81ED-4DB2-BD59-A6C34878D82A}">
                    <a16:rowId xmlns:a16="http://schemas.microsoft.com/office/drawing/2014/main" val="3854753891"/>
                  </a:ext>
                </a:extLst>
              </a:tr>
            </a:tbl>
          </a:graphicData>
        </a:graphic>
      </p:graphicFrame>
      <p:sp>
        <p:nvSpPr>
          <p:cNvPr id="4" name="Slide Number Placeholder 3">
            <a:extLst>
              <a:ext uri="{FF2B5EF4-FFF2-40B4-BE49-F238E27FC236}">
                <a16:creationId xmlns:a16="http://schemas.microsoft.com/office/drawing/2014/main" id="{42C7D743-1BE4-7609-65CA-FDF1318A8F30}"/>
              </a:ext>
            </a:extLst>
          </p:cNvPr>
          <p:cNvSpPr>
            <a:spLocks noGrp="1"/>
          </p:cNvSpPr>
          <p:nvPr>
            <p:ph type="sldNum" sz="quarter" idx="12"/>
          </p:nvPr>
        </p:nvSpPr>
        <p:spPr/>
        <p:txBody>
          <a:bodyPr/>
          <a:lstStyle/>
          <a:p>
            <a:fld id="{A65A5C87-DF58-40C8-B092-1DE63DB4547E}" type="slidenum">
              <a:rPr lang="en-US" smtClean="0"/>
              <a:t>44</a:t>
            </a:fld>
            <a:endParaRPr lang="en-US" dirty="0"/>
          </a:p>
        </p:txBody>
      </p:sp>
    </p:spTree>
    <p:extLst>
      <p:ext uri="{BB962C8B-B14F-4D97-AF65-F5344CB8AC3E}">
        <p14:creationId xmlns:p14="http://schemas.microsoft.com/office/powerpoint/2010/main" val="22997554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F618A-F22B-8244-09C2-26FF8E97822C}"/>
              </a:ext>
            </a:extLst>
          </p:cNvPr>
          <p:cNvSpPr>
            <a:spLocks noGrp="1"/>
          </p:cNvSpPr>
          <p:nvPr>
            <p:ph type="title"/>
          </p:nvPr>
        </p:nvSpPr>
        <p:spPr/>
        <p:txBody>
          <a:bodyPr>
            <a:normAutofit fontScale="90000"/>
          </a:bodyPr>
          <a:lstStyle/>
          <a:p>
            <a:r>
              <a:rPr lang="en-US" dirty="0"/>
              <a:t>Frequencies of adverbials for each category</a:t>
            </a:r>
          </a:p>
        </p:txBody>
      </p:sp>
      <p:graphicFrame>
        <p:nvGraphicFramePr>
          <p:cNvPr id="5" name="Content Placeholder 4">
            <a:extLst>
              <a:ext uri="{FF2B5EF4-FFF2-40B4-BE49-F238E27FC236}">
                <a16:creationId xmlns:a16="http://schemas.microsoft.com/office/drawing/2014/main" id="{E2663E72-D55B-5D66-8104-97D5C3DBADB7}"/>
              </a:ext>
            </a:extLst>
          </p:cNvPr>
          <p:cNvGraphicFramePr>
            <a:graphicFrameLocks noGrp="1"/>
          </p:cNvGraphicFramePr>
          <p:nvPr>
            <p:ph idx="1"/>
            <p:extLst>
              <p:ext uri="{D42A27DB-BD31-4B8C-83A1-F6EECF244321}">
                <p14:modId xmlns:p14="http://schemas.microsoft.com/office/powerpoint/2010/main" val="3381519914"/>
              </p:ext>
            </p:extLst>
          </p:nvPr>
        </p:nvGraphicFramePr>
        <p:xfrm>
          <a:off x="1116013" y="2478088"/>
          <a:ext cx="10167936" cy="3373120"/>
        </p:xfrm>
        <a:graphic>
          <a:graphicData uri="http://schemas.openxmlformats.org/drawingml/2006/table">
            <a:tbl>
              <a:tblPr firstRow="1" bandRow="1">
                <a:tableStyleId>{5C22544A-7EE6-4342-B048-85BDC9FD1C3A}</a:tableStyleId>
              </a:tblPr>
              <a:tblGrid>
                <a:gridCol w="983375">
                  <a:extLst>
                    <a:ext uri="{9D8B030D-6E8A-4147-A177-3AD203B41FA5}">
                      <a16:colId xmlns:a16="http://schemas.microsoft.com/office/drawing/2014/main" val="3237107414"/>
                    </a:ext>
                  </a:extLst>
                </a:gridCol>
                <a:gridCol w="1390261">
                  <a:extLst>
                    <a:ext uri="{9D8B030D-6E8A-4147-A177-3AD203B41FA5}">
                      <a16:colId xmlns:a16="http://schemas.microsoft.com/office/drawing/2014/main" val="3942119292"/>
                    </a:ext>
                  </a:extLst>
                </a:gridCol>
                <a:gridCol w="1439340">
                  <a:extLst>
                    <a:ext uri="{9D8B030D-6E8A-4147-A177-3AD203B41FA5}">
                      <a16:colId xmlns:a16="http://schemas.microsoft.com/office/drawing/2014/main" val="5500646"/>
                    </a:ext>
                  </a:extLst>
                </a:gridCol>
                <a:gridCol w="1387835">
                  <a:extLst>
                    <a:ext uri="{9D8B030D-6E8A-4147-A177-3AD203B41FA5}">
                      <a16:colId xmlns:a16="http://schemas.microsoft.com/office/drawing/2014/main" val="1031436439"/>
                    </a:ext>
                  </a:extLst>
                </a:gridCol>
                <a:gridCol w="1154149">
                  <a:extLst>
                    <a:ext uri="{9D8B030D-6E8A-4147-A177-3AD203B41FA5}">
                      <a16:colId xmlns:a16="http://schemas.microsoft.com/office/drawing/2014/main" val="1110409122"/>
                    </a:ext>
                  </a:extLst>
                </a:gridCol>
                <a:gridCol w="1270992">
                  <a:extLst>
                    <a:ext uri="{9D8B030D-6E8A-4147-A177-3AD203B41FA5}">
                      <a16:colId xmlns:a16="http://schemas.microsoft.com/office/drawing/2014/main" val="224171307"/>
                    </a:ext>
                  </a:extLst>
                </a:gridCol>
                <a:gridCol w="1270992">
                  <a:extLst>
                    <a:ext uri="{9D8B030D-6E8A-4147-A177-3AD203B41FA5}">
                      <a16:colId xmlns:a16="http://schemas.microsoft.com/office/drawing/2014/main" val="2771452668"/>
                    </a:ext>
                  </a:extLst>
                </a:gridCol>
                <a:gridCol w="1270992">
                  <a:extLst>
                    <a:ext uri="{9D8B030D-6E8A-4147-A177-3AD203B41FA5}">
                      <a16:colId xmlns:a16="http://schemas.microsoft.com/office/drawing/2014/main" val="3436451399"/>
                    </a:ext>
                  </a:extLst>
                </a:gridCol>
              </a:tblGrid>
              <a:tr h="370840">
                <a:tc>
                  <a:txBody>
                    <a:bodyPr/>
                    <a:lstStyle/>
                    <a:p>
                      <a:pPr algn="l" fontAlgn="b"/>
                      <a:endParaRPr lang="en-US" sz="1500" b="1" i="0" u="none" strike="noStrike" dirty="0">
                        <a:solidFill>
                          <a:srgbClr val="000000"/>
                        </a:solidFill>
                        <a:effectLst/>
                        <a:latin typeface="+mn-lt"/>
                      </a:endParaRPr>
                    </a:p>
                  </a:txBody>
                  <a:tcPr anchor="ctr"/>
                </a:tc>
                <a:tc>
                  <a:txBody>
                    <a:bodyPr/>
                    <a:lstStyle/>
                    <a:p>
                      <a:pPr algn="l" fontAlgn="b"/>
                      <a:r>
                        <a:rPr lang="en-US" sz="1500" b="1" i="0" u="none" strike="noStrike" dirty="0">
                          <a:solidFill>
                            <a:srgbClr val="000000"/>
                          </a:solidFill>
                          <a:effectLst/>
                          <a:latin typeface="+mn-lt"/>
                        </a:rPr>
                        <a:t>Apposition</a:t>
                      </a:r>
                    </a:p>
                  </a:txBody>
                  <a:tcPr anchor="ctr"/>
                </a:tc>
                <a:tc>
                  <a:txBody>
                    <a:bodyPr/>
                    <a:lstStyle/>
                    <a:p>
                      <a:pPr algn="l" fontAlgn="b"/>
                      <a:r>
                        <a:rPr lang="en-US" sz="1500" b="1" i="0" u="none" strike="noStrike" dirty="0">
                          <a:solidFill>
                            <a:srgbClr val="000000"/>
                          </a:solidFill>
                          <a:effectLst/>
                          <a:latin typeface="+mn-lt"/>
                        </a:rPr>
                        <a:t>Contrast/</a:t>
                      </a:r>
                      <a:br>
                        <a:rPr lang="en-US" sz="1500" b="1" i="0" u="none" strike="noStrike" dirty="0">
                          <a:solidFill>
                            <a:srgbClr val="000000"/>
                          </a:solidFill>
                          <a:effectLst/>
                          <a:latin typeface="+mn-lt"/>
                        </a:rPr>
                      </a:br>
                      <a:r>
                        <a:rPr lang="en-US" sz="1500" b="1" i="0" u="none" strike="noStrike" dirty="0">
                          <a:solidFill>
                            <a:srgbClr val="000000"/>
                          </a:solidFill>
                          <a:effectLst/>
                          <a:latin typeface="+mn-lt"/>
                        </a:rPr>
                        <a:t>Concession</a:t>
                      </a:r>
                    </a:p>
                  </a:txBody>
                  <a:tcPr anchor="ctr"/>
                </a:tc>
                <a:tc>
                  <a:txBody>
                    <a:bodyPr/>
                    <a:lstStyle/>
                    <a:p>
                      <a:pPr algn="l" fontAlgn="b"/>
                      <a:r>
                        <a:rPr lang="en-US" sz="1500" b="1" i="0" u="none" strike="noStrike" dirty="0">
                          <a:solidFill>
                            <a:srgbClr val="000000"/>
                          </a:solidFill>
                          <a:effectLst/>
                          <a:latin typeface="+mn-lt"/>
                        </a:rPr>
                        <a:t>Enumeration and </a:t>
                      </a:r>
                      <a:br>
                        <a:rPr lang="en-US" sz="1500" b="1" i="0" u="none" strike="noStrike" dirty="0">
                          <a:solidFill>
                            <a:srgbClr val="000000"/>
                          </a:solidFill>
                          <a:effectLst/>
                          <a:latin typeface="+mn-lt"/>
                        </a:rPr>
                      </a:br>
                      <a:r>
                        <a:rPr lang="en-US" sz="1500" b="1" i="0" u="none" strike="noStrike" dirty="0">
                          <a:solidFill>
                            <a:srgbClr val="000000"/>
                          </a:solidFill>
                          <a:effectLst/>
                          <a:latin typeface="+mn-lt"/>
                        </a:rPr>
                        <a:t>Addition</a:t>
                      </a:r>
                    </a:p>
                  </a:txBody>
                  <a:tcPr anchor="ctr"/>
                </a:tc>
                <a:tc>
                  <a:txBody>
                    <a:bodyPr/>
                    <a:lstStyle/>
                    <a:p>
                      <a:pPr algn="l" fontAlgn="b"/>
                      <a:r>
                        <a:rPr lang="en-US" sz="1500" b="1" i="0" u="none" strike="noStrike" dirty="0">
                          <a:solidFill>
                            <a:srgbClr val="000000"/>
                          </a:solidFill>
                          <a:effectLst/>
                          <a:latin typeface="+mn-lt"/>
                        </a:rPr>
                        <a:t>Result/</a:t>
                      </a:r>
                      <a:br>
                        <a:rPr lang="en-US" sz="1500" b="1" i="0" u="none" strike="noStrike" dirty="0">
                          <a:solidFill>
                            <a:srgbClr val="000000"/>
                          </a:solidFill>
                          <a:effectLst/>
                          <a:latin typeface="+mn-lt"/>
                        </a:rPr>
                      </a:br>
                      <a:r>
                        <a:rPr lang="en-US" sz="1500" b="1" i="0" u="none" strike="noStrike" dirty="0">
                          <a:solidFill>
                            <a:srgbClr val="000000"/>
                          </a:solidFill>
                          <a:effectLst/>
                          <a:latin typeface="+mn-lt"/>
                        </a:rPr>
                        <a:t>Inference</a:t>
                      </a:r>
                    </a:p>
                  </a:txBody>
                  <a:tcPr anchor="ctr"/>
                </a:tc>
                <a:tc>
                  <a:txBody>
                    <a:bodyPr/>
                    <a:lstStyle/>
                    <a:p>
                      <a:pPr algn="l" fontAlgn="b"/>
                      <a:r>
                        <a:rPr lang="en-US" sz="1500" b="1" i="0" u="none" strike="noStrike" dirty="0">
                          <a:solidFill>
                            <a:srgbClr val="000000"/>
                          </a:solidFill>
                          <a:effectLst/>
                          <a:latin typeface="+mn-lt"/>
                        </a:rPr>
                        <a:t>Summation</a:t>
                      </a:r>
                    </a:p>
                  </a:txBody>
                  <a:tcPr anchor="ctr"/>
                </a:tc>
                <a:tc>
                  <a:txBody>
                    <a:bodyPr/>
                    <a:lstStyle/>
                    <a:p>
                      <a:pPr algn="l" fontAlgn="b"/>
                      <a:r>
                        <a:rPr lang="en-US" sz="1500" b="1" i="0" u="none" strike="noStrike" dirty="0">
                          <a:solidFill>
                            <a:srgbClr val="000000"/>
                          </a:solidFill>
                          <a:effectLst/>
                          <a:latin typeface="+mn-lt"/>
                        </a:rPr>
                        <a:t>Transition</a:t>
                      </a:r>
                    </a:p>
                  </a:txBody>
                  <a:tcPr anchor="ctr"/>
                </a:tc>
                <a:tc>
                  <a:txBody>
                    <a:bodyPr/>
                    <a:lstStyle/>
                    <a:p>
                      <a:pPr algn="l" fontAlgn="b"/>
                      <a:r>
                        <a:rPr lang="en-US" sz="1500" b="1" i="0" u="none" strike="noStrike" dirty="0">
                          <a:solidFill>
                            <a:srgbClr val="000000"/>
                          </a:solidFill>
                          <a:effectLst/>
                          <a:latin typeface="+mn-lt"/>
                        </a:rPr>
                        <a:t> Total</a:t>
                      </a:r>
                    </a:p>
                  </a:txBody>
                  <a:tcPr anchor="ctr"/>
                </a:tc>
                <a:extLst>
                  <a:ext uri="{0D108BD9-81ED-4DB2-BD59-A6C34878D82A}">
                    <a16:rowId xmlns:a16="http://schemas.microsoft.com/office/drawing/2014/main" val="4016077168"/>
                  </a:ext>
                </a:extLst>
              </a:tr>
              <a:tr h="370840">
                <a:tc>
                  <a:txBody>
                    <a:bodyPr/>
                    <a:lstStyle/>
                    <a:p>
                      <a:pPr algn="l" fontAlgn="b"/>
                      <a:r>
                        <a:rPr lang="en-US" sz="1500" b="0" i="0" u="none" strike="noStrike">
                          <a:solidFill>
                            <a:srgbClr val="000000"/>
                          </a:solidFill>
                          <a:effectLst/>
                          <a:latin typeface="+mn-lt"/>
                        </a:rPr>
                        <a:t>ChatGPT</a:t>
                      </a:r>
                    </a:p>
                  </a:txBody>
                  <a:tcPr anchor="b"/>
                </a:tc>
                <a:tc>
                  <a:txBody>
                    <a:bodyPr/>
                    <a:lstStyle/>
                    <a:p>
                      <a:pPr algn="r" fontAlgn="b"/>
                      <a:r>
                        <a:rPr lang="en-US" sz="1500" b="0" i="0" u="none" strike="noStrike" dirty="0">
                          <a:solidFill>
                            <a:srgbClr val="000000"/>
                          </a:solidFill>
                          <a:effectLst/>
                          <a:latin typeface="+mn-lt"/>
                        </a:rPr>
                        <a:t>1.90</a:t>
                      </a:r>
                    </a:p>
                  </a:txBody>
                  <a:tcPr marL="7620" marR="7620" marT="7620" marB="0" anchor="b"/>
                </a:tc>
                <a:tc>
                  <a:txBody>
                    <a:bodyPr/>
                    <a:lstStyle/>
                    <a:p>
                      <a:pPr algn="r" fontAlgn="b"/>
                      <a:r>
                        <a:rPr lang="en-US" sz="1500" b="0" i="0" u="none" strike="noStrike" dirty="0">
                          <a:solidFill>
                            <a:srgbClr val="000000"/>
                          </a:solidFill>
                          <a:effectLst/>
                          <a:latin typeface="+mn-lt"/>
                        </a:rPr>
                        <a:t>2.98</a:t>
                      </a:r>
                    </a:p>
                  </a:txBody>
                  <a:tcPr marL="7620" marR="7620" marT="7620" marB="0" anchor="b"/>
                </a:tc>
                <a:tc>
                  <a:txBody>
                    <a:bodyPr/>
                    <a:lstStyle/>
                    <a:p>
                      <a:pPr algn="r" fontAlgn="b"/>
                      <a:r>
                        <a:rPr lang="en-US" sz="1500" b="0" i="0" u="none" strike="noStrike" dirty="0">
                          <a:solidFill>
                            <a:srgbClr val="000000"/>
                          </a:solidFill>
                          <a:effectLst/>
                          <a:latin typeface="+mn-lt"/>
                        </a:rPr>
                        <a:t>10.02</a:t>
                      </a:r>
                    </a:p>
                  </a:txBody>
                  <a:tcPr marL="7620" marR="7620" marT="7620" marB="0" anchor="b"/>
                </a:tc>
                <a:tc>
                  <a:txBody>
                    <a:bodyPr/>
                    <a:lstStyle/>
                    <a:p>
                      <a:pPr algn="r" fontAlgn="b"/>
                      <a:r>
                        <a:rPr lang="en-US" sz="1500" b="0" i="0" u="none" strike="noStrike" dirty="0">
                          <a:solidFill>
                            <a:srgbClr val="000000"/>
                          </a:solidFill>
                          <a:effectLst/>
                          <a:latin typeface="+mn-lt"/>
                        </a:rPr>
                        <a:t>2.44</a:t>
                      </a:r>
                    </a:p>
                  </a:txBody>
                  <a:tcPr marL="7620" marR="7620" marT="7620" marB="0" anchor="b"/>
                </a:tc>
                <a:tc>
                  <a:txBody>
                    <a:bodyPr/>
                    <a:lstStyle/>
                    <a:p>
                      <a:pPr algn="r" fontAlgn="b"/>
                      <a:r>
                        <a:rPr lang="en-US" sz="1500" b="0" i="0" u="none" strike="noStrike" dirty="0">
                          <a:solidFill>
                            <a:srgbClr val="000000"/>
                          </a:solidFill>
                          <a:effectLst/>
                          <a:latin typeface="+mn-lt"/>
                        </a:rPr>
                        <a:t>1.76</a:t>
                      </a:r>
                    </a:p>
                  </a:txBody>
                  <a:tcPr marL="7620" marR="7620" marT="7620" marB="0" anchor="b"/>
                </a:tc>
                <a:tc>
                  <a:txBody>
                    <a:bodyPr/>
                    <a:lstStyle/>
                    <a:p>
                      <a:pPr algn="r" fontAlgn="b"/>
                      <a:r>
                        <a:rPr lang="en-US" sz="1500" b="0" i="0" u="none" strike="noStrike" dirty="0">
                          <a:solidFill>
                            <a:srgbClr val="000000"/>
                          </a:solidFill>
                          <a:effectLst/>
                          <a:latin typeface="+mn-lt"/>
                        </a:rPr>
                        <a:t>0.14</a:t>
                      </a:r>
                    </a:p>
                  </a:txBody>
                  <a:tcPr marL="7620" marR="7620" marT="7620" marB="0" anchor="b"/>
                </a:tc>
                <a:tc>
                  <a:txBody>
                    <a:bodyPr/>
                    <a:lstStyle/>
                    <a:p>
                      <a:pPr algn="r" fontAlgn="b"/>
                      <a:r>
                        <a:rPr lang="en-US" sz="1500" b="1" i="0" u="none" strike="noStrike" dirty="0">
                          <a:solidFill>
                            <a:srgbClr val="000000"/>
                          </a:solidFill>
                          <a:effectLst/>
                          <a:latin typeface="+mn-lt"/>
                        </a:rPr>
                        <a:t>19.23</a:t>
                      </a:r>
                    </a:p>
                  </a:txBody>
                  <a:tcPr marL="7620" marR="7620" marT="7620" marB="0" anchor="b"/>
                </a:tc>
                <a:extLst>
                  <a:ext uri="{0D108BD9-81ED-4DB2-BD59-A6C34878D82A}">
                    <a16:rowId xmlns:a16="http://schemas.microsoft.com/office/drawing/2014/main" val="1262020483"/>
                  </a:ext>
                </a:extLst>
              </a:tr>
              <a:tr h="370840">
                <a:tc>
                  <a:txBody>
                    <a:bodyPr/>
                    <a:lstStyle/>
                    <a:p>
                      <a:pPr algn="l" fontAlgn="b"/>
                      <a:r>
                        <a:rPr lang="en-US" sz="1500" b="0" i="0" u="none" strike="noStrike">
                          <a:solidFill>
                            <a:srgbClr val="000000"/>
                          </a:solidFill>
                          <a:effectLst/>
                          <a:latin typeface="+mn-lt"/>
                        </a:rPr>
                        <a:t>Claude</a:t>
                      </a:r>
                    </a:p>
                  </a:txBody>
                  <a:tcPr anchor="b"/>
                </a:tc>
                <a:tc>
                  <a:txBody>
                    <a:bodyPr/>
                    <a:lstStyle/>
                    <a:p>
                      <a:pPr algn="r" fontAlgn="b"/>
                      <a:r>
                        <a:rPr lang="en-US" sz="1500" b="0" i="0" u="none" strike="noStrike" dirty="0">
                          <a:solidFill>
                            <a:srgbClr val="000000"/>
                          </a:solidFill>
                          <a:effectLst/>
                          <a:latin typeface="+mn-lt"/>
                        </a:rPr>
                        <a:t>1.02</a:t>
                      </a:r>
                    </a:p>
                  </a:txBody>
                  <a:tcPr marL="7620" marR="7620" marT="7620" marB="0" anchor="b"/>
                </a:tc>
                <a:tc>
                  <a:txBody>
                    <a:bodyPr/>
                    <a:lstStyle/>
                    <a:p>
                      <a:pPr algn="r" fontAlgn="b"/>
                      <a:r>
                        <a:rPr lang="en-US" sz="1500" b="0" i="0" u="none" strike="noStrike" dirty="0">
                          <a:solidFill>
                            <a:srgbClr val="000000"/>
                          </a:solidFill>
                          <a:effectLst/>
                          <a:latin typeface="+mn-lt"/>
                        </a:rPr>
                        <a:t>4.22</a:t>
                      </a:r>
                    </a:p>
                  </a:txBody>
                  <a:tcPr marL="7620" marR="7620" marT="7620" marB="0" anchor="b"/>
                </a:tc>
                <a:tc>
                  <a:txBody>
                    <a:bodyPr/>
                    <a:lstStyle/>
                    <a:p>
                      <a:pPr algn="r" fontAlgn="b"/>
                      <a:r>
                        <a:rPr lang="en-US" sz="1500" b="0" i="0" u="none" strike="noStrike" dirty="0">
                          <a:solidFill>
                            <a:srgbClr val="000000"/>
                          </a:solidFill>
                          <a:effectLst/>
                          <a:latin typeface="+mn-lt"/>
                        </a:rPr>
                        <a:t>6.83</a:t>
                      </a:r>
                    </a:p>
                  </a:txBody>
                  <a:tcPr marL="7620" marR="7620" marT="7620" marB="0" anchor="b"/>
                </a:tc>
                <a:tc>
                  <a:txBody>
                    <a:bodyPr/>
                    <a:lstStyle/>
                    <a:p>
                      <a:pPr algn="r" fontAlgn="b"/>
                      <a:r>
                        <a:rPr lang="en-US" sz="1500" b="0" i="0" u="none" strike="noStrike" dirty="0">
                          <a:solidFill>
                            <a:srgbClr val="000000"/>
                          </a:solidFill>
                          <a:effectLst/>
                          <a:latin typeface="+mn-lt"/>
                        </a:rPr>
                        <a:t>0.29</a:t>
                      </a:r>
                    </a:p>
                  </a:txBody>
                  <a:tcPr marL="7620" marR="7620" marT="7620" marB="0" anchor="b"/>
                </a:tc>
                <a:tc>
                  <a:txBody>
                    <a:bodyPr/>
                    <a:lstStyle/>
                    <a:p>
                      <a:pPr algn="r" fontAlgn="b"/>
                      <a:r>
                        <a:rPr lang="en-US" sz="1500" b="0" i="0" u="none" strike="noStrike" dirty="0">
                          <a:solidFill>
                            <a:srgbClr val="000000"/>
                          </a:solidFill>
                          <a:effectLst/>
                          <a:latin typeface="+mn-lt"/>
                        </a:rPr>
                        <a:t>1.74</a:t>
                      </a:r>
                    </a:p>
                  </a:txBody>
                  <a:tcPr marL="7620" marR="7620" marT="7620" marB="0" anchor="b"/>
                </a:tc>
                <a:tc>
                  <a:txBody>
                    <a:bodyPr/>
                    <a:lstStyle/>
                    <a:p>
                      <a:pPr algn="r" fontAlgn="b"/>
                      <a:r>
                        <a:rPr lang="en-US" sz="1500" b="0" i="0" u="none" strike="noStrike" dirty="0">
                          <a:solidFill>
                            <a:srgbClr val="000000"/>
                          </a:solidFill>
                          <a:effectLst/>
                          <a:latin typeface="+mn-lt"/>
                        </a:rPr>
                        <a:t>0.15</a:t>
                      </a:r>
                    </a:p>
                  </a:txBody>
                  <a:tcPr marL="7620" marR="7620" marT="7620" marB="0" anchor="b"/>
                </a:tc>
                <a:tc>
                  <a:txBody>
                    <a:bodyPr/>
                    <a:lstStyle/>
                    <a:p>
                      <a:pPr algn="r" fontAlgn="b"/>
                      <a:r>
                        <a:rPr lang="en-US" sz="1500" b="1" i="0" u="none" strike="noStrike" dirty="0">
                          <a:solidFill>
                            <a:srgbClr val="000000"/>
                          </a:solidFill>
                          <a:effectLst/>
                          <a:latin typeface="+mn-lt"/>
                        </a:rPr>
                        <a:t>14.25</a:t>
                      </a:r>
                    </a:p>
                  </a:txBody>
                  <a:tcPr marL="7620" marR="7620" marT="7620" marB="0" anchor="b"/>
                </a:tc>
                <a:extLst>
                  <a:ext uri="{0D108BD9-81ED-4DB2-BD59-A6C34878D82A}">
                    <a16:rowId xmlns:a16="http://schemas.microsoft.com/office/drawing/2014/main" val="3860409951"/>
                  </a:ext>
                </a:extLst>
              </a:tr>
              <a:tr h="370840">
                <a:tc>
                  <a:txBody>
                    <a:bodyPr/>
                    <a:lstStyle/>
                    <a:p>
                      <a:pPr algn="l" fontAlgn="b"/>
                      <a:r>
                        <a:rPr lang="en-US" sz="1500" b="0" i="0" u="none" strike="noStrike">
                          <a:solidFill>
                            <a:srgbClr val="000000"/>
                          </a:solidFill>
                          <a:effectLst/>
                          <a:latin typeface="+mn-lt"/>
                        </a:rPr>
                        <a:t>Gemini</a:t>
                      </a:r>
                    </a:p>
                  </a:txBody>
                  <a:tcPr anchor="b"/>
                </a:tc>
                <a:tc>
                  <a:txBody>
                    <a:bodyPr/>
                    <a:lstStyle/>
                    <a:p>
                      <a:pPr algn="r" fontAlgn="b"/>
                      <a:r>
                        <a:rPr lang="en-US" sz="1500" b="0" i="0" u="none" strike="noStrike" dirty="0">
                          <a:solidFill>
                            <a:srgbClr val="000000"/>
                          </a:solidFill>
                          <a:effectLst/>
                          <a:latin typeface="+mn-lt"/>
                        </a:rPr>
                        <a:t>0.40</a:t>
                      </a:r>
                    </a:p>
                  </a:txBody>
                  <a:tcPr marL="7620" marR="7620" marT="7620" marB="0" anchor="b"/>
                </a:tc>
                <a:tc>
                  <a:txBody>
                    <a:bodyPr/>
                    <a:lstStyle/>
                    <a:p>
                      <a:pPr algn="r" fontAlgn="b"/>
                      <a:r>
                        <a:rPr lang="en-US" sz="1500" b="0" i="0" u="none" strike="noStrike" dirty="0">
                          <a:solidFill>
                            <a:srgbClr val="000000"/>
                          </a:solidFill>
                          <a:effectLst/>
                          <a:latin typeface="+mn-lt"/>
                        </a:rPr>
                        <a:t>4.61</a:t>
                      </a:r>
                    </a:p>
                  </a:txBody>
                  <a:tcPr marL="7620" marR="7620" marT="7620" marB="0" anchor="b"/>
                </a:tc>
                <a:tc>
                  <a:txBody>
                    <a:bodyPr/>
                    <a:lstStyle/>
                    <a:p>
                      <a:pPr algn="r" fontAlgn="b"/>
                      <a:r>
                        <a:rPr lang="en-US" sz="1500" b="0" i="0" u="none" strike="noStrike" dirty="0">
                          <a:solidFill>
                            <a:srgbClr val="000000"/>
                          </a:solidFill>
                          <a:effectLst/>
                          <a:latin typeface="+mn-lt"/>
                        </a:rPr>
                        <a:t>5.62</a:t>
                      </a:r>
                    </a:p>
                  </a:txBody>
                  <a:tcPr marL="7620" marR="7620" marT="7620" marB="0" anchor="b"/>
                </a:tc>
                <a:tc>
                  <a:txBody>
                    <a:bodyPr/>
                    <a:lstStyle/>
                    <a:p>
                      <a:pPr algn="r" fontAlgn="b"/>
                      <a:r>
                        <a:rPr lang="en-US" sz="1500" b="0" i="0" u="none" strike="noStrike" dirty="0">
                          <a:solidFill>
                            <a:srgbClr val="000000"/>
                          </a:solidFill>
                          <a:effectLst/>
                          <a:latin typeface="+mn-lt"/>
                        </a:rPr>
                        <a:t>1.00</a:t>
                      </a:r>
                    </a:p>
                  </a:txBody>
                  <a:tcPr marL="7620" marR="7620" marT="7620" marB="0" anchor="b"/>
                </a:tc>
                <a:tc>
                  <a:txBody>
                    <a:bodyPr/>
                    <a:lstStyle/>
                    <a:p>
                      <a:pPr algn="r" fontAlgn="b"/>
                      <a:r>
                        <a:rPr lang="en-US" sz="1500" b="0" i="0" u="none" strike="noStrike" dirty="0">
                          <a:solidFill>
                            <a:srgbClr val="000000"/>
                          </a:solidFill>
                          <a:effectLst/>
                          <a:latin typeface="+mn-lt"/>
                        </a:rPr>
                        <a:t>1.20</a:t>
                      </a:r>
                    </a:p>
                  </a:txBody>
                  <a:tcPr marL="7620" marR="7620" marT="7620" marB="0" anchor="b"/>
                </a:tc>
                <a:tc>
                  <a:txBody>
                    <a:bodyPr/>
                    <a:lstStyle/>
                    <a:p>
                      <a:pPr algn="r" fontAlgn="b"/>
                      <a:r>
                        <a:rPr lang="en-US" sz="1500" b="0" i="0" u="none" strike="noStrike" dirty="0">
                          <a:solidFill>
                            <a:srgbClr val="000000"/>
                          </a:solidFill>
                          <a:effectLst/>
                          <a:latin typeface="+mn-lt"/>
                        </a:rPr>
                        <a:t>0.20</a:t>
                      </a:r>
                    </a:p>
                  </a:txBody>
                  <a:tcPr marL="7620" marR="7620" marT="7620" marB="0" anchor="b"/>
                </a:tc>
                <a:tc>
                  <a:txBody>
                    <a:bodyPr/>
                    <a:lstStyle/>
                    <a:p>
                      <a:pPr algn="r" fontAlgn="b"/>
                      <a:r>
                        <a:rPr lang="en-US" sz="1500" b="1" i="0" u="none" strike="noStrike" dirty="0">
                          <a:solidFill>
                            <a:srgbClr val="000000"/>
                          </a:solidFill>
                          <a:effectLst/>
                          <a:latin typeface="+mn-lt"/>
                        </a:rPr>
                        <a:t>13.04</a:t>
                      </a:r>
                    </a:p>
                  </a:txBody>
                  <a:tcPr marL="7620" marR="7620" marT="7620" marB="0" anchor="b"/>
                </a:tc>
                <a:extLst>
                  <a:ext uri="{0D108BD9-81ED-4DB2-BD59-A6C34878D82A}">
                    <a16:rowId xmlns:a16="http://schemas.microsoft.com/office/drawing/2014/main" val="2941963786"/>
                  </a:ext>
                </a:extLst>
              </a:tr>
              <a:tr h="370840">
                <a:tc>
                  <a:txBody>
                    <a:bodyPr/>
                    <a:lstStyle/>
                    <a:p>
                      <a:pPr algn="l" fontAlgn="b"/>
                      <a:r>
                        <a:rPr lang="en-US" sz="1500" b="0" i="0" u="none" strike="noStrike">
                          <a:solidFill>
                            <a:srgbClr val="000000"/>
                          </a:solidFill>
                          <a:effectLst/>
                          <a:latin typeface="+mn-lt"/>
                        </a:rPr>
                        <a:t>Gemma</a:t>
                      </a:r>
                    </a:p>
                  </a:txBody>
                  <a:tcPr anchor="b"/>
                </a:tc>
                <a:tc>
                  <a:txBody>
                    <a:bodyPr/>
                    <a:lstStyle/>
                    <a:p>
                      <a:pPr algn="r" fontAlgn="b"/>
                      <a:r>
                        <a:rPr lang="en-US" sz="1500" b="0" i="0" u="none" strike="noStrike" dirty="0">
                          <a:solidFill>
                            <a:srgbClr val="000000"/>
                          </a:solidFill>
                          <a:effectLst/>
                          <a:latin typeface="+mn-lt"/>
                        </a:rPr>
                        <a:t>0.81</a:t>
                      </a:r>
                    </a:p>
                  </a:txBody>
                  <a:tcPr marL="7620" marR="7620" marT="7620" marB="0" anchor="b"/>
                </a:tc>
                <a:tc>
                  <a:txBody>
                    <a:bodyPr/>
                    <a:lstStyle/>
                    <a:p>
                      <a:pPr algn="r" fontAlgn="b"/>
                      <a:r>
                        <a:rPr lang="en-US" sz="1500" b="0" i="0" u="none" strike="noStrike" dirty="0">
                          <a:solidFill>
                            <a:srgbClr val="000000"/>
                          </a:solidFill>
                          <a:effectLst/>
                          <a:latin typeface="+mn-lt"/>
                        </a:rPr>
                        <a:t>2.23</a:t>
                      </a:r>
                    </a:p>
                  </a:txBody>
                  <a:tcPr marL="7620" marR="7620" marT="7620" marB="0" anchor="b"/>
                </a:tc>
                <a:tc>
                  <a:txBody>
                    <a:bodyPr/>
                    <a:lstStyle/>
                    <a:p>
                      <a:pPr algn="r" fontAlgn="b"/>
                      <a:r>
                        <a:rPr lang="en-US" sz="1500" b="0" i="0" u="none" strike="noStrike" dirty="0">
                          <a:solidFill>
                            <a:srgbClr val="000000"/>
                          </a:solidFill>
                          <a:effectLst/>
                          <a:latin typeface="+mn-lt"/>
                        </a:rPr>
                        <a:t>5.69</a:t>
                      </a:r>
                    </a:p>
                  </a:txBody>
                  <a:tcPr marL="7620" marR="7620" marT="7620" marB="0" anchor="b"/>
                </a:tc>
                <a:tc>
                  <a:txBody>
                    <a:bodyPr/>
                    <a:lstStyle/>
                    <a:p>
                      <a:pPr algn="r" fontAlgn="b"/>
                      <a:r>
                        <a:rPr lang="en-US" sz="1500" b="0" i="0" u="none" strike="noStrike" dirty="0">
                          <a:solidFill>
                            <a:srgbClr val="000000"/>
                          </a:solidFill>
                          <a:effectLst/>
                          <a:latin typeface="+mn-lt"/>
                        </a:rPr>
                        <a:t>0.41</a:t>
                      </a:r>
                    </a:p>
                  </a:txBody>
                  <a:tcPr marL="7620" marR="7620" marT="7620" marB="0" anchor="b"/>
                </a:tc>
                <a:tc>
                  <a:txBody>
                    <a:bodyPr/>
                    <a:lstStyle/>
                    <a:p>
                      <a:pPr algn="r" fontAlgn="b"/>
                      <a:r>
                        <a:rPr lang="en-US" sz="1500" b="0" i="0" u="none" strike="noStrike" dirty="0">
                          <a:solidFill>
                            <a:srgbClr val="000000"/>
                          </a:solidFill>
                          <a:effectLst/>
                          <a:latin typeface="+mn-lt"/>
                        </a:rPr>
                        <a:t>1.42</a:t>
                      </a:r>
                    </a:p>
                  </a:txBody>
                  <a:tcPr marL="7620" marR="7620" marT="7620" marB="0" anchor="b"/>
                </a:tc>
                <a:tc>
                  <a:txBody>
                    <a:bodyPr/>
                    <a:lstStyle/>
                    <a:p>
                      <a:pPr algn="r" fontAlgn="b"/>
                      <a:r>
                        <a:rPr lang="en-US" sz="1500" b="0" i="0" u="none" strike="noStrike" dirty="0">
                          <a:solidFill>
                            <a:srgbClr val="000000"/>
                          </a:solidFill>
                          <a:effectLst/>
                          <a:latin typeface="+mn-lt"/>
                        </a:rPr>
                        <a:t>0.00</a:t>
                      </a:r>
                    </a:p>
                  </a:txBody>
                  <a:tcPr marL="7620" marR="7620" marT="7620" marB="0" anchor="b"/>
                </a:tc>
                <a:tc>
                  <a:txBody>
                    <a:bodyPr/>
                    <a:lstStyle/>
                    <a:p>
                      <a:pPr algn="r" fontAlgn="b"/>
                      <a:r>
                        <a:rPr lang="en-US" sz="1500" b="1" i="0" u="none" strike="noStrike" dirty="0">
                          <a:solidFill>
                            <a:srgbClr val="000000"/>
                          </a:solidFill>
                          <a:effectLst/>
                          <a:latin typeface="+mn-lt"/>
                        </a:rPr>
                        <a:t>10.56</a:t>
                      </a:r>
                    </a:p>
                  </a:txBody>
                  <a:tcPr marL="7620" marR="7620" marT="7620" marB="0" anchor="b"/>
                </a:tc>
                <a:extLst>
                  <a:ext uri="{0D108BD9-81ED-4DB2-BD59-A6C34878D82A}">
                    <a16:rowId xmlns:a16="http://schemas.microsoft.com/office/drawing/2014/main" val="4047631098"/>
                  </a:ext>
                </a:extLst>
              </a:tr>
              <a:tr h="370840">
                <a:tc>
                  <a:txBody>
                    <a:bodyPr/>
                    <a:lstStyle/>
                    <a:p>
                      <a:pPr algn="l" fontAlgn="b"/>
                      <a:r>
                        <a:rPr lang="en-US" sz="1500" b="0" i="0" u="none" strike="noStrike">
                          <a:solidFill>
                            <a:srgbClr val="000000"/>
                          </a:solidFill>
                          <a:effectLst/>
                          <a:latin typeface="+mn-lt"/>
                        </a:rPr>
                        <a:t>Llama</a:t>
                      </a:r>
                    </a:p>
                  </a:txBody>
                  <a:tcPr anchor="b"/>
                </a:tc>
                <a:tc>
                  <a:txBody>
                    <a:bodyPr/>
                    <a:lstStyle/>
                    <a:p>
                      <a:pPr algn="r" fontAlgn="b"/>
                      <a:r>
                        <a:rPr lang="en-US" sz="1500" b="0" i="0" u="none" strike="noStrike" dirty="0">
                          <a:solidFill>
                            <a:srgbClr val="000000"/>
                          </a:solidFill>
                          <a:effectLst/>
                          <a:latin typeface="+mn-lt"/>
                        </a:rPr>
                        <a:t>1.99</a:t>
                      </a:r>
                    </a:p>
                  </a:txBody>
                  <a:tcPr marL="7620" marR="7620" marT="7620" marB="0" anchor="b"/>
                </a:tc>
                <a:tc>
                  <a:txBody>
                    <a:bodyPr/>
                    <a:lstStyle/>
                    <a:p>
                      <a:pPr algn="r" fontAlgn="b"/>
                      <a:r>
                        <a:rPr lang="en-US" sz="1500" b="0" i="0" u="none" strike="noStrike" dirty="0">
                          <a:solidFill>
                            <a:srgbClr val="000000"/>
                          </a:solidFill>
                          <a:effectLst/>
                          <a:latin typeface="+mn-lt"/>
                        </a:rPr>
                        <a:t>3.49</a:t>
                      </a:r>
                    </a:p>
                  </a:txBody>
                  <a:tcPr marL="7620" marR="7620" marT="7620" marB="0" anchor="b"/>
                </a:tc>
                <a:tc>
                  <a:txBody>
                    <a:bodyPr/>
                    <a:lstStyle/>
                    <a:p>
                      <a:pPr algn="r" fontAlgn="b"/>
                      <a:r>
                        <a:rPr lang="en-US" sz="1500" b="0" i="0" u="none" strike="noStrike" dirty="0">
                          <a:solidFill>
                            <a:srgbClr val="000000"/>
                          </a:solidFill>
                          <a:effectLst/>
                          <a:latin typeface="+mn-lt"/>
                        </a:rPr>
                        <a:t>11.30</a:t>
                      </a:r>
                    </a:p>
                  </a:txBody>
                  <a:tcPr marL="7620" marR="7620" marT="7620" marB="0" anchor="b"/>
                </a:tc>
                <a:tc>
                  <a:txBody>
                    <a:bodyPr/>
                    <a:lstStyle/>
                    <a:p>
                      <a:pPr algn="r" fontAlgn="b"/>
                      <a:r>
                        <a:rPr lang="en-US" sz="1500" b="0" i="0" u="none" strike="noStrike" dirty="0">
                          <a:solidFill>
                            <a:srgbClr val="000000"/>
                          </a:solidFill>
                          <a:effectLst/>
                          <a:latin typeface="+mn-lt"/>
                        </a:rPr>
                        <a:t>0.83</a:t>
                      </a:r>
                    </a:p>
                  </a:txBody>
                  <a:tcPr marL="7620" marR="7620" marT="7620" marB="0" anchor="b"/>
                </a:tc>
                <a:tc>
                  <a:txBody>
                    <a:bodyPr/>
                    <a:lstStyle/>
                    <a:p>
                      <a:pPr algn="r" fontAlgn="b"/>
                      <a:r>
                        <a:rPr lang="en-US" sz="1500" b="0" i="0" u="none" strike="noStrike" dirty="0">
                          <a:solidFill>
                            <a:srgbClr val="000000"/>
                          </a:solidFill>
                          <a:effectLst/>
                          <a:latin typeface="+mn-lt"/>
                        </a:rPr>
                        <a:t>2.16</a:t>
                      </a:r>
                    </a:p>
                  </a:txBody>
                  <a:tcPr marL="7620" marR="7620" marT="7620" marB="0" anchor="b"/>
                </a:tc>
                <a:tc>
                  <a:txBody>
                    <a:bodyPr/>
                    <a:lstStyle/>
                    <a:p>
                      <a:pPr algn="r" fontAlgn="b"/>
                      <a:r>
                        <a:rPr lang="en-US" sz="1500" b="0" i="0" u="none" strike="noStrike" dirty="0">
                          <a:solidFill>
                            <a:srgbClr val="000000"/>
                          </a:solidFill>
                          <a:effectLst/>
                          <a:latin typeface="+mn-lt"/>
                        </a:rPr>
                        <a:t>0.00</a:t>
                      </a:r>
                    </a:p>
                  </a:txBody>
                  <a:tcPr marL="7620" marR="7620" marT="7620" marB="0" anchor="b"/>
                </a:tc>
                <a:tc>
                  <a:txBody>
                    <a:bodyPr/>
                    <a:lstStyle/>
                    <a:p>
                      <a:pPr algn="r" fontAlgn="b"/>
                      <a:r>
                        <a:rPr lang="en-US" sz="1500" b="1" i="0" u="none" strike="noStrike" dirty="0">
                          <a:solidFill>
                            <a:srgbClr val="000000"/>
                          </a:solidFill>
                          <a:effectLst/>
                          <a:latin typeface="+mn-lt"/>
                        </a:rPr>
                        <a:t>19.77</a:t>
                      </a:r>
                    </a:p>
                  </a:txBody>
                  <a:tcPr marL="7620" marR="7620" marT="7620" marB="0" anchor="b"/>
                </a:tc>
                <a:extLst>
                  <a:ext uri="{0D108BD9-81ED-4DB2-BD59-A6C34878D82A}">
                    <a16:rowId xmlns:a16="http://schemas.microsoft.com/office/drawing/2014/main" val="1415026905"/>
                  </a:ext>
                </a:extLst>
              </a:tr>
              <a:tr h="370840">
                <a:tc>
                  <a:txBody>
                    <a:bodyPr/>
                    <a:lstStyle/>
                    <a:p>
                      <a:pPr algn="l" fontAlgn="b"/>
                      <a:r>
                        <a:rPr lang="en-US" sz="1500" b="0" i="0" u="none" strike="noStrike">
                          <a:solidFill>
                            <a:srgbClr val="000000"/>
                          </a:solidFill>
                          <a:effectLst/>
                          <a:latin typeface="+mn-lt"/>
                        </a:rPr>
                        <a:t>Mistral</a:t>
                      </a:r>
                    </a:p>
                  </a:txBody>
                  <a:tcPr anchor="b"/>
                </a:tc>
                <a:tc>
                  <a:txBody>
                    <a:bodyPr/>
                    <a:lstStyle/>
                    <a:p>
                      <a:pPr algn="r" fontAlgn="b"/>
                      <a:r>
                        <a:rPr lang="en-US" sz="1500" b="0" i="0" u="none" strike="noStrike" dirty="0">
                          <a:solidFill>
                            <a:srgbClr val="000000"/>
                          </a:solidFill>
                          <a:effectLst/>
                          <a:latin typeface="+mn-lt"/>
                        </a:rPr>
                        <a:t>3.23</a:t>
                      </a:r>
                    </a:p>
                  </a:txBody>
                  <a:tcPr marL="7620" marR="7620" marT="7620" marB="0" anchor="b"/>
                </a:tc>
                <a:tc>
                  <a:txBody>
                    <a:bodyPr/>
                    <a:lstStyle/>
                    <a:p>
                      <a:pPr algn="r" fontAlgn="b"/>
                      <a:r>
                        <a:rPr lang="en-US" sz="1500" b="0" i="0" u="none" strike="noStrike" dirty="0">
                          <a:solidFill>
                            <a:srgbClr val="000000"/>
                          </a:solidFill>
                          <a:effectLst/>
                          <a:latin typeface="+mn-lt"/>
                        </a:rPr>
                        <a:t>2.62</a:t>
                      </a:r>
                    </a:p>
                  </a:txBody>
                  <a:tcPr marL="7620" marR="7620" marT="7620" marB="0" anchor="b"/>
                </a:tc>
                <a:tc>
                  <a:txBody>
                    <a:bodyPr/>
                    <a:lstStyle/>
                    <a:p>
                      <a:pPr algn="r" fontAlgn="b"/>
                      <a:r>
                        <a:rPr lang="en-US" sz="1500" b="0" i="0" u="none" strike="noStrike" dirty="0">
                          <a:solidFill>
                            <a:srgbClr val="000000"/>
                          </a:solidFill>
                          <a:effectLst/>
                          <a:latin typeface="+mn-lt"/>
                        </a:rPr>
                        <a:t>9.85</a:t>
                      </a:r>
                    </a:p>
                  </a:txBody>
                  <a:tcPr marL="7620" marR="7620" marT="7620" marB="0" anchor="b"/>
                </a:tc>
                <a:tc>
                  <a:txBody>
                    <a:bodyPr/>
                    <a:lstStyle/>
                    <a:p>
                      <a:pPr algn="r" fontAlgn="b"/>
                      <a:r>
                        <a:rPr lang="en-US" sz="1500" b="0" i="0" u="none" strike="noStrike" dirty="0">
                          <a:solidFill>
                            <a:srgbClr val="000000"/>
                          </a:solidFill>
                          <a:effectLst/>
                          <a:latin typeface="+mn-lt"/>
                        </a:rPr>
                        <a:t>1.39</a:t>
                      </a:r>
                    </a:p>
                  </a:txBody>
                  <a:tcPr marL="7620" marR="7620" marT="7620" marB="0" anchor="b"/>
                </a:tc>
                <a:tc>
                  <a:txBody>
                    <a:bodyPr/>
                    <a:lstStyle/>
                    <a:p>
                      <a:pPr algn="r" fontAlgn="b"/>
                      <a:r>
                        <a:rPr lang="en-US" sz="1500" b="0" i="0" u="none" strike="noStrike" dirty="0">
                          <a:solidFill>
                            <a:srgbClr val="000000"/>
                          </a:solidFill>
                          <a:effectLst/>
                          <a:latin typeface="+mn-lt"/>
                        </a:rPr>
                        <a:t>2.00</a:t>
                      </a:r>
                    </a:p>
                  </a:txBody>
                  <a:tcPr marL="7620" marR="7620" marT="7620" marB="0" anchor="b"/>
                </a:tc>
                <a:tc>
                  <a:txBody>
                    <a:bodyPr/>
                    <a:lstStyle/>
                    <a:p>
                      <a:pPr algn="r" fontAlgn="b"/>
                      <a:r>
                        <a:rPr lang="en-US" sz="1500" b="0" i="0" u="none" strike="noStrike" dirty="0">
                          <a:solidFill>
                            <a:srgbClr val="000000"/>
                          </a:solidFill>
                          <a:effectLst/>
                          <a:latin typeface="+mn-lt"/>
                        </a:rPr>
                        <a:t>0.00</a:t>
                      </a:r>
                    </a:p>
                  </a:txBody>
                  <a:tcPr marL="7620" marR="7620" marT="7620" marB="0" anchor="b"/>
                </a:tc>
                <a:tc>
                  <a:txBody>
                    <a:bodyPr/>
                    <a:lstStyle/>
                    <a:p>
                      <a:pPr algn="r" fontAlgn="b"/>
                      <a:r>
                        <a:rPr lang="en-US" sz="1500" b="1" i="0" u="none" strike="noStrike" dirty="0">
                          <a:solidFill>
                            <a:srgbClr val="000000"/>
                          </a:solidFill>
                          <a:effectLst/>
                          <a:latin typeface="+mn-lt"/>
                        </a:rPr>
                        <a:t>19.09</a:t>
                      </a:r>
                    </a:p>
                  </a:txBody>
                  <a:tcPr marL="7620" marR="7620" marT="7620" marB="0" anchor="b"/>
                </a:tc>
                <a:extLst>
                  <a:ext uri="{0D108BD9-81ED-4DB2-BD59-A6C34878D82A}">
                    <a16:rowId xmlns:a16="http://schemas.microsoft.com/office/drawing/2014/main" val="308534565"/>
                  </a:ext>
                </a:extLst>
              </a:tr>
              <a:tr h="370840">
                <a:tc>
                  <a:txBody>
                    <a:bodyPr/>
                    <a:lstStyle/>
                    <a:p>
                      <a:pPr algn="l" fontAlgn="b"/>
                      <a:r>
                        <a:rPr lang="en-US" sz="1500" b="0" i="0" u="none" strike="noStrike">
                          <a:solidFill>
                            <a:srgbClr val="000000"/>
                          </a:solidFill>
                          <a:effectLst/>
                          <a:latin typeface="+mn-lt"/>
                        </a:rPr>
                        <a:t>Student</a:t>
                      </a:r>
                    </a:p>
                  </a:txBody>
                  <a:tcPr anchor="b"/>
                </a:tc>
                <a:tc>
                  <a:txBody>
                    <a:bodyPr/>
                    <a:lstStyle/>
                    <a:p>
                      <a:pPr algn="r" fontAlgn="b"/>
                      <a:r>
                        <a:rPr lang="en-US" sz="1500" b="0" i="0" u="none" strike="noStrike" dirty="0">
                          <a:solidFill>
                            <a:srgbClr val="000000"/>
                          </a:solidFill>
                          <a:effectLst/>
                          <a:latin typeface="+mn-lt"/>
                        </a:rPr>
                        <a:t>0.83</a:t>
                      </a:r>
                    </a:p>
                  </a:txBody>
                  <a:tcPr marL="7620" marR="7620" marT="7620" marB="0" anchor="b"/>
                </a:tc>
                <a:tc>
                  <a:txBody>
                    <a:bodyPr/>
                    <a:lstStyle/>
                    <a:p>
                      <a:pPr algn="r" fontAlgn="b"/>
                      <a:r>
                        <a:rPr lang="en-US" sz="1500" b="0" i="0" u="none" strike="noStrike" dirty="0">
                          <a:solidFill>
                            <a:srgbClr val="000000"/>
                          </a:solidFill>
                          <a:effectLst/>
                          <a:latin typeface="+mn-lt"/>
                        </a:rPr>
                        <a:t>3.13</a:t>
                      </a:r>
                    </a:p>
                  </a:txBody>
                  <a:tcPr marL="7620" marR="7620" marT="7620" marB="0" anchor="b"/>
                </a:tc>
                <a:tc>
                  <a:txBody>
                    <a:bodyPr/>
                    <a:lstStyle/>
                    <a:p>
                      <a:pPr algn="r" fontAlgn="b"/>
                      <a:r>
                        <a:rPr lang="en-US" sz="1500" b="0" i="0" u="none" strike="noStrike" dirty="0">
                          <a:solidFill>
                            <a:srgbClr val="000000"/>
                          </a:solidFill>
                          <a:effectLst/>
                          <a:latin typeface="+mn-lt"/>
                        </a:rPr>
                        <a:t>5.72</a:t>
                      </a:r>
                    </a:p>
                  </a:txBody>
                  <a:tcPr marL="7620" marR="7620" marT="7620" marB="0" anchor="b"/>
                </a:tc>
                <a:tc>
                  <a:txBody>
                    <a:bodyPr/>
                    <a:lstStyle/>
                    <a:p>
                      <a:pPr algn="r" fontAlgn="b"/>
                      <a:r>
                        <a:rPr lang="en-US" sz="1500" b="0" i="0" u="none" strike="noStrike" dirty="0">
                          <a:solidFill>
                            <a:srgbClr val="000000"/>
                          </a:solidFill>
                          <a:effectLst/>
                          <a:latin typeface="+mn-lt"/>
                        </a:rPr>
                        <a:t>3.64</a:t>
                      </a:r>
                    </a:p>
                  </a:txBody>
                  <a:tcPr marL="7620" marR="7620" marT="7620" marB="0" anchor="b"/>
                </a:tc>
                <a:tc>
                  <a:txBody>
                    <a:bodyPr/>
                    <a:lstStyle/>
                    <a:p>
                      <a:pPr algn="r" fontAlgn="b"/>
                      <a:r>
                        <a:rPr lang="en-US" sz="1500" b="0" i="0" u="none" strike="noStrike" dirty="0">
                          <a:solidFill>
                            <a:srgbClr val="000000"/>
                          </a:solidFill>
                          <a:effectLst/>
                          <a:latin typeface="+mn-lt"/>
                        </a:rPr>
                        <a:t>0.81</a:t>
                      </a:r>
                    </a:p>
                  </a:txBody>
                  <a:tcPr marL="7620" marR="7620" marT="7620" marB="0" anchor="b"/>
                </a:tc>
                <a:tc>
                  <a:txBody>
                    <a:bodyPr/>
                    <a:lstStyle/>
                    <a:p>
                      <a:pPr algn="r" fontAlgn="b"/>
                      <a:r>
                        <a:rPr lang="en-US" sz="1500" b="0" i="0" u="none" strike="noStrike" dirty="0">
                          <a:solidFill>
                            <a:srgbClr val="000000"/>
                          </a:solidFill>
                          <a:effectLst/>
                          <a:latin typeface="+mn-lt"/>
                        </a:rPr>
                        <a:t>0.14</a:t>
                      </a:r>
                    </a:p>
                  </a:txBody>
                  <a:tcPr marL="7620" marR="7620" marT="7620" marB="0" anchor="b"/>
                </a:tc>
                <a:tc>
                  <a:txBody>
                    <a:bodyPr/>
                    <a:lstStyle/>
                    <a:p>
                      <a:pPr algn="r" fontAlgn="b"/>
                      <a:r>
                        <a:rPr lang="en-US" sz="1500" b="1" i="0" u="none" strike="noStrike" dirty="0">
                          <a:solidFill>
                            <a:srgbClr val="000000"/>
                          </a:solidFill>
                          <a:effectLst/>
                          <a:latin typeface="+mn-lt"/>
                        </a:rPr>
                        <a:t>14.26</a:t>
                      </a:r>
                    </a:p>
                  </a:txBody>
                  <a:tcPr marL="7620" marR="7620" marT="7620" marB="0" anchor="b"/>
                </a:tc>
                <a:extLst>
                  <a:ext uri="{0D108BD9-81ED-4DB2-BD59-A6C34878D82A}">
                    <a16:rowId xmlns:a16="http://schemas.microsoft.com/office/drawing/2014/main" val="2611196515"/>
                  </a:ext>
                </a:extLst>
              </a:tr>
            </a:tbl>
          </a:graphicData>
        </a:graphic>
      </p:graphicFrame>
      <p:sp>
        <p:nvSpPr>
          <p:cNvPr id="4" name="Slide Number Placeholder 3">
            <a:extLst>
              <a:ext uri="{FF2B5EF4-FFF2-40B4-BE49-F238E27FC236}">
                <a16:creationId xmlns:a16="http://schemas.microsoft.com/office/drawing/2014/main" id="{42C7D743-1BE4-7609-65CA-FDF1318A8F30}"/>
              </a:ext>
            </a:extLst>
          </p:cNvPr>
          <p:cNvSpPr>
            <a:spLocks noGrp="1"/>
          </p:cNvSpPr>
          <p:nvPr>
            <p:ph type="sldNum" sz="quarter" idx="12"/>
          </p:nvPr>
        </p:nvSpPr>
        <p:spPr/>
        <p:txBody>
          <a:bodyPr/>
          <a:lstStyle/>
          <a:p>
            <a:fld id="{A65A5C87-DF58-40C8-B092-1DE63DB4547E}" type="slidenum">
              <a:rPr lang="en-US" smtClean="0"/>
              <a:t>45</a:t>
            </a:fld>
            <a:endParaRPr lang="en-US" dirty="0"/>
          </a:p>
        </p:txBody>
      </p:sp>
      <p:sp>
        <p:nvSpPr>
          <p:cNvPr id="3" name="TextBox 2">
            <a:extLst>
              <a:ext uri="{FF2B5EF4-FFF2-40B4-BE49-F238E27FC236}">
                <a16:creationId xmlns:a16="http://schemas.microsoft.com/office/drawing/2014/main" id="{D6D94657-1DC5-2245-36CC-E0167B349483}"/>
              </a:ext>
            </a:extLst>
          </p:cNvPr>
          <p:cNvSpPr txBox="1"/>
          <p:nvPr/>
        </p:nvSpPr>
        <p:spPr>
          <a:xfrm>
            <a:off x="7708422" y="5987018"/>
            <a:ext cx="3575274" cy="369332"/>
          </a:xfrm>
          <a:prstGeom prst="rect">
            <a:avLst/>
          </a:prstGeom>
          <a:noFill/>
        </p:spPr>
        <p:txBody>
          <a:bodyPr wrap="none" rtlCol="0">
            <a:spAutoFit/>
          </a:bodyPr>
          <a:lstStyle/>
          <a:p>
            <a:r>
              <a:rPr lang="en-US" dirty="0"/>
              <a:t>Frequencies are per 1000 words</a:t>
            </a:r>
          </a:p>
        </p:txBody>
      </p:sp>
    </p:spTree>
    <p:extLst>
      <p:ext uri="{BB962C8B-B14F-4D97-AF65-F5344CB8AC3E}">
        <p14:creationId xmlns:p14="http://schemas.microsoft.com/office/powerpoint/2010/main" val="28245009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6" name="Rectangle 75">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8" name="Rectangle 77">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304294-B25F-3CE9-5680-F220890FD351}"/>
              </a:ext>
            </a:extLst>
          </p:cNvPr>
          <p:cNvSpPr>
            <a:spLocks noGrp="1"/>
          </p:cNvSpPr>
          <p:nvPr>
            <p:ph type="title"/>
          </p:nvPr>
        </p:nvSpPr>
        <p:spPr>
          <a:xfrm>
            <a:off x="411480" y="991443"/>
            <a:ext cx="4443154" cy="1087819"/>
          </a:xfrm>
        </p:spPr>
        <p:txBody>
          <a:bodyPr vert="horz" lIns="91440" tIns="45720" rIns="91440" bIns="45720" rtlCol="0" anchor="b">
            <a:normAutofit/>
          </a:bodyPr>
          <a:lstStyle/>
          <a:p>
            <a:pPr>
              <a:lnSpc>
                <a:spcPct val="90000"/>
              </a:lnSpc>
            </a:pPr>
            <a:r>
              <a:rPr lang="en-US" sz="2400"/>
              <a:t>Occurrences and frequencies of linking adverbials</a:t>
            </a:r>
          </a:p>
        </p:txBody>
      </p:sp>
      <p:sp>
        <p:nvSpPr>
          <p:cNvPr id="79" name="Rectangle 78">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53E271B-F2F8-467B-0F2D-E3F4836B5E1A}"/>
                  </a:ext>
                </a:extLst>
              </p:cNvPr>
              <p:cNvSpPr>
                <a:spLocks noGrp="1"/>
              </p:cNvSpPr>
              <p:nvPr>
                <p:ph type="body" sz="half" idx="2"/>
              </p:nvPr>
            </p:nvSpPr>
            <p:spPr>
              <a:xfrm>
                <a:off x="411480" y="2684095"/>
                <a:ext cx="4443154" cy="3492868"/>
              </a:xfrm>
            </p:spPr>
            <p:txBody>
              <a:bodyPr vert="horz" lIns="91440" tIns="45720" rIns="91440" bIns="45720" rtlCol="0">
                <a:normAutofit/>
              </a:bodyPr>
              <a:lstStyle/>
              <a:p>
                <a:r>
                  <a:rPr lang="en-US" sz="1700" dirty="0"/>
                  <a:t>The number of adverbials in essays by students is higher, but linking adverbials are used more frequently by LLMs.</a:t>
                </a:r>
              </a:p>
              <a:p>
                <a:r>
                  <a:rPr lang="en-US" sz="1700" dirty="0"/>
                  <a:t>Here the frequency is computed as </a:t>
                </a:r>
              </a:p>
              <a:p>
                <a:pPr/>
                <a14:m>
                  <m:oMathPara xmlns:m="http://schemas.openxmlformats.org/officeDocument/2006/math">
                    <m:oMathParaPr>
                      <m:jc m:val="centerGroup"/>
                    </m:oMathParaPr>
                    <m:oMath xmlns:m="http://schemas.openxmlformats.org/officeDocument/2006/math">
                      <m:f>
                        <m:fPr>
                          <m:ctrlPr>
                            <a:rPr lang="en-US" sz="1700" b="0" i="1" smtClean="0">
                              <a:latin typeface="Cambria Math" panose="02040503050406030204" pitchFamily="18" charset="0"/>
                            </a:rPr>
                          </m:ctrlPr>
                        </m:fPr>
                        <m:num>
                          <m:r>
                            <a:rPr lang="en-US" sz="1700" b="0" i="1" smtClean="0">
                              <a:latin typeface="Cambria Math" panose="02040503050406030204" pitchFamily="18" charset="0"/>
                            </a:rPr>
                            <m:t>𝑁𝑢𝑚𝑏𝑒𝑟</m:t>
                          </m:r>
                          <m:r>
                            <a:rPr lang="en-US" sz="1700" b="0" i="1" smtClean="0">
                              <a:latin typeface="Cambria Math" panose="02040503050406030204" pitchFamily="18" charset="0"/>
                            </a:rPr>
                            <m:t> </m:t>
                          </m:r>
                          <m:r>
                            <a:rPr lang="en-US" sz="1700" b="0" i="1" smtClean="0">
                              <a:latin typeface="Cambria Math" panose="02040503050406030204" pitchFamily="18" charset="0"/>
                            </a:rPr>
                            <m:t>𝑜𝑓</m:t>
                          </m:r>
                          <m:r>
                            <a:rPr lang="en-US" sz="1700" b="0" i="1" smtClean="0">
                              <a:latin typeface="Cambria Math" panose="02040503050406030204" pitchFamily="18" charset="0"/>
                            </a:rPr>
                            <m:t> </m:t>
                          </m:r>
                          <m:r>
                            <a:rPr lang="en-US" sz="1700" b="0" i="1" smtClean="0">
                              <a:latin typeface="Cambria Math" panose="02040503050406030204" pitchFamily="18" charset="0"/>
                            </a:rPr>
                            <m:t>𝐴𝑑𝑣𝑒𝑟𝑏𝑖𝑎𝑙𝑠</m:t>
                          </m:r>
                        </m:num>
                        <m:den>
                          <m:r>
                            <a:rPr lang="en-US" sz="1700" b="0" i="1" smtClean="0">
                              <a:latin typeface="Cambria Math" panose="02040503050406030204" pitchFamily="18" charset="0"/>
                            </a:rPr>
                            <m:t>𝑁𝑢𝑚𝑏𝑒𝑟</m:t>
                          </m:r>
                          <m:r>
                            <a:rPr lang="en-US" sz="1700" b="0" i="1" smtClean="0">
                              <a:latin typeface="Cambria Math" panose="02040503050406030204" pitchFamily="18" charset="0"/>
                            </a:rPr>
                            <m:t> </m:t>
                          </m:r>
                          <m:r>
                            <a:rPr lang="en-US" sz="1700" b="0" i="1" smtClean="0">
                              <a:latin typeface="Cambria Math" panose="02040503050406030204" pitchFamily="18" charset="0"/>
                            </a:rPr>
                            <m:t>𝑜𝑓</m:t>
                          </m:r>
                          <m:r>
                            <a:rPr lang="en-US" sz="1700" b="0" i="1" smtClean="0">
                              <a:latin typeface="Cambria Math" panose="02040503050406030204" pitchFamily="18" charset="0"/>
                            </a:rPr>
                            <m:t> </m:t>
                          </m:r>
                          <m:r>
                            <a:rPr lang="en-US" sz="1700" b="0" i="1" smtClean="0">
                              <a:latin typeface="Cambria Math" panose="02040503050406030204" pitchFamily="18" charset="0"/>
                            </a:rPr>
                            <m:t>𝑇𝑜𝑘𝑒𝑛𝑠</m:t>
                          </m:r>
                        </m:den>
                      </m:f>
                      <m:r>
                        <a:rPr lang="en-US" sz="1700" b="0" i="1" smtClean="0">
                          <a:latin typeface="Cambria Math" panose="02040503050406030204" pitchFamily="18" charset="0"/>
                        </a:rPr>
                        <m:t>∗1000</m:t>
                      </m:r>
                    </m:oMath>
                  </m:oMathPara>
                </a14:m>
                <a:endParaRPr lang="en-US" sz="1700" b="0" dirty="0"/>
              </a:p>
              <a:p>
                <a:r>
                  <a:rPr lang="en-US" sz="1700" dirty="0"/>
                  <a:t>considering the essays by LLMs as a single corpus.</a:t>
                </a:r>
              </a:p>
            </p:txBody>
          </p:sp>
        </mc:Choice>
        <mc:Fallback xmlns="">
          <p:sp>
            <p:nvSpPr>
              <p:cNvPr id="4" name="Text Placeholder 3">
                <a:extLst>
                  <a:ext uri="{FF2B5EF4-FFF2-40B4-BE49-F238E27FC236}">
                    <a16:creationId xmlns:a16="http://schemas.microsoft.com/office/drawing/2014/main" id="{853E271B-F2F8-467B-0F2D-E3F4836B5E1A}"/>
                  </a:ext>
                </a:extLst>
              </p:cNvPr>
              <p:cNvSpPr>
                <a:spLocks noGrp="1" noRot="1" noChangeAspect="1" noMove="1" noResize="1" noEditPoints="1" noAdjustHandles="1" noChangeArrowheads="1" noChangeShapeType="1" noTextEdit="1"/>
              </p:cNvSpPr>
              <p:nvPr>
                <p:ph type="body" sz="half" idx="2"/>
              </p:nvPr>
            </p:nvSpPr>
            <p:spPr>
              <a:xfrm>
                <a:off x="411480" y="2684095"/>
                <a:ext cx="4443154" cy="3492868"/>
              </a:xfrm>
              <a:blipFill>
                <a:blip r:embed="rId2"/>
                <a:stretch>
                  <a:fillRect l="-962" t="-175"/>
                </a:stretch>
              </a:blipFill>
            </p:spPr>
            <p:txBody>
              <a:bodyPr/>
              <a:lstStyle/>
              <a:p>
                <a:r>
                  <a:rPr lang="en-US">
                    <a:noFill/>
                  </a:rPr>
                  <a:t> </a:t>
                </a:r>
              </a:p>
            </p:txBody>
          </p:sp>
        </mc:Fallback>
      </mc:AlternateContent>
      <p:pic>
        <p:nvPicPr>
          <p:cNvPr id="41" name="Picture Placeholder 40">
            <a:extLst>
              <a:ext uri="{FF2B5EF4-FFF2-40B4-BE49-F238E27FC236}">
                <a16:creationId xmlns:a16="http://schemas.microsoft.com/office/drawing/2014/main" id="{B564A435-AD5A-C659-09CA-57F6FB3DF5DA}"/>
              </a:ext>
            </a:extLst>
          </p:cNvPr>
          <p:cNvPicPr>
            <a:picLocks noGrp="1" noChangeAspect="1"/>
          </p:cNvPicPr>
          <p:nvPr>
            <p:ph type="pic" idx="1"/>
          </p:nvPr>
        </p:nvPicPr>
        <p:blipFill rotWithShape="1">
          <a:blip r:embed="rId3">
            <a:extLst>
              <a:ext uri="{96DAC541-7B7A-43D3-8B79-37D633B846F1}">
                <asvg:svgBlip xmlns:asvg="http://schemas.microsoft.com/office/drawing/2016/SVG/main" r:embed="rId4"/>
              </a:ext>
            </a:extLst>
          </a:blip>
          <a:srcRect l="-4331" r="-4331"/>
          <a:stretch/>
        </p:blipFill>
        <p:spPr>
          <a:xfrm>
            <a:off x="5385816" y="1178688"/>
            <a:ext cx="6440424" cy="4445269"/>
          </a:xfrm>
          <a:prstGeom prst="rect">
            <a:avLst/>
          </a:prstGeom>
        </p:spPr>
      </p:pic>
      <p:sp>
        <p:nvSpPr>
          <p:cNvPr id="7" name="Slide Number Placeholder 6">
            <a:extLst>
              <a:ext uri="{FF2B5EF4-FFF2-40B4-BE49-F238E27FC236}">
                <a16:creationId xmlns:a16="http://schemas.microsoft.com/office/drawing/2014/main" id="{F10E7110-96E0-BCFF-4CC5-B4EC0236BECB}"/>
              </a:ext>
            </a:extLst>
          </p:cNvPr>
          <p:cNvSpPr>
            <a:spLocks noGrp="1"/>
          </p:cNvSpPr>
          <p:nvPr>
            <p:ph type="sldNum" sz="quarter" idx="12"/>
          </p:nvPr>
        </p:nvSpPr>
        <p:spPr>
          <a:xfrm>
            <a:off x="9037321" y="6356350"/>
            <a:ext cx="2743200" cy="365125"/>
          </a:xfrm>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46</a:t>
            </a:fld>
            <a:endParaRPr lang="en-US"/>
          </a:p>
        </p:txBody>
      </p:sp>
    </p:spTree>
    <p:extLst>
      <p:ext uri="{BB962C8B-B14F-4D97-AF65-F5344CB8AC3E}">
        <p14:creationId xmlns:p14="http://schemas.microsoft.com/office/powerpoint/2010/main" val="6888063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6" name="Rectangle 75">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8" name="Rectangle 77">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304294-B25F-3CE9-5680-F220890FD351}"/>
              </a:ext>
            </a:extLst>
          </p:cNvPr>
          <p:cNvSpPr>
            <a:spLocks noGrp="1"/>
          </p:cNvSpPr>
          <p:nvPr>
            <p:ph type="title"/>
          </p:nvPr>
        </p:nvSpPr>
        <p:spPr>
          <a:xfrm>
            <a:off x="411480" y="991443"/>
            <a:ext cx="4443154" cy="1087819"/>
          </a:xfrm>
        </p:spPr>
        <p:txBody>
          <a:bodyPr vert="horz" lIns="91440" tIns="45720" rIns="91440" bIns="45720" rtlCol="0" anchor="b">
            <a:normAutofit/>
          </a:bodyPr>
          <a:lstStyle/>
          <a:p>
            <a:pPr>
              <a:lnSpc>
                <a:spcPct val="90000"/>
              </a:lnSpc>
            </a:pPr>
            <a:r>
              <a:rPr lang="en-US" sz="2400" dirty="0"/>
              <a:t>Occurrences and frequencies of linking adverbials</a:t>
            </a:r>
          </a:p>
        </p:txBody>
      </p:sp>
      <p:sp>
        <p:nvSpPr>
          <p:cNvPr id="79" name="Rectangle 78">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853E271B-F2F8-467B-0F2D-E3F4836B5E1A}"/>
              </a:ext>
            </a:extLst>
          </p:cNvPr>
          <p:cNvSpPr>
            <a:spLocks noGrp="1"/>
          </p:cNvSpPr>
          <p:nvPr>
            <p:ph type="body" sz="half" idx="2"/>
          </p:nvPr>
        </p:nvSpPr>
        <p:spPr>
          <a:xfrm>
            <a:off x="411480" y="2684095"/>
            <a:ext cx="4443154" cy="3492868"/>
          </a:xfrm>
        </p:spPr>
        <p:txBody>
          <a:bodyPr vert="horz" lIns="91440" tIns="45720" rIns="91440" bIns="45720" rtlCol="0">
            <a:normAutofit/>
          </a:bodyPr>
          <a:lstStyle/>
          <a:p>
            <a:r>
              <a:rPr lang="en-US" sz="1700" dirty="0"/>
              <a:t>To see if the difference in frequencies is statistically significant, the independent two-tailed t-test was computed.</a:t>
            </a:r>
          </a:p>
          <a:p>
            <a:r>
              <a:rPr lang="en-US" sz="1700" dirty="0"/>
              <a:t>In this case, each file was considered as an observation and the frequency of adverbials computed for each file as the observed variable.*</a:t>
            </a:r>
          </a:p>
          <a:p>
            <a:r>
              <a:rPr lang="en-US" sz="1700" dirty="0"/>
              <a:t>The t-test showed that the difference is not statistically significant: t(153.97) = 1.920, p-value = 0.057.</a:t>
            </a:r>
          </a:p>
        </p:txBody>
      </p:sp>
      <p:sp>
        <p:nvSpPr>
          <p:cNvPr id="7" name="Slide Number Placeholder 6">
            <a:extLst>
              <a:ext uri="{FF2B5EF4-FFF2-40B4-BE49-F238E27FC236}">
                <a16:creationId xmlns:a16="http://schemas.microsoft.com/office/drawing/2014/main" id="{F10E7110-96E0-BCFF-4CC5-B4EC0236BECB}"/>
              </a:ext>
            </a:extLst>
          </p:cNvPr>
          <p:cNvSpPr>
            <a:spLocks noGrp="1"/>
          </p:cNvSpPr>
          <p:nvPr>
            <p:ph type="sldNum" sz="quarter" idx="12"/>
          </p:nvPr>
        </p:nvSpPr>
        <p:spPr>
          <a:xfrm>
            <a:off x="9037321" y="6356350"/>
            <a:ext cx="2743200" cy="365125"/>
          </a:xfrm>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47</a:t>
            </a:fld>
            <a:endParaRPr lang="en-US"/>
          </a:p>
        </p:txBody>
      </p:sp>
      <p:pic>
        <p:nvPicPr>
          <p:cNvPr id="13" name="Picture Placeholder 12">
            <a:extLst>
              <a:ext uri="{FF2B5EF4-FFF2-40B4-BE49-F238E27FC236}">
                <a16:creationId xmlns:a16="http://schemas.microsoft.com/office/drawing/2014/main" id="{4134D9E9-8C48-395A-1F63-AC77EA08111B}"/>
              </a:ext>
            </a:extLst>
          </p:cNvPr>
          <p:cNvPicPr>
            <a:picLocks noGrp="1" noChangeAspect="1"/>
          </p:cNvPicPr>
          <p:nvPr>
            <p:ph type="pic" idx="1"/>
          </p:nvPr>
        </p:nvPicPr>
        <p:blipFill rotWithShape="1">
          <a:blip r:embed="rId2">
            <a:extLst>
              <a:ext uri="{96DAC541-7B7A-43D3-8B79-37D633B846F1}">
                <asvg:svgBlip xmlns:asvg="http://schemas.microsoft.com/office/drawing/2016/SVG/main" r:embed="rId3"/>
              </a:ext>
            </a:extLst>
          </a:blip>
          <a:srcRect l="-4331" r="-4331"/>
          <a:stretch/>
        </p:blipFill>
        <p:spPr/>
      </p:pic>
      <p:sp>
        <p:nvSpPr>
          <p:cNvPr id="14" name="TextBox 13">
            <a:extLst>
              <a:ext uri="{FF2B5EF4-FFF2-40B4-BE49-F238E27FC236}">
                <a16:creationId xmlns:a16="http://schemas.microsoft.com/office/drawing/2014/main" id="{C032793F-EF21-85E4-0162-39DF4DB70635}"/>
              </a:ext>
            </a:extLst>
          </p:cNvPr>
          <p:cNvSpPr txBox="1"/>
          <p:nvPr/>
        </p:nvSpPr>
        <p:spPr>
          <a:xfrm>
            <a:off x="5710335" y="5806440"/>
            <a:ext cx="5652990" cy="461665"/>
          </a:xfrm>
          <a:prstGeom prst="rect">
            <a:avLst/>
          </a:prstGeom>
          <a:noFill/>
        </p:spPr>
        <p:txBody>
          <a:bodyPr wrap="square" rtlCol="0">
            <a:spAutoFit/>
          </a:bodyPr>
          <a:lstStyle/>
          <a:p>
            <a:r>
              <a:rPr lang="en-US" sz="1200" dirty="0"/>
              <a:t>* There are 156 observations, so the t-test with Welch’s adjustment can be applied even if the data is not normally distributed [</a:t>
            </a:r>
            <a:r>
              <a:rPr lang="en-US" sz="1200" dirty="0" err="1"/>
              <a:t>Brezina</a:t>
            </a:r>
            <a:r>
              <a:rPr lang="en-US" sz="1200" dirty="0"/>
              <a:t> 2018, p. 189]</a:t>
            </a:r>
          </a:p>
        </p:txBody>
      </p:sp>
    </p:spTree>
    <p:extLst>
      <p:ext uri="{BB962C8B-B14F-4D97-AF65-F5344CB8AC3E}">
        <p14:creationId xmlns:p14="http://schemas.microsoft.com/office/powerpoint/2010/main" val="12535334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04294-B25F-3CE9-5680-F220890FD351}"/>
              </a:ext>
            </a:extLst>
          </p:cNvPr>
          <p:cNvSpPr>
            <a:spLocks noGrp="1"/>
          </p:cNvSpPr>
          <p:nvPr>
            <p:ph type="title"/>
          </p:nvPr>
        </p:nvSpPr>
        <p:spPr/>
        <p:txBody>
          <a:bodyPr>
            <a:normAutofit/>
          </a:bodyPr>
          <a:lstStyle/>
          <a:p>
            <a:r>
              <a:rPr lang="en-US" sz="3200" dirty="0"/>
              <a:t>Detail of frequency of adverbials</a:t>
            </a:r>
          </a:p>
        </p:txBody>
      </p:sp>
      <p:sp>
        <p:nvSpPr>
          <p:cNvPr id="4" name="Text Placeholder 3">
            <a:extLst>
              <a:ext uri="{FF2B5EF4-FFF2-40B4-BE49-F238E27FC236}">
                <a16:creationId xmlns:a16="http://schemas.microsoft.com/office/drawing/2014/main" id="{853E271B-F2F8-467B-0F2D-E3F4836B5E1A}"/>
              </a:ext>
            </a:extLst>
          </p:cNvPr>
          <p:cNvSpPr>
            <a:spLocks noGrp="1"/>
          </p:cNvSpPr>
          <p:nvPr>
            <p:ph type="body" sz="half" idx="2"/>
          </p:nvPr>
        </p:nvSpPr>
        <p:spPr/>
        <p:txBody>
          <a:bodyPr>
            <a:normAutofit fontScale="92500" lnSpcReduction="20000"/>
          </a:bodyPr>
          <a:lstStyle/>
          <a:p>
            <a:r>
              <a:rPr lang="en-US" dirty="0"/>
              <a:t>ChatGPT, Llama and Mistral use adverbials more frequently.</a:t>
            </a:r>
          </a:p>
          <a:p>
            <a:r>
              <a:rPr lang="en-US" dirty="0"/>
              <a:t>Claude is very close to students.</a:t>
            </a:r>
          </a:p>
          <a:p>
            <a:r>
              <a:rPr lang="en-US" dirty="0"/>
              <a:t>Gemini and Gemma show lower frequencies.</a:t>
            </a:r>
          </a:p>
        </p:txBody>
      </p:sp>
      <p:sp>
        <p:nvSpPr>
          <p:cNvPr id="7" name="Slide Number Placeholder 6">
            <a:extLst>
              <a:ext uri="{FF2B5EF4-FFF2-40B4-BE49-F238E27FC236}">
                <a16:creationId xmlns:a16="http://schemas.microsoft.com/office/drawing/2014/main" id="{F10E7110-96E0-BCFF-4CC5-B4EC0236BECB}"/>
              </a:ext>
            </a:extLst>
          </p:cNvPr>
          <p:cNvSpPr>
            <a:spLocks noGrp="1"/>
          </p:cNvSpPr>
          <p:nvPr>
            <p:ph type="sldNum" sz="quarter" idx="12"/>
          </p:nvPr>
        </p:nvSpPr>
        <p:spPr/>
        <p:txBody>
          <a:bodyPr/>
          <a:lstStyle/>
          <a:p>
            <a:fld id="{A65A5C87-DF58-40C8-B092-1DE63DB4547E}" type="slidenum">
              <a:rPr lang="en-US" smtClean="0"/>
              <a:t>48</a:t>
            </a:fld>
            <a:endParaRPr lang="en-US" dirty="0"/>
          </a:p>
        </p:txBody>
      </p:sp>
      <p:pic>
        <p:nvPicPr>
          <p:cNvPr id="10" name="Picture Placeholder 9">
            <a:extLst>
              <a:ext uri="{FF2B5EF4-FFF2-40B4-BE49-F238E27FC236}">
                <a16:creationId xmlns:a16="http://schemas.microsoft.com/office/drawing/2014/main" id="{194C34BC-82F2-BB3A-32CC-59F7F23FCBFD}"/>
              </a:ext>
            </a:extLst>
          </p:cNvPr>
          <p:cNvPicPr>
            <a:picLocks noGrp="1" noChangeAspect="1"/>
          </p:cNvPicPr>
          <p:nvPr>
            <p:ph type="pic" idx="1"/>
          </p:nvPr>
        </p:nvPicPr>
        <p:blipFill rotWithShape="1">
          <a:blip r:embed="rId2">
            <a:extLst>
              <a:ext uri="{96DAC541-7B7A-43D3-8B79-37D633B846F1}">
                <asvg:svgBlip xmlns:asvg="http://schemas.microsoft.com/office/drawing/2016/SVG/main" r:embed="rId3"/>
              </a:ext>
            </a:extLst>
          </a:blip>
          <a:srcRect l="-4331" r="-4331"/>
          <a:stretch/>
        </p:blipFill>
        <p:spPr/>
      </p:pic>
    </p:spTree>
    <p:extLst>
      <p:ext uri="{BB962C8B-B14F-4D97-AF65-F5344CB8AC3E}">
        <p14:creationId xmlns:p14="http://schemas.microsoft.com/office/powerpoint/2010/main" val="26764073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Rectangle 24">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itle 12">
            <a:extLst>
              <a:ext uri="{FF2B5EF4-FFF2-40B4-BE49-F238E27FC236}">
                <a16:creationId xmlns:a16="http://schemas.microsoft.com/office/drawing/2014/main" id="{0DB8E68A-9DB8-A3DB-8933-A60E763F6891}"/>
              </a:ext>
            </a:extLst>
          </p:cNvPr>
          <p:cNvSpPr>
            <a:spLocks noGrp="1"/>
          </p:cNvSpPr>
          <p:nvPr>
            <p:ph type="title"/>
          </p:nvPr>
        </p:nvSpPr>
        <p:spPr>
          <a:xfrm>
            <a:off x="841246" y="978619"/>
            <a:ext cx="5991244" cy="1106424"/>
          </a:xfrm>
        </p:spPr>
        <p:txBody>
          <a:bodyPr vert="horz" lIns="91440" tIns="45720" rIns="91440" bIns="45720" rtlCol="0" anchor="ctr">
            <a:normAutofit/>
          </a:bodyPr>
          <a:lstStyle/>
          <a:p>
            <a:r>
              <a:rPr lang="en-US" sz="3200" dirty="0"/>
              <a:t>Statistical significance of differences in frequencies</a:t>
            </a:r>
          </a:p>
        </p:txBody>
      </p:sp>
      <p:sp>
        <p:nvSpPr>
          <p:cNvPr id="29" name="Rectangle 28">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 Placeholder 7">
            <a:extLst>
              <a:ext uri="{FF2B5EF4-FFF2-40B4-BE49-F238E27FC236}">
                <a16:creationId xmlns:a16="http://schemas.microsoft.com/office/drawing/2014/main" id="{D468B2E4-A048-0C87-A99C-1737757B779B}"/>
              </a:ext>
            </a:extLst>
          </p:cNvPr>
          <p:cNvSpPr>
            <a:spLocks noGrp="1"/>
          </p:cNvSpPr>
          <p:nvPr>
            <p:ph type="body" sz="half" idx="4294967295"/>
          </p:nvPr>
        </p:nvSpPr>
        <p:spPr>
          <a:xfrm>
            <a:off x="841248" y="2252870"/>
            <a:ext cx="5993892" cy="3560251"/>
          </a:xfrm>
        </p:spPr>
        <p:txBody>
          <a:bodyPr vert="horz" lIns="91440" tIns="45720" rIns="91440" bIns="45720" rtlCol="0">
            <a:normAutofit/>
          </a:bodyPr>
          <a:lstStyle/>
          <a:p>
            <a:pPr marL="0" indent="0">
              <a:lnSpc>
                <a:spcPct val="100000"/>
              </a:lnSpc>
              <a:buNone/>
            </a:pPr>
            <a:r>
              <a:rPr lang="en-US" sz="1800" dirty="0"/>
              <a:t>The Dunn test was performed to see if there are statistically significant differences in the frequencies of adverbials between groups.</a:t>
            </a:r>
          </a:p>
          <a:p>
            <a:pPr marL="0" indent="0">
              <a:lnSpc>
                <a:spcPct val="100000"/>
              </a:lnSpc>
              <a:buNone/>
            </a:pPr>
            <a:r>
              <a:rPr lang="en-US" sz="1800" dirty="0"/>
              <a:t>The Kruskal-Wallis test shows that there is a statistically significant difference for at least one group (p-value=0), so the Dunn test can be applied.</a:t>
            </a:r>
          </a:p>
          <a:p>
            <a:pPr marL="0" indent="0">
              <a:lnSpc>
                <a:spcPct val="100000"/>
              </a:lnSpc>
              <a:buNone/>
            </a:pPr>
            <a:r>
              <a:rPr lang="en-US" sz="1800" dirty="0"/>
              <a:t>The Dunn test with Bonferroni correction shows that there are not statistically significant differences between Students and LLMs.</a:t>
            </a:r>
          </a:p>
          <a:p>
            <a:pPr marL="0" indent="0">
              <a:lnSpc>
                <a:spcPct val="100000"/>
              </a:lnSpc>
              <a:buNone/>
            </a:pPr>
            <a:r>
              <a:rPr lang="en-US" sz="1800" dirty="0"/>
              <a:t>The differences are significant between Gemma and three other models: ChatGPT, Llama and Mistral.</a:t>
            </a:r>
          </a:p>
        </p:txBody>
      </p:sp>
      <p:pic>
        <p:nvPicPr>
          <p:cNvPr id="10" name="Content Placeholder 9" descr="A screenshot of a computer&#10;&#10;Description automatically generated">
            <a:extLst>
              <a:ext uri="{FF2B5EF4-FFF2-40B4-BE49-F238E27FC236}">
                <a16:creationId xmlns:a16="http://schemas.microsoft.com/office/drawing/2014/main" id="{7F333FF0-BE5E-A979-9869-AC093F817AF1}"/>
              </a:ext>
            </a:extLst>
          </p:cNvPr>
          <p:cNvPicPr>
            <a:picLocks noGrp="1" noChangeAspect="1"/>
          </p:cNvPicPr>
          <p:nvPr>
            <p:ph idx="1"/>
          </p:nvPr>
        </p:nvPicPr>
        <p:blipFill rotWithShape="1">
          <a:blip r:embed="rId3"/>
          <a:stretch/>
        </p:blipFill>
        <p:spPr>
          <a:xfrm>
            <a:off x="7679814" y="1924039"/>
            <a:ext cx="4097657" cy="2909337"/>
          </a:xfrm>
          <a:prstGeom prst="rect">
            <a:avLst/>
          </a:prstGeom>
        </p:spPr>
      </p:pic>
      <p:sp>
        <p:nvSpPr>
          <p:cNvPr id="4" name="Slide Number Placeholder 3">
            <a:extLst>
              <a:ext uri="{FF2B5EF4-FFF2-40B4-BE49-F238E27FC236}">
                <a16:creationId xmlns:a16="http://schemas.microsoft.com/office/drawing/2014/main" id="{F51C382F-EBD4-843D-B78C-3E781F1A60DA}"/>
              </a:ext>
            </a:extLst>
          </p:cNvPr>
          <p:cNvSpPr>
            <a:spLocks noGrp="1"/>
          </p:cNvSpPr>
          <p:nvPr>
            <p:ph type="sldNum" sz="quarter" idx="16"/>
          </p:nvPr>
        </p:nvSpPr>
        <p:spPr>
          <a:xfrm>
            <a:off x="8613648"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49</a:t>
            </a:fld>
            <a:endParaRPr lang="en-US">
              <a:solidFill>
                <a:schemeClr val="tx2">
                  <a:lumMod val="50000"/>
                  <a:lumOff val="50000"/>
                </a:schemeClr>
              </a:solidFill>
            </a:endParaRPr>
          </a:p>
        </p:txBody>
      </p:sp>
    </p:spTree>
    <p:extLst>
      <p:ext uri="{BB962C8B-B14F-4D97-AF65-F5344CB8AC3E}">
        <p14:creationId xmlns:p14="http://schemas.microsoft.com/office/powerpoint/2010/main" val="38455448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04294-B25F-3CE9-5680-F220890FD351}"/>
              </a:ext>
            </a:extLst>
          </p:cNvPr>
          <p:cNvSpPr>
            <a:spLocks noGrp="1"/>
          </p:cNvSpPr>
          <p:nvPr>
            <p:ph type="title"/>
          </p:nvPr>
        </p:nvSpPr>
        <p:spPr/>
        <p:txBody>
          <a:bodyPr>
            <a:normAutofit/>
          </a:bodyPr>
          <a:lstStyle/>
          <a:p>
            <a:r>
              <a:rPr lang="en-US" sz="2800" dirty="0"/>
              <a:t>Variety of linking adverbials by LLM</a:t>
            </a:r>
          </a:p>
        </p:txBody>
      </p:sp>
      <p:sp>
        <p:nvSpPr>
          <p:cNvPr id="4" name="Text Placeholder 3">
            <a:extLst>
              <a:ext uri="{FF2B5EF4-FFF2-40B4-BE49-F238E27FC236}">
                <a16:creationId xmlns:a16="http://schemas.microsoft.com/office/drawing/2014/main" id="{853E271B-F2F8-467B-0F2D-E3F4836B5E1A}"/>
              </a:ext>
            </a:extLst>
          </p:cNvPr>
          <p:cNvSpPr>
            <a:spLocks noGrp="1"/>
          </p:cNvSpPr>
          <p:nvPr>
            <p:ph type="body" sz="half" idx="2"/>
          </p:nvPr>
        </p:nvSpPr>
        <p:spPr/>
        <p:txBody>
          <a:bodyPr>
            <a:normAutofit/>
          </a:bodyPr>
          <a:lstStyle/>
          <a:p>
            <a:r>
              <a:rPr lang="en-US" dirty="0"/>
              <a:t>Mistral and Llama use a wider variety of different linking adverbials compared to others.</a:t>
            </a:r>
          </a:p>
        </p:txBody>
      </p:sp>
      <p:sp>
        <p:nvSpPr>
          <p:cNvPr id="7" name="Slide Number Placeholder 6">
            <a:extLst>
              <a:ext uri="{FF2B5EF4-FFF2-40B4-BE49-F238E27FC236}">
                <a16:creationId xmlns:a16="http://schemas.microsoft.com/office/drawing/2014/main" id="{F10E7110-96E0-BCFF-4CC5-B4EC0236BECB}"/>
              </a:ext>
            </a:extLst>
          </p:cNvPr>
          <p:cNvSpPr>
            <a:spLocks noGrp="1"/>
          </p:cNvSpPr>
          <p:nvPr>
            <p:ph type="sldNum" sz="quarter" idx="12"/>
          </p:nvPr>
        </p:nvSpPr>
        <p:spPr/>
        <p:txBody>
          <a:bodyPr/>
          <a:lstStyle/>
          <a:p>
            <a:fld id="{A65A5C87-DF58-40C8-B092-1DE63DB4547E}" type="slidenum">
              <a:rPr lang="en-US" smtClean="0"/>
              <a:t>50</a:t>
            </a:fld>
            <a:endParaRPr lang="en-US" dirty="0"/>
          </a:p>
        </p:txBody>
      </p:sp>
      <p:pic>
        <p:nvPicPr>
          <p:cNvPr id="17" name="Picture Placeholder 16">
            <a:extLst>
              <a:ext uri="{FF2B5EF4-FFF2-40B4-BE49-F238E27FC236}">
                <a16:creationId xmlns:a16="http://schemas.microsoft.com/office/drawing/2014/main" id="{1354E35C-2C86-9BA3-7639-CE9B0D7E0521}"/>
              </a:ext>
            </a:extLst>
          </p:cNvPr>
          <p:cNvPicPr>
            <a:picLocks noGrp="1" noChangeAspect="1"/>
          </p:cNvPicPr>
          <p:nvPr>
            <p:ph type="pic" idx="1"/>
          </p:nvPr>
        </p:nvPicPr>
        <p:blipFill rotWithShape="1">
          <a:blip r:embed="rId2">
            <a:extLst>
              <a:ext uri="{96DAC541-7B7A-43D3-8B79-37D633B846F1}">
                <asvg:svgBlip xmlns:asvg="http://schemas.microsoft.com/office/drawing/2016/SVG/main" r:embed="rId3"/>
              </a:ext>
            </a:extLst>
          </a:blip>
          <a:srcRect l="-4331" r="-4331"/>
          <a:stretch/>
        </p:blipFill>
        <p:spPr/>
      </p:pic>
    </p:spTree>
    <p:extLst>
      <p:ext uri="{BB962C8B-B14F-4D97-AF65-F5344CB8AC3E}">
        <p14:creationId xmlns:p14="http://schemas.microsoft.com/office/powerpoint/2010/main" val="15209316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AA84C-D82A-294A-544C-FE5B55D78CEB}"/>
              </a:ext>
            </a:extLst>
          </p:cNvPr>
          <p:cNvSpPr>
            <a:spLocks noGrp="1"/>
          </p:cNvSpPr>
          <p:nvPr>
            <p:ph type="title"/>
          </p:nvPr>
        </p:nvSpPr>
        <p:spPr/>
        <p:txBody>
          <a:bodyPr>
            <a:normAutofit/>
          </a:bodyPr>
          <a:lstStyle/>
          <a:p>
            <a:r>
              <a:rPr lang="en-US" sz="2800" dirty="0"/>
              <a:t>Frequency of adverbials by topic type</a:t>
            </a:r>
          </a:p>
        </p:txBody>
      </p:sp>
      <p:sp>
        <p:nvSpPr>
          <p:cNvPr id="4" name="Text Placeholder 3">
            <a:extLst>
              <a:ext uri="{FF2B5EF4-FFF2-40B4-BE49-F238E27FC236}">
                <a16:creationId xmlns:a16="http://schemas.microsoft.com/office/drawing/2014/main" id="{21CA53E2-D0C4-D9EF-7A27-6F9A2FE3C2C3}"/>
              </a:ext>
            </a:extLst>
          </p:cNvPr>
          <p:cNvSpPr>
            <a:spLocks noGrp="1"/>
          </p:cNvSpPr>
          <p:nvPr>
            <p:ph type="body" sz="half" idx="2"/>
          </p:nvPr>
        </p:nvSpPr>
        <p:spPr/>
        <p:txBody>
          <a:bodyPr/>
          <a:lstStyle/>
          <a:p>
            <a:r>
              <a:rPr lang="en-US" dirty="0"/>
              <a:t>Both students and LLMs use adverbials more frequently in independent essays.</a:t>
            </a:r>
          </a:p>
          <a:p>
            <a:r>
              <a:rPr lang="en-US" dirty="0"/>
              <a:t>The frequencies in source-based essays are very similar.</a:t>
            </a:r>
          </a:p>
        </p:txBody>
      </p:sp>
      <p:sp>
        <p:nvSpPr>
          <p:cNvPr id="5" name="Slide Number Placeholder 4">
            <a:extLst>
              <a:ext uri="{FF2B5EF4-FFF2-40B4-BE49-F238E27FC236}">
                <a16:creationId xmlns:a16="http://schemas.microsoft.com/office/drawing/2014/main" id="{8ABBD6BE-E10D-77D7-DD9E-422A3DD85CC9}"/>
              </a:ext>
            </a:extLst>
          </p:cNvPr>
          <p:cNvSpPr>
            <a:spLocks noGrp="1"/>
          </p:cNvSpPr>
          <p:nvPr>
            <p:ph type="sldNum" sz="quarter" idx="12"/>
          </p:nvPr>
        </p:nvSpPr>
        <p:spPr/>
        <p:txBody>
          <a:bodyPr/>
          <a:lstStyle/>
          <a:p>
            <a:fld id="{A65A5C87-DF58-40C8-B092-1DE63DB4547E}" type="slidenum">
              <a:rPr lang="en-US" smtClean="0"/>
              <a:t>51</a:t>
            </a:fld>
            <a:endParaRPr lang="en-US" dirty="0"/>
          </a:p>
        </p:txBody>
      </p:sp>
      <p:pic>
        <p:nvPicPr>
          <p:cNvPr id="11" name="Picture Placeholder 10">
            <a:extLst>
              <a:ext uri="{FF2B5EF4-FFF2-40B4-BE49-F238E27FC236}">
                <a16:creationId xmlns:a16="http://schemas.microsoft.com/office/drawing/2014/main" id="{20898F62-98C3-E4FD-3B10-F33825645D17}"/>
              </a:ext>
            </a:extLst>
          </p:cNvPr>
          <p:cNvPicPr>
            <a:picLocks noGrp="1" noChangeAspect="1"/>
          </p:cNvPicPr>
          <p:nvPr>
            <p:ph type="pic" idx="1"/>
          </p:nvPr>
        </p:nvPicPr>
        <p:blipFill rotWithShape="1">
          <a:blip r:embed="rId2">
            <a:extLst>
              <a:ext uri="{96DAC541-7B7A-43D3-8B79-37D633B846F1}">
                <asvg:svgBlip xmlns:asvg="http://schemas.microsoft.com/office/drawing/2016/SVG/main" r:embed="rId3"/>
              </a:ext>
            </a:extLst>
          </a:blip>
          <a:srcRect l="-4331" r="-4331"/>
          <a:stretch/>
        </p:blipFill>
        <p:spPr/>
      </p:pic>
    </p:spTree>
    <p:extLst>
      <p:ext uri="{BB962C8B-B14F-4D97-AF65-F5344CB8AC3E}">
        <p14:creationId xmlns:p14="http://schemas.microsoft.com/office/powerpoint/2010/main" val="1496614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04294-B25F-3CE9-5680-F220890FD351}"/>
              </a:ext>
            </a:extLst>
          </p:cNvPr>
          <p:cNvSpPr>
            <a:spLocks noGrp="1"/>
          </p:cNvSpPr>
          <p:nvPr>
            <p:ph type="title"/>
          </p:nvPr>
        </p:nvSpPr>
        <p:spPr/>
        <p:txBody>
          <a:bodyPr>
            <a:normAutofit/>
          </a:bodyPr>
          <a:lstStyle/>
          <a:p>
            <a:r>
              <a:rPr lang="en-US" sz="2800" dirty="0"/>
              <a:t>Occurrences and frequencies of </a:t>
            </a:r>
            <a:r>
              <a:rPr lang="en-US" sz="2800" dirty="0" err="1"/>
              <a:t>Biber’s</a:t>
            </a:r>
            <a:r>
              <a:rPr lang="en-US" sz="2800" dirty="0"/>
              <a:t> categories</a:t>
            </a:r>
          </a:p>
        </p:txBody>
      </p:sp>
      <p:sp>
        <p:nvSpPr>
          <p:cNvPr id="4" name="Text Placeholder 3">
            <a:extLst>
              <a:ext uri="{FF2B5EF4-FFF2-40B4-BE49-F238E27FC236}">
                <a16:creationId xmlns:a16="http://schemas.microsoft.com/office/drawing/2014/main" id="{853E271B-F2F8-467B-0F2D-E3F4836B5E1A}"/>
              </a:ext>
            </a:extLst>
          </p:cNvPr>
          <p:cNvSpPr>
            <a:spLocks noGrp="1"/>
          </p:cNvSpPr>
          <p:nvPr>
            <p:ph type="body" sz="half" idx="2"/>
          </p:nvPr>
        </p:nvSpPr>
        <p:spPr/>
        <p:txBody>
          <a:bodyPr/>
          <a:lstStyle/>
          <a:p>
            <a:r>
              <a:rPr lang="en-US" dirty="0"/>
              <a:t>LLMs and Students show different proportions in the use of the functional categories from </a:t>
            </a:r>
            <a:r>
              <a:rPr lang="en-US" dirty="0" err="1"/>
              <a:t>Biber’s</a:t>
            </a:r>
            <a:r>
              <a:rPr lang="en-US" dirty="0"/>
              <a:t> classification.</a:t>
            </a:r>
          </a:p>
        </p:txBody>
      </p:sp>
      <p:sp>
        <p:nvSpPr>
          <p:cNvPr id="7" name="Slide Number Placeholder 6">
            <a:extLst>
              <a:ext uri="{FF2B5EF4-FFF2-40B4-BE49-F238E27FC236}">
                <a16:creationId xmlns:a16="http://schemas.microsoft.com/office/drawing/2014/main" id="{F10E7110-96E0-BCFF-4CC5-B4EC0236BECB}"/>
              </a:ext>
            </a:extLst>
          </p:cNvPr>
          <p:cNvSpPr>
            <a:spLocks noGrp="1"/>
          </p:cNvSpPr>
          <p:nvPr>
            <p:ph type="sldNum" sz="quarter" idx="12"/>
          </p:nvPr>
        </p:nvSpPr>
        <p:spPr/>
        <p:txBody>
          <a:bodyPr/>
          <a:lstStyle/>
          <a:p>
            <a:fld id="{A65A5C87-DF58-40C8-B092-1DE63DB4547E}" type="slidenum">
              <a:rPr lang="en-US" smtClean="0"/>
              <a:t>52</a:t>
            </a:fld>
            <a:endParaRPr lang="en-US" dirty="0"/>
          </a:p>
        </p:txBody>
      </p:sp>
      <p:pic>
        <p:nvPicPr>
          <p:cNvPr id="15" name="Picture Placeholder 14">
            <a:extLst>
              <a:ext uri="{FF2B5EF4-FFF2-40B4-BE49-F238E27FC236}">
                <a16:creationId xmlns:a16="http://schemas.microsoft.com/office/drawing/2014/main" id="{DF753428-4F95-9D18-7248-082425D99F25}"/>
              </a:ext>
            </a:extLst>
          </p:cNvPr>
          <p:cNvPicPr>
            <a:picLocks noGrp="1" noChangeAspect="1"/>
          </p:cNvPicPr>
          <p:nvPr>
            <p:ph type="pic" idx="1"/>
          </p:nvPr>
        </p:nvPicPr>
        <p:blipFill rotWithShape="1">
          <a:blip r:embed="rId2">
            <a:extLst>
              <a:ext uri="{96DAC541-7B7A-43D3-8B79-37D633B846F1}">
                <asvg:svgBlip xmlns:asvg="http://schemas.microsoft.com/office/drawing/2016/SVG/main" r:embed="rId3"/>
              </a:ext>
            </a:extLst>
          </a:blip>
          <a:srcRect l="-4331" r="-4331"/>
          <a:stretch/>
        </p:blipFill>
        <p:spPr/>
      </p:pic>
    </p:spTree>
    <p:extLst>
      <p:ext uri="{BB962C8B-B14F-4D97-AF65-F5344CB8AC3E}">
        <p14:creationId xmlns:p14="http://schemas.microsoft.com/office/powerpoint/2010/main" val="36187292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2E274D-491D-83ED-F4C2-83B3DE877A7A}"/>
              </a:ext>
            </a:extLst>
          </p:cNvPr>
          <p:cNvSpPr>
            <a:spLocks noGrp="1"/>
          </p:cNvSpPr>
          <p:nvPr>
            <p:ph type="title"/>
          </p:nvPr>
        </p:nvSpPr>
        <p:spPr>
          <a:xfrm>
            <a:off x="429768" y="411480"/>
            <a:ext cx="11201400" cy="1106424"/>
          </a:xfrm>
        </p:spPr>
        <p:txBody>
          <a:bodyPr>
            <a:normAutofit/>
          </a:bodyPr>
          <a:lstStyle/>
          <a:p>
            <a:r>
              <a:rPr lang="en-US" sz="3600" dirty="0"/>
              <a:t>Frequency of </a:t>
            </a:r>
            <a:r>
              <a:rPr lang="en-US" sz="3600" dirty="0" err="1"/>
              <a:t>Biber’s</a:t>
            </a:r>
            <a:r>
              <a:rPr lang="en-US" sz="3600" dirty="0"/>
              <a:t> categories</a:t>
            </a:r>
          </a:p>
        </p:txBody>
      </p:sp>
      <p:sp>
        <p:nvSpPr>
          <p:cNvPr id="22" name="Rectangle 21">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Content Placeholder 7">
            <a:extLst>
              <a:ext uri="{FF2B5EF4-FFF2-40B4-BE49-F238E27FC236}">
                <a16:creationId xmlns:a16="http://schemas.microsoft.com/office/drawing/2014/main" id="{85FD1C04-A42B-F8FC-AF05-1B1987C6D7A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9620" y="1719072"/>
            <a:ext cx="6022848" cy="4517136"/>
          </a:xfrm>
          <a:prstGeom prst="rect">
            <a:avLst/>
          </a:prstGeom>
        </p:spPr>
      </p:pic>
      <p:sp useBgFill="1">
        <p:nvSpPr>
          <p:cNvPr id="27" name="Rectangle 26">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Content Placeholder 11">
            <a:extLst>
              <a:ext uri="{FF2B5EF4-FFF2-40B4-BE49-F238E27FC236}">
                <a16:creationId xmlns:a16="http://schemas.microsoft.com/office/drawing/2014/main" id="{B1712AB9-6DD7-61EE-CF34-F6E2ED5B423D}"/>
              </a:ext>
            </a:extLst>
          </p:cNvPr>
          <p:cNvSpPr>
            <a:spLocks noGrp="1"/>
          </p:cNvSpPr>
          <p:nvPr>
            <p:ph idx="1"/>
          </p:nvPr>
        </p:nvSpPr>
        <p:spPr>
          <a:xfrm>
            <a:off x="7679093" y="1847461"/>
            <a:ext cx="4083140" cy="4273421"/>
          </a:xfrm>
        </p:spPr>
        <p:txBody>
          <a:bodyPr anchor="t">
            <a:normAutofit/>
          </a:bodyPr>
          <a:lstStyle/>
          <a:p>
            <a:pPr marL="0" indent="0">
              <a:buNone/>
            </a:pPr>
            <a:r>
              <a:rPr lang="en-US" sz="1700" dirty="0"/>
              <a:t>Apposition, Enumeration and Addition, and Summation adverbials are used more frequently by LLMs.</a:t>
            </a:r>
          </a:p>
          <a:p>
            <a:pPr marL="0" indent="0">
              <a:buNone/>
            </a:pPr>
            <a:r>
              <a:rPr lang="en-US" sz="1700" dirty="0"/>
              <a:t>Result/Inference adverbials on the contrary are use more frequently by Students.</a:t>
            </a:r>
          </a:p>
          <a:p>
            <a:pPr marL="0" indent="0">
              <a:buNone/>
            </a:pPr>
            <a:r>
              <a:rPr lang="en-US" sz="1700" dirty="0"/>
              <a:t>The frequencies of Contrast/ Concession adverbials are very close.</a:t>
            </a:r>
          </a:p>
          <a:p>
            <a:pPr marL="0" indent="0">
              <a:buNone/>
            </a:pPr>
            <a:r>
              <a:rPr lang="en-US" sz="1700" dirty="0"/>
              <a:t>Transition adverbials are very infrequent both in LLMs and Student essays.</a:t>
            </a:r>
          </a:p>
        </p:txBody>
      </p:sp>
      <p:sp>
        <p:nvSpPr>
          <p:cNvPr id="6" name="Slide Number Placeholder 5">
            <a:extLst>
              <a:ext uri="{FF2B5EF4-FFF2-40B4-BE49-F238E27FC236}">
                <a16:creationId xmlns:a16="http://schemas.microsoft.com/office/drawing/2014/main" id="{8AD7E035-4829-7A6C-BBB0-1D4DCB0ED2F4}"/>
              </a:ext>
            </a:extLst>
          </p:cNvPr>
          <p:cNvSpPr>
            <a:spLocks noGrp="1"/>
          </p:cNvSpPr>
          <p:nvPr>
            <p:ph type="sldNum" sz="quarter" idx="12"/>
          </p:nvPr>
        </p:nvSpPr>
        <p:spPr>
          <a:xfrm>
            <a:off x="8595360" y="6356350"/>
            <a:ext cx="2743200" cy="365125"/>
          </a:xfrm>
        </p:spPr>
        <p:txBody>
          <a:bodyPr>
            <a:normAutofit/>
          </a:bodyPr>
          <a:lstStyle/>
          <a:p>
            <a:pPr>
              <a:spcAft>
                <a:spcPts val="600"/>
              </a:spcAft>
            </a:pPr>
            <a:fld id="{A65A5C87-DF58-40C8-B092-1DE63DB4547E}" type="slidenum">
              <a:rPr lang="en-US">
                <a:solidFill>
                  <a:schemeClr val="tx2">
                    <a:lumMod val="50000"/>
                    <a:lumOff val="50000"/>
                  </a:schemeClr>
                </a:solidFill>
              </a:rPr>
              <a:pPr>
                <a:spcAft>
                  <a:spcPts val="600"/>
                </a:spcAft>
              </a:pPr>
              <a:t>53</a:t>
            </a:fld>
            <a:endParaRPr lang="en-US">
              <a:solidFill>
                <a:schemeClr val="tx2">
                  <a:lumMod val="50000"/>
                  <a:lumOff val="50000"/>
                </a:schemeClr>
              </a:solidFill>
            </a:endParaRPr>
          </a:p>
        </p:txBody>
      </p:sp>
    </p:spTree>
    <p:extLst>
      <p:ext uri="{BB962C8B-B14F-4D97-AF65-F5344CB8AC3E}">
        <p14:creationId xmlns:p14="http://schemas.microsoft.com/office/powerpoint/2010/main" val="5354342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04294-B25F-3CE9-5680-F220890FD351}"/>
              </a:ext>
            </a:extLst>
          </p:cNvPr>
          <p:cNvSpPr>
            <a:spLocks noGrp="1"/>
          </p:cNvSpPr>
          <p:nvPr>
            <p:ph type="title"/>
          </p:nvPr>
        </p:nvSpPr>
        <p:spPr>
          <a:xfrm>
            <a:off x="868680" y="1709928"/>
            <a:ext cx="3099816" cy="1135909"/>
          </a:xfrm>
        </p:spPr>
        <p:txBody>
          <a:bodyPr>
            <a:normAutofit/>
          </a:bodyPr>
          <a:lstStyle/>
          <a:p>
            <a:r>
              <a:rPr lang="en-US" sz="2800" dirty="0"/>
              <a:t>Detail of </a:t>
            </a:r>
            <a:r>
              <a:rPr lang="en-US" sz="2800" dirty="0" err="1"/>
              <a:t>Biber’s</a:t>
            </a:r>
            <a:r>
              <a:rPr lang="en-US" sz="2800" dirty="0"/>
              <a:t> categories</a:t>
            </a:r>
          </a:p>
        </p:txBody>
      </p:sp>
      <p:sp>
        <p:nvSpPr>
          <p:cNvPr id="4" name="Text Placeholder 3">
            <a:extLst>
              <a:ext uri="{FF2B5EF4-FFF2-40B4-BE49-F238E27FC236}">
                <a16:creationId xmlns:a16="http://schemas.microsoft.com/office/drawing/2014/main" id="{853E271B-F2F8-467B-0F2D-E3F4836B5E1A}"/>
              </a:ext>
            </a:extLst>
          </p:cNvPr>
          <p:cNvSpPr>
            <a:spLocks noGrp="1"/>
          </p:cNvSpPr>
          <p:nvPr>
            <p:ph type="body" sz="half" idx="2"/>
          </p:nvPr>
        </p:nvSpPr>
        <p:spPr>
          <a:xfrm>
            <a:off x="643812" y="2845837"/>
            <a:ext cx="3526972" cy="2855167"/>
          </a:xfrm>
        </p:spPr>
        <p:txBody>
          <a:bodyPr>
            <a:normAutofit fontScale="92500" lnSpcReduction="20000"/>
          </a:bodyPr>
          <a:lstStyle/>
          <a:p>
            <a:r>
              <a:rPr lang="en-US" dirty="0"/>
              <a:t>There are also differences across LLMs.</a:t>
            </a:r>
          </a:p>
          <a:p>
            <a:r>
              <a:rPr lang="en-US" dirty="0"/>
              <a:t>The differences seem to be relevant for the Apposition, Enumeration and Addition, Summation and Result/Inference categories, so the Kruskal-Wallis test was performed on these categories to see if the differences are statistically relevant.</a:t>
            </a:r>
          </a:p>
        </p:txBody>
      </p:sp>
      <p:sp>
        <p:nvSpPr>
          <p:cNvPr id="7" name="Slide Number Placeholder 6">
            <a:extLst>
              <a:ext uri="{FF2B5EF4-FFF2-40B4-BE49-F238E27FC236}">
                <a16:creationId xmlns:a16="http://schemas.microsoft.com/office/drawing/2014/main" id="{F10E7110-96E0-BCFF-4CC5-B4EC0236BECB}"/>
              </a:ext>
            </a:extLst>
          </p:cNvPr>
          <p:cNvSpPr>
            <a:spLocks noGrp="1"/>
          </p:cNvSpPr>
          <p:nvPr>
            <p:ph type="sldNum" sz="quarter" idx="12"/>
          </p:nvPr>
        </p:nvSpPr>
        <p:spPr/>
        <p:txBody>
          <a:bodyPr/>
          <a:lstStyle/>
          <a:p>
            <a:fld id="{A65A5C87-DF58-40C8-B092-1DE63DB4547E}" type="slidenum">
              <a:rPr lang="en-US" smtClean="0"/>
              <a:t>54</a:t>
            </a:fld>
            <a:endParaRPr lang="en-US" dirty="0"/>
          </a:p>
        </p:txBody>
      </p:sp>
      <p:pic>
        <p:nvPicPr>
          <p:cNvPr id="8" name="Picture Placeholder 7">
            <a:extLst>
              <a:ext uri="{FF2B5EF4-FFF2-40B4-BE49-F238E27FC236}">
                <a16:creationId xmlns:a16="http://schemas.microsoft.com/office/drawing/2014/main" id="{62E147F0-50D1-5E67-5778-FBB596B7F07E}"/>
              </a:ext>
            </a:extLst>
          </p:cNvPr>
          <p:cNvPicPr>
            <a:picLocks noGrp="1" noChangeAspect="1"/>
          </p:cNvPicPr>
          <p:nvPr>
            <p:ph type="pic" idx="1"/>
          </p:nvPr>
        </p:nvPicPr>
        <p:blipFill rotWithShape="1">
          <a:blip r:embed="rId2">
            <a:extLst>
              <a:ext uri="{96DAC541-7B7A-43D3-8B79-37D633B846F1}">
                <asvg:svgBlip xmlns:asvg="http://schemas.microsoft.com/office/drawing/2016/SVG/main" r:embed="rId3"/>
              </a:ext>
            </a:extLst>
          </a:blip>
          <a:srcRect l="-4331" r="-4331"/>
          <a:stretch/>
        </p:blipFill>
        <p:spPr/>
      </p:pic>
    </p:spTree>
    <p:extLst>
      <p:ext uri="{BB962C8B-B14F-4D97-AF65-F5344CB8AC3E}">
        <p14:creationId xmlns:p14="http://schemas.microsoft.com/office/powerpoint/2010/main" val="32298005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163C2-F695-6162-75E0-B875E4AD994D}"/>
              </a:ext>
            </a:extLst>
          </p:cNvPr>
          <p:cNvSpPr>
            <a:spLocks noGrp="1"/>
          </p:cNvSpPr>
          <p:nvPr>
            <p:ph type="title"/>
          </p:nvPr>
        </p:nvSpPr>
        <p:spPr/>
        <p:txBody>
          <a:bodyPr>
            <a:normAutofit fontScale="90000"/>
          </a:bodyPr>
          <a:lstStyle/>
          <a:p>
            <a:r>
              <a:rPr lang="en-US" dirty="0"/>
              <a:t>Kruskal-Wallis and Dunn test on the categories</a:t>
            </a:r>
          </a:p>
        </p:txBody>
      </p:sp>
      <p:pic>
        <p:nvPicPr>
          <p:cNvPr id="29" name="Picture Placeholder 28" descr="A screenshot of a computer&#10;&#10;Description automatically generated">
            <a:extLst>
              <a:ext uri="{FF2B5EF4-FFF2-40B4-BE49-F238E27FC236}">
                <a16:creationId xmlns:a16="http://schemas.microsoft.com/office/drawing/2014/main" id="{1768C852-554E-4BB2-067B-CDB712BA20C6}"/>
              </a:ext>
            </a:extLst>
          </p:cNvPr>
          <p:cNvPicPr>
            <a:picLocks noGrp="1" noChangeAspect="1"/>
          </p:cNvPicPr>
          <p:nvPr>
            <p:ph type="pic" sz="quarter" idx="13"/>
          </p:nvPr>
        </p:nvPicPr>
        <p:blipFill rotWithShape="1">
          <a:blip r:embed="rId2"/>
          <a:srcRect t="-2183" b="-2183"/>
          <a:stretch/>
        </p:blipFill>
        <p:spPr/>
      </p:pic>
      <p:pic>
        <p:nvPicPr>
          <p:cNvPr id="23" name="Picture Placeholder 22" descr="A screenshot of a computer&#10;&#10;Description automatically generated">
            <a:extLst>
              <a:ext uri="{FF2B5EF4-FFF2-40B4-BE49-F238E27FC236}">
                <a16:creationId xmlns:a16="http://schemas.microsoft.com/office/drawing/2014/main" id="{1B004821-9AE4-15CD-193B-029D9B0913B0}"/>
              </a:ext>
            </a:extLst>
          </p:cNvPr>
          <p:cNvPicPr>
            <a:picLocks noGrp="1" noChangeAspect="1"/>
          </p:cNvPicPr>
          <p:nvPr>
            <p:ph type="pic" sz="quarter" idx="14"/>
          </p:nvPr>
        </p:nvPicPr>
        <p:blipFill rotWithShape="1">
          <a:blip r:embed="rId3"/>
          <a:srcRect t="-5983" b="-5983"/>
          <a:stretch/>
        </p:blipFill>
        <p:spPr/>
      </p:pic>
      <p:pic>
        <p:nvPicPr>
          <p:cNvPr id="31" name="Picture Placeholder 30" descr="A screenshot of a computer&#10;&#10;Description automatically generated">
            <a:extLst>
              <a:ext uri="{FF2B5EF4-FFF2-40B4-BE49-F238E27FC236}">
                <a16:creationId xmlns:a16="http://schemas.microsoft.com/office/drawing/2014/main" id="{DFAF7A33-6504-02AB-C7E8-D5BE5E7ABCA5}"/>
              </a:ext>
            </a:extLst>
          </p:cNvPr>
          <p:cNvPicPr>
            <a:picLocks noGrp="1" noChangeAspect="1"/>
          </p:cNvPicPr>
          <p:nvPr>
            <p:ph type="pic" sz="quarter" idx="17"/>
          </p:nvPr>
        </p:nvPicPr>
        <p:blipFill rotWithShape="1">
          <a:blip r:embed="rId4"/>
          <a:srcRect t="-3000" b="906"/>
          <a:stretch/>
        </p:blipFill>
        <p:spPr>
          <a:xfrm>
            <a:off x="411480" y="3438145"/>
            <a:ext cx="3246120" cy="2589276"/>
          </a:xfrm>
        </p:spPr>
      </p:pic>
      <p:sp>
        <p:nvSpPr>
          <p:cNvPr id="6" name="Slide Number Placeholder 5">
            <a:extLst>
              <a:ext uri="{FF2B5EF4-FFF2-40B4-BE49-F238E27FC236}">
                <a16:creationId xmlns:a16="http://schemas.microsoft.com/office/drawing/2014/main" id="{327F2781-1102-2774-F5B4-62CC4847A5B5}"/>
              </a:ext>
            </a:extLst>
          </p:cNvPr>
          <p:cNvSpPr>
            <a:spLocks noGrp="1"/>
          </p:cNvSpPr>
          <p:nvPr>
            <p:ph type="sldNum" sz="quarter" idx="20"/>
          </p:nvPr>
        </p:nvSpPr>
        <p:spPr/>
        <p:txBody>
          <a:bodyPr/>
          <a:lstStyle/>
          <a:p>
            <a:fld id="{A65A5C87-DF58-40C8-B092-1DE63DB4547E}" type="slidenum">
              <a:rPr lang="en-US" smtClean="0"/>
              <a:t>55</a:t>
            </a:fld>
            <a:endParaRPr lang="en-US" dirty="0"/>
          </a:p>
        </p:txBody>
      </p:sp>
      <p:pic>
        <p:nvPicPr>
          <p:cNvPr id="33" name="Picture Placeholder 32" descr="A screenshot of a computer&#10;&#10;Description automatically generated">
            <a:extLst>
              <a:ext uri="{FF2B5EF4-FFF2-40B4-BE49-F238E27FC236}">
                <a16:creationId xmlns:a16="http://schemas.microsoft.com/office/drawing/2014/main" id="{0E87FD86-AFDE-7E55-FBDA-57A704435368}"/>
              </a:ext>
            </a:extLst>
          </p:cNvPr>
          <p:cNvPicPr>
            <a:picLocks noGrp="1" noChangeAspect="1"/>
          </p:cNvPicPr>
          <p:nvPr>
            <p:ph type="pic" sz="quarter" idx="21"/>
          </p:nvPr>
        </p:nvPicPr>
        <p:blipFill rotWithShape="1">
          <a:blip r:embed="rId5"/>
          <a:srcRect t="-4796" b="484"/>
          <a:stretch/>
        </p:blipFill>
        <p:spPr>
          <a:xfrm>
            <a:off x="3767328" y="3438144"/>
            <a:ext cx="3246120" cy="2558796"/>
          </a:xfrm>
        </p:spPr>
      </p:pic>
      <p:sp>
        <p:nvSpPr>
          <p:cNvPr id="8" name="Text Placeholder 7">
            <a:extLst>
              <a:ext uri="{FF2B5EF4-FFF2-40B4-BE49-F238E27FC236}">
                <a16:creationId xmlns:a16="http://schemas.microsoft.com/office/drawing/2014/main" id="{1ED796A4-DAB7-22FB-F9A5-D44E3ABFBE4C}"/>
              </a:ext>
            </a:extLst>
          </p:cNvPr>
          <p:cNvSpPr>
            <a:spLocks noGrp="1"/>
          </p:cNvSpPr>
          <p:nvPr>
            <p:ph type="body" sz="quarter" idx="22"/>
          </p:nvPr>
        </p:nvSpPr>
        <p:spPr>
          <a:xfrm>
            <a:off x="7772400" y="2257425"/>
            <a:ext cx="3721100" cy="3695699"/>
          </a:xfrm>
        </p:spPr>
        <p:txBody>
          <a:bodyPr>
            <a:normAutofit/>
          </a:bodyPr>
          <a:lstStyle/>
          <a:p>
            <a:r>
              <a:rPr lang="en-US" sz="1600" dirty="0"/>
              <a:t>The Kruskal-Wallis test shows that there </a:t>
            </a:r>
            <a:r>
              <a:rPr lang="en-US" dirty="0"/>
              <a:t>are</a:t>
            </a:r>
            <a:r>
              <a:rPr lang="en-US" sz="1600" dirty="0"/>
              <a:t> a statistically significant differences for at least one group (p-value=0) in all categories, so the Dunn test can be performed.</a:t>
            </a:r>
          </a:p>
          <a:p>
            <a:r>
              <a:rPr lang="en-US" dirty="0"/>
              <a:t>The Dunn test with Bonferroni correction shows that for the Enumeration and Addition, and Result/Inference categories the differences are statistically relevant between Students and  three LLMs.</a:t>
            </a:r>
            <a:endParaRPr lang="en-US" sz="1600" dirty="0"/>
          </a:p>
        </p:txBody>
      </p:sp>
    </p:spTree>
    <p:extLst>
      <p:ext uri="{BB962C8B-B14F-4D97-AF65-F5344CB8AC3E}">
        <p14:creationId xmlns:p14="http://schemas.microsoft.com/office/powerpoint/2010/main" val="20542510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33A57-6A95-A98E-F48C-D0853428FE8C}"/>
              </a:ext>
            </a:extLst>
          </p:cNvPr>
          <p:cNvSpPr>
            <a:spLocks noGrp="1"/>
          </p:cNvSpPr>
          <p:nvPr>
            <p:ph type="title"/>
          </p:nvPr>
        </p:nvSpPr>
        <p:spPr>
          <a:xfrm>
            <a:off x="868680" y="1607291"/>
            <a:ext cx="3099816" cy="1709928"/>
          </a:xfrm>
        </p:spPr>
        <p:txBody>
          <a:bodyPr>
            <a:noAutofit/>
          </a:bodyPr>
          <a:lstStyle/>
          <a:p>
            <a:r>
              <a:rPr lang="en-US" sz="2400" dirty="0"/>
              <a:t>Comparison between Open LLMs, Closed LLMs and Students</a:t>
            </a:r>
          </a:p>
        </p:txBody>
      </p:sp>
      <p:pic>
        <p:nvPicPr>
          <p:cNvPr id="7" name="Picture Placeholder 6">
            <a:extLst>
              <a:ext uri="{FF2B5EF4-FFF2-40B4-BE49-F238E27FC236}">
                <a16:creationId xmlns:a16="http://schemas.microsoft.com/office/drawing/2014/main" id="{3CA1BEB1-89A4-7E61-7FE3-3E7021845B33}"/>
              </a:ext>
            </a:extLst>
          </p:cNvPr>
          <p:cNvPicPr>
            <a:picLocks noGrp="1" noChangeAspect="1"/>
          </p:cNvPicPr>
          <p:nvPr>
            <p:ph type="pic" idx="1"/>
          </p:nvPr>
        </p:nvPicPr>
        <p:blipFill rotWithShape="1">
          <a:blip r:embed="rId2">
            <a:extLst>
              <a:ext uri="{96DAC541-7B7A-43D3-8B79-37D633B846F1}">
                <asvg:svgBlip xmlns:asvg="http://schemas.microsoft.com/office/drawing/2016/SVG/main" r:embed="rId3"/>
              </a:ext>
            </a:extLst>
          </a:blip>
          <a:srcRect l="-4331" r="-4331"/>
          <a:stretch/>
        </p:blipFill>
        <p:spPr/>
      </p:pic>
      <p:sp>
        <p:nvSpPr>
          <p:cNvPr id="4" name="Text Placeholder 3">
            <a:extLst>
              <a:ext uri="{FF2B5EF4-FFF2-40B4-BE49-F238E27FC236}">
                <a16:creationId xmlns:a16="http://schemas.microsoft.com/office/drawing/2014/main" id="{3FB5789C-0E1B-B584-6672-192BD530BD01}"/>
              </a:ext>
            </a:extLst>
          </p:cNvPr>
          <p:cNvSpPr>
            <a:spLocks noGrp="1"/>
          </p:cNvSpPr>
          <p:nvPr>
            <p:ph type="body" sz="half" idx="2"/>
          </p:nvPr>
        </p:nvSpPr>
        <p:spPr>
          <a:xfrm>
            <a:off x="868680" y="3317220"/>
            <a:ext cx="3099816" cy="2466828"/>
          </a:xfrm>
        </p:spPr>
        <p:txBody>
          <a:bodyPr>
            <a:normAutofit fontScale="70000" lnSpcReduction="20000"/>
          </a:bodyPr>
          <a:lstStyle/>
          <a:p>
            <a:r>
              <a:rPr lang="en-US" dirty="0"/>
              <a:t>Open LLMs use linking adverbials more frequently than Closed LLMs and Students.</a:t>
            </a:r>
          </a:p>
          <a:p>
            <a:r>
              <a:rPr lang="en-US" dirty="0"/>
              <a:t>The Kruskal-Wallis test showed that difference in frequencies between Open LLM, Closed LLMs and Students is not statistically relevant (chi-squared = 12.25, </a:t>
            </a:r>
            <a:r>
              <a:rPr lang="en-US" dirty="0" err="1"/>
              <a:t>df</a:t>
            </a:r>
            <a:r>
              <a:rPr lang="en-US" dirty="0"/>
              <a:t> = 6, p-value = 0.06).</a:t>
            </a:r>
          </a:p>
          <a:p>
            <a:r>
              <a:rPr lang="en-US" dirty="0"/>
              <a:t>Open LLMs use even fewer Result/inference adverbials than Closed LLMs.</a:t>
            </a:r>
          </a:p>
        </p:txBody>
      </p:sp>
      <p:sp>
        <p:nvSpPr>
          <p:cNvPr id="5" name="Slide Number Placeholder 4">
            <a:extLst>
              <a:ext uri="{FF2B5EF4-FFF2-40B4-BE49-F238E27FC236}">
                <a16:creationId xmlns:a16="http://schemas.microsoft.com/office/drawing/2014/main" id="{1D287598-FF6B-5E84-88BA-96708CBC6BC7}"/>
              </a:ext>
            </a:extLst>
          </p:cNvPr>
          <p:cNvSpPr>
            <a:spLocks noGrp="1"/>
          </p:cNvSpPr>
          <p:nvPr>
            <p:ph type="sldNum" sz="quarter" idx="12"/>
          </p:nvPr>
        </p:nvSpPr>
        <p:spPr/>
        <p:txBody>
          <a:bodyPr/>
          <a:lstStyle/>
          <a:p>
            <a:fld id="{A65A5C87-DF58-40C8-B092-1DE63DB4547E}" type="slidenum">
              <a:rPr lang="en-US" smtClean="0"/>
              <a:t>56</a:t>
            </a:fld>
            <a:endParaRPr lang="en-US" dirty="0"/>
          </a:p>
        </p:txBody>
      </p:sp>
    </p:spTree>
    <p:extLst>
      <p:ext uri="{BB962C8B-B14F-4D97-AF65-F5344CB8AC3E}">
        <p14:creationId xmlns:p14="http://schemas.microsoft.com/office/powerpoint/2010/main" val="10122093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09472-1C7E-BF12-E12E-C8603A03FBE1}"/>
              </a:ext>
            </a:extLst>
          </p:cNvPr>
          <p:cNvSpPr>
            <a:spLocks noGrp="1"/>
          </p:cNvSpPr>
          <p:nvPr>
            <p:ph type="title"/>
          </p:nvPr>
        </p:nvSpPr>
        <p:spPr/>
        <p:txBody>
          <a:bodyPr>
            <a:normAutofit/>
          </a:bodyPr>
          <a:lstStyle/>
          <a:p>
            <a:r>
              <a:rPr lang="en-US" sz="2800" dirty="0"/>
              <a:t>Frequency of categories by topic type </a:t>
            </a:r>
          </a:p>
        </p:txBody>
      </p:sp>
      <p:sp>
        <p:nvSpPr>
          <p:cNvPr id="4" name="Text Placeholder 3">
            <a:extLst>
              <a:ext uri="{FF2B5EF4-FFF2-40B4-BE49-F238E27FC236}">
                <a16:creationId xmlns:a16="http://schemas.microsoft.com/office/drawing/2014/main" id="{40999230-ADFD-F00C-81F4-2224C9FBA41C}"/>
              </a:ext>
            </a:extLst>
          </p:cNvPr>
          <p:cNvSpPr>
            <a:spLocks noGrp="1"/>
          </p:cNvSpPr>
          <p:nvPr>
            <p:ph type="body" sz="half" idx="2"/>
          </p:nvPr>
        </p:nvSpPr>
        <p:spPr/>
        <p:txBody>
          <a:bodyPr>
            <a:normAutofit fontScale="70000" lnSpcReduction="20000"/>
          </a:bodyPr>
          <a:lstStyle/>
          <a:p>
            <a:r>
              <a:rPr lang="en-US" dirty="0"/>
              <a:t>In independent essays LLMs use Enumeration and Addition adverbials very frequently, while Result/Inference adverbials are rare.</a:t>
            </a:r>
          </a:p>
          <a:p>
            <a:r>
              <a:rPr lang="en-US" dirty="0"/>
              <a:t>In source-based essays, both groups use fewer adverbials across all categories compared to independent essays. The reduction in Result/Inference adverbials is notable in LLMs</a:t>
            </a:r>
          </a:p>
        </p:txBody>
      </p:sp>
      <p:sp>
        <p:nvSpPr>
          <p:cNvPr id="5" name="Slide Number Placeholder 4">
            <a:extLst>
              <a:ext uri="{FF2B5EF4-FFF2-40B4-BE49-F238E27FC236}">
                <a16:creationId xmlns:a16="http://schemas.microsoft.com/office/drawing/2014/main" id="{302BE638-A690-002C-8DC9-BEFA368F4D55}"/>
              </a:ext>
            </a:extLst>
          </p:cNvPr>
          <p:cNvSpPr>
            <a:spLocks noGrp="1"/>
          </p:cNvSpPr>
          <p:nvPr>
            <p:ph type="sldNum" sz="quarter" idx="12"/>
          </p:nvPr>
        </p:nvSpPr>
        <p:spPr/>
        <p:txBody>
          <a:bodyPr/>
          <a:lstStyle/>
          <a:p>
            <a:fld id="{A65A5C87-DF58-40C8-B092-1DE63DB4547E}" type="slidenum">
              <a:rPr lang="en-US" smtClean="0"/>
              <a:t>57</a:t>
            </a:fld>
            <a:endParaRPr lang="en-US" dirty="0"/>
          </a:p>
        </p:txBody>
      </p:sp>
      <p:pic>
        <p:nvPicPr>
          <p:cNvPr id="19" name="Picture Placeholder 18">
            <a:extLst>
              <a:ext uri="{FF2B5EF4-FFF2-40B4-BE49-F238E27FC236}">
                <a16:creationId xmlns:a16="http://schemas.microsoft.com/office/drawing/2014/main" id="{9015D265-6A2F-6136-5418-3F3E77B6DC3A}"/>
              </a:ext>
            </a:extLst>
          </p:cNvPr>
          <p:cNvPicPr>
            <a:picLocks noGrp="1" noChangeAspect="1"/>
          </p:cNvPicPr>
          <p:nvPr>
            <p:ph type="pic" idx="1"/>
          </p:nvPr>
        </p:nvPicPr>
        <p:blipFill rotWithShape="1">
          <a:blip r:embed="rId2">
            <a:extLst>
              <a:ext uri="{96DAC541-7B7A-43D3-8B79-37D633B846F1}">
                <asvg:svgBlip xmlns:asvg="http://schemas.microsoft.com/office/drawing/2016/SVG/main" r:embed="rId3"/>
              </a:ext>
            </a:extLst>
          </a:blip>
          <a:srcRect l="-4331" r="-4331"/>
          <a:stretch/>
        </p:blipFill>
        <p:spPr/>
      </p:pic>
    </p:spTree>
    <p:extLst>
      <p:ext uri="{BB962C8B-B14F-4D97-AF65-F5344CB8AC3E}">
        <p14:creationId xmlns:p14="http://schemas.microsoft.com/office/powerpoint/2010/main" val="9877273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Rectangle 19">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304294-B25F-3CE9-5680-F220890FD351}"/>
              </a:ext>
            </a:extLst>
          </p:cNvPr>
          <p:cNvSpPr>
            <a:spLocks noGrp="1"/>
          </p:cNvSpPr>
          <p:nvPr>
            <p:ph type="title"/>
          </p:nvPr>
        </p:nvSpPr>
        <p:spPr>
          <a:xfrm>
            <a:off x="429768" y="411480"/>
            <a:ext cx="11201400" cy="1106424"/>
          </a:xfrm>
        </p:spPr>
        <p:txBody>
          <a:bodyPr vert="horz" lIns="91440" tIns="45720" rIns="91440" bIns="45720" rtlCol="0" anchor="ctr">
            <a:normAutofit/>
          </a:bodyPr>
          <a:lstStyle/>
          <a:p>
            <a:pPr>
              <a:lnSpc>
                <a:spcPct val="90000"/>
              </a:lnSpc>
            </a:pPr>
            <a:r>
              <a:rPr lang="en-US" sz="3600" dirty="0"/>
              <a:t>Most used Apposition and Summation adverbials</a:t>
            </a:r>
          </a:p>
        </p:txBody>
      </p:sp>
      <p:sp>
        <p:nvSpPr>
          <p:cNvPr id="22" name="Rectangle 21">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Placeholder 8" descr="A graph of different types of objects&#10;&#10;Description automatically generated with medium confidence">
            <a:extLst>
              <a:ext uri="{FF2B5EF4-FFF2-40B4-BE49-F238E27FC236}">
                <a16:creationId xmlns:a16="http://schemas.microsoft.com/office/drawing/2014/main" id="{758BE2F3-C4A3-B35C-795E-07F949810F59}"/>
              </a:ext>
            </a:extLst>
          </p:cNvPr>
          <p:cNvPicPr>
            <a:picLocks noGrp="1" noChangeAspect="1"/>
          </p:cNvPicPr>
          <p:nvPr>
            <p:ph type="pic" idx="1"/>
          </p:nvPr>
        </p:nvPicPr>
        <p:blipFill rotWithShape="1">
          <a:blip r:embed="rId2"/>
          <a:srcRect l="-3631" r="-3631"/>
          <a:stretch/>
        </p:blipFill>
        <p:spPr>
          <a:xfrm>
            <a:off x="507281" y="1719072"/>
            <a:ext cx="6547525" cy="4517136"/>
          </a:xfrm>
          <a:prstGeom prst="rect">
            <a:avLst/>
          </a:prstGeom>
        </p:spPr>
      </p:pic>
      <p:sp useBgFill="1">
        <p:nvSpPr>
          <p:cNvPr id="24" name="Rectangle 23">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853E271B-F2F8-467B-0F2D-E3F4836B5E1A}"/>
              </a:ext>
            </a:extLst>
          </p:cNvPr>
          <p:cNvSpPr>
            <a:spLocks noGrp="1"/>
          </p:cNvSpPr>
          <p:nvPr>
            <p:ph type="body" sz="half" idx="2"/>
          </p:nvPr>
        </p:nvSpPr>
        <p:spPr>
          <a:xfrm>
            <a:off x="7938752" y="2020824"/>
            <a:ext cx="3455097" cy="3959352"/>
          </a:xfrm>
        </p:spPr>
        <p:txBody>
          <a:bodyPr vert="horz" lIns="91440" tIns="45720" rIns="91440" bIns="45720" rtlCol="0" anchor="ctr">
            <a:normAutofit fontScale="92500"/>
          </a:bodyPr>
          <a:lstStyle/>
          <a:p>
            <a:r>
              <a:rPr lang="en-US" sz="1700" dirty="0"/>
              <a:t>For Apposition adverbials, “for instance” and “for example” are the most used by both LLMs and Students, but “for instance” occurs only sporadically in student essays.</a:t>
            </a:r>
          </a:p>
          <a:p>
            <a:r>
              <a:rPr lang="en-US" sz="1700" dirty="0"/>
              <a:t>“Specifically” and “namely” are used only by LLMs while “that is” and “in other words” only by students.</a:t>
            </a:r>
          </a:p>
          <a:p>
            <a:r>
              <a:rPr lang="en-US" sz="1700" dirty="0"/>
              <a:t>For Summation adverbials, LLMs use only “in conclusion”, while students choose among four options.</a:t>
            </a:r>
          </a:p>
        </p:txBody>
      </p:sp>
      <p:sp>
        <p:nvSpPr>
          <p:cNvPr id="7" name="Slide Number Placeholder 6">
            <a:extLst>
              <a:ext uri="{FF2B5EF4-FFF2-40B4-BE49-F238E27FC236}">
                <a16:creationId xmlns:a16="http://schemas.microsoft.com/office/drawing/2014/main" id="{F10E7110-96E0-BCFF-4CC5-B4EC0236BECB}"/>
              </a:ext>
            </a:extLst>
          </p:cNvPr>
          <p:cNvSpPr>
            <a:spLocks noGrp="1"/>
          </p:cNvSpPr>
          <p:nvPr>
            <p:ph type="sldNum" sz="quarter" idx="12"/>
          </p:nvPr>
        </p:nvSpPr>
        <p:spPr>
          <a:xfrm>
            <a:off x="8595360"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58</a:t>
            </a:fld>
            <a:endParaRPr lang="en-US">
              <a:solidFill>
                <a:schemeClr val="tx2">
                  <a:lumMod val="50000"/>
                  <a:lumOff val="50000"/>
                </a:schemeClr>
              </a:solidFill>
            </a:endParaRPr>
          </a:p>
        </p:txBody>
      </p:sp>
    </p:spTree>
    <p:extLst>
      <p:ext uri="{BB962C8B-B14F-4D97-AF65-F5344CB8AC3E}">
        <p14:creationId xmlns:p14="http://schemas.microsoft.com/office/powerpoint/2010/main" val="8172920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Rectangle 18">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304294-B25F-3CE9-5680-F220890FD351}"/>
              </a:ext>
            </a:extLst>
          </p:cNvPr>
          <p:cNvSpPr>
            <a:spLocks noGrp="1"/>
          </p:cNvSpPr>
          <p:nvPr>
            <p:ph type="title"/>
          </p:nvPr>
        </p:nvSpPr>
        <p:spPr>
          <a:xfrm>
            <a:off x="429768" y="411480"/>
            <a:ext cx="11201400" cy="1106424"/>
          </a:xfrm>
        </p:spPr>
        <p:txBody>
          <a:bodyPr vert="horz" lIns="91440" tIns="45720" rIns="91440" bIns="45720" rtlCol="0" anchor="ctr">
            <a:normAutofit/>
          </a:bodyPr>
          <a:lstStyle/>
          <a:p>
            <a:pPr>
              <a:lnSpc>
                <a:spcPct val="90000"/>
              </a:lnSpc>
            </a:pPr>
            <a:r>
              <a:rPr lang="en-US" sz="3600" dirty="0"/>
              <a:t>Most used Contrast/Concession adverbials</a:t>
            </a:r>
          </a:p>
        </p:txBody>
      </p:sp>
      <p:sp>
        <p:nvSpPr>
          <p:cNvPr id="21" name="Rectangle 20">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Placeholder 7" descr="A graph of a student and a student&#10;&#10;Description automatically generated">
            <a:extLst>
              <a:ext uri="{FF2B5EF4-FFF2-40B4-BE49-F238E27FC236}">
                <a16:creationId xmlns:a16="http://schemas.microsoft.com/office/drawing/2014/main" id="{15D37501-76A5-66E0-B385-7CE2EBC02708}"/>
              </a:ext>
            </a:extLst>
          </p:cNvPr>
          <p:cNvPicPr>
            <a:picLocks noGrp="1" noChangeAspect="1"/>
          </p:cNvPicPr>
          <p:nvPr>
            <p:ph type="pic" idx="1"/>
          </p:nvPr>
        </p:nvPicPr>
        <p:blipFill rotWithShape="1">
          <a:blip r:embed="rId2"/>
          <a:srcRect t="-6048" b="-6048"/>
          <a:stretch/>
        </p:blipFill>
        <p:spPr>
          <a:xfrm>
            <a:off x="393191" y="1491440"/>
            <a:ext cx="6707134" cy="4623830"/>
          </a:xfrm>
          <a:prstGeom prst="rect">
            <a:avLst/>
          </a:prstGeom>
        </p:spPr>
      </p:pic>
      <p:sp useBgFill="1">
        <p:nvSpPr>
          <p:cNvPr id="23" name="Rectangle 22">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853E271B-F2F8-467B-0F2D-E3F4836B5E1A}"/>
              </a:ext>
            </a:extLst>
          </p:cNvPr>
          <p:cNvSpPr>
            <a:spLocks noGrp="1"/>
          </p:cNvSpPr>
          <p:nvPr>
            <p:ph type="body" sz="half" idx="2"/>
          </p:nvPr>
        </p:nvSpPr>
        <p:spPr>
          <a:xfrm>
            <a:off x="7938752" y="2020824"/>
            <a:ext cx="3455097" cy="3959352"/>
          </a:xfrm>
        </p:spPr>
        <p:txBody>
          <a:bodyPr vert="horz" lIns="91440" tIns="45720" rIns="91440" bIns="45720" rtlCol="0" anchor="ctr">
            <a:normAutofit/>
          </a:bodyPr>
          <a:lstStyle/>
          <a:p>
            <a:r>
              <a:rPr lang="en-US" sz="1700" dirty="0"/>
              <a:t>“still” is the preferred Contrast/Concession adverbial for students, while “however” is the most used by LLMs.</a:t>
            </a:r>
          </a:p>
          <a:p>
            <a:r>
              <a:rPr lang="en-US" sz="1700" dirty="0"/>
              <a:t>In this case, LLMs show more variability, they use “conversely”, “nevertheless” which do not appear in the Student corpus.</a:t>
            </a:r>
          </a:p>
          <a:p>
            <a:r>
              <a:rPr lang="en-US" sz="1600" dirty="0"/>
              <a:t>Students rely more heavily on words like "of course" and "anyway“.</a:t>
            </a:r>
            <a:endParaRPr lang="en-US" sz="1700" dirty="0"/>
          </a:p>
        </p:txBody>
      </p:sp>
      <p:sp>
        <p:nvSpPr>
          <p:cNvPr id="7" name="Slide Number Placeholder 6">
            <a:extLst>
              <a:ext uri="{FF2B5EF4-FFF2-40B4-BE49-F238E27FC236}">
                <a16:creationId xmlns:a16="http://schemas.microsoft.com/office/drawing/2014/main" id="{F10E7110-96E0-BCFF-4CC5-B4EC0236BECB}"/>
              </a:ext>
            </a:extLst>
          </p:cNvPr>
          <p:cNvSpPr>
            <a:spLocks noGrp="1"/>
          </p:cNvSpPr>
          <p:nvPr>
            <p:ph type="sldNum" sz="quarter" idx="12"/>
          </p:nvPr>
        </p:nvSpPr>
        <p:spPr>
          <a:xfrm>
            <a:off x="8595360"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59</a:t>
            </a:fld>
            <a:endParaRPr lang="en-US">
              <a:solidFill>
                <a:schemeClr val="tx2">
                  <a:lumMod val="50000"/>
                  <a:lumOff val="50000"/>
                </a:schemeClr>
              </a:solidFill>
            </a:endParaRPr>
          </a:p>
        </p:txBody>
      </p:sp>
    </p:spTree>
    <p:extLst>
      <p:ext uri="{BB962C8B-B14F-4D97-AF65-F5344CB8AC3E}">
        <p14:creationId xmlns:p14="http://schemas.microsoft.com/office/powerpoint/2010/main" val="22485834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Rectangle 19">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Rectangle 23">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304294-B25F-3CE9-5680-F220890FD351}"/>
              </a:ext>
            </a:extLst>
          </p:cNvPr>
          <p:cNvSpPr>
            <a:spLocks noGrp="1"/>
          </p:cNvSpPr>
          <p:nvPr>
            <p:ph type="title"/>
          </p:nvPr>
        </p:nvSpPr>
        <p:spPr>
          <a:xfrm>
            <a:off x="429768" y="411480"/>
            <a:ext cx="11201400" cy="1106424"/>
          </a:xfrm>
        </p:spPr>
        <p:txBody>
          <a:bodyPr vert="horz" lIns="91440" tIns="45720" rIns="91440" bIns="45720" rtlCol="0" anchor="ctr">
            <a:normAutofit/>
          </a:bodyPr>
          <a:lstStyle/>
          <a:p>
            <a:pPr>
              <a:lnSpc>
                <a:spcPct val="90000"/>
              </a:lnSpc>
            </a:pPr>
            <a:r>
              <a:rPr lang="en-US" sz="3600" dirty="0"/>
              <a:t>Most used Enumeration and Addition adverbials</a:t>
            </a:r>
          </a:p>
        </p:txBody>
      </p:sp>
      <p:sp>
        <p:nvSpPr>
          <p:cNvPr id="26" name="Rectangle 25">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Placeholder 12" descr="A graph of a student and a student&#10;&#10;Description automatically generated">
            <a:extLst>
              <a:ext uri="{FF2B5EF4-FFF2-40B4-BE49-F238E27FC236}">
                <a16:creationId xmlns:a16="http://schemas.microsoft.com/office/drawing/2014/main" id="{96CF2427-80CB-7338-F1DE-8E2008C6A718}"/>
              </a:ext>
            </a:extLst>
          </p:cNvPr>
          <p:cNvPicPr>
            <a:picLocks noGrp="1" noChangeAspect="1"/>
          </p:cNvPicPr>
          <p:nvPr>
            <p:ph type="pic" idx="1"/>
          </p:nvPr>
        </p:nvPicPr>
        <p:blipFill rotWithShape="1">
          <a:blip r:embed="rId2"/>
          <a:srcRect t="-641" b="-641"/>
          <a:stretch/>
        </p:blipFill>
        <p:spPr>
          <a:xfrm>
            <a:off x="513672" y="1719072"/>
            <a:ext cx="6534743" cy="4517136"/>
          </a:xfrm>
          <a:prstGeom prst="rect">
            <a:avLst/>
          </a:prstGeom>
        </p:spPr>
      </p:pic>
      <p:sp useBgFill="1">
        <p:nvSpPr>
          <p:cNvPr id="28" name="Rectangle 27">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853E271B-F2F8-467B-0F2D-E3F4836B5E1A}"/>
              </a:ext>
            </a:extLst>
          </p:cNvPr>
          <p:cNvSpPr>
            <a:spLocks noGrp="1"/>
          </p:cNvSpPr>
          <p:nvPr>
            <p:ph type="body" sz="half" idx="2"/>
          </p:nvPr>
        </p:nvSpPr>
        <p:spPr>
          <a:xfrm>
            <a:off x="7938752" y="2020824"/>
            <a:ext cx="3455097" cy="3959352"/>
          </a:xfrm>
        </p:spPr>
        <p:txBody>
          <a:bodyPr vert="horz" lIns="91440" tIns="45720" rIns="91440" bIns="45720" rtlCol="0" anchor="ctr">
            <a:normAutofit/>
          </a:bodyPr>
          <a:lstStyle/>
          <a:p>
            <a:r>
              <a:rPr lang="en-US" sz="1600" dirty="0"/>
              <a:t>Both the LLMs and students use the word “also” far more frequently than any other adverbial, especially students.</a:t>
            </a:r>
          </a:p>
          <a:p>
            <a:r>
              <a:rPr lang="en-US" sz="1600" dirty="0"/>
              <a:t>Students frequently use “too”, “as well”, which are rare in essays by LLMs.</a:t>
            </a:r>
          </a:p>
          <a:p>
            <a:r>
              <a:rPr lang="en-US" sz="1600" dirty="0"/>
              <a:t>LLMs use “furthermore”, “moreover”, “additionally” and “similarly” more frequently than students.</a:t>
            </a:r>
            <a:endParaRPr lang="en-US" sz="1700" dirty="0"/>
          </a:p>
        </p:txBody>
      </p:sp>
      <p:sp>
        <p:nvSpPr>
          <p:cNvPr id="7" name="Slide Number Placeholder 6">
            <a:extLst>
              <a:ext uri="{FF2B5EF4-FFF2-40B4-BE49-F238E27FC236}">
                <a16:creationId xmlns:a16="http://schemas.microsoft.com/office/drawing/2014/main" id="{F10E7110-96E0-BCFF-4CC5-B4EC0236BECB}"/>
              </a:ext>
            </a:extLst>
          </p:cNvPr>
          <p:cNvSpPr>
            <a:spLocks noGrp="1"/>
          </p:cNvSpPr>
          <p:nvPr>
            <p:ph type="sldNum" sz="quarter" idx="12"/>
          </p:nvPr>
        </p:nvSpPr>
        <p:spPr>
          <a:xfrm>
            <a:off x="8595360"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60</a:t>
            </a:fld>
            <a:endParaRPr lang="en-US">
              <a:solidFill>
                <a:schemeClr val="tx2">
                  <a:lumMod val="50000"/>
                  <a:lumOff val="50000"/>
                </a:schemeClr>
              </a:solidFill>
            </a:endParaRPr>
          </a:p>
        </p:txBody>
      </p:sp>
    </p:spTree>
    <p:extLst>
      <p:ext uri="{BB962C8B-B14F-4D97-AF65-F5344CB8AC3E}">
        <p14:creationId xmlns:p14="http://schemas.microsoft.com/office/powerpoint/2010/main" val="20803148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Rectangle 18">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304294-B25F-3CE9-5680-F220890FD351}"/>
              </a:ext>
            </a:extLst>
          </p:cNvPr>
          <p:cNvSpPr>
            <a:spLocks noGrp="1"/>
          </p:cNvSpPr>
          <p:nvPr>
            <p:ph type="title"/>
          </p:nvPr>
        </p:nvSpPr>
        <p:spPr>
          <a:xfrm>
            <a:off x="429768" y="411480"/>
            <a:ext cx="11201400" cy="1106424"/>
          </a:xfrm>
        </p:spPr>
        <p:txBody>
          <a:bodyPr vert="horz" lIns="91440" tIns="45720" rIns="91440" bIns="45720" rtlCol="0" anchor="ctr">
            <a:normAutofit/>
          </a:bodyPr>
          <a:lstStyle/>
          <a:p>
            <a:pPr>
              <a:lnSpc>
                <a:spcPct val="90000"/>
              </a:lnSpc>
            </a:pPr>
            <a:r>
              <a:rPr lang="en-US" sz="3600" dirty="0"/>
              <a:t>Most used Result/Inference and Transition adverbials</a:t>
            </a:r>
          </a:p>
        </p:txBody>
      </p:sp>
      <p:sp>
        <p:nvSpPr>
          <p:cNvPr id="21" name="Rectangle 20">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Placeholder 7" descr="A graph of a student and a student&#10;&#10;Description automatically generated">
            <a:extLst>
              <a:ext uri="{FF2B5EF4-FFF2-40B4-BE49-F238E27FC236}">
                <a16:creationId xmlns:a16="http://schemas.microsoft.com/office/drawing/2014/main" id="{E97B2652-BA49-F53E-A30F-C46B22758CF7}"/>
              </a:ext>
            </a:extLst>
          </p:cNvPr>
          <p:cNvPicPr>
            <a:picLocks noGrp="1" noChangeAspect="1"/>
          </p:cNvPicPr>
          <p:nvPr>
            <p:ph type="pic" idx="1"/>
          </p:nvPr>
        </p:nvPicPr>
        <p:blipFill rotWithShape="1">
          <a:blip r:embed="rId2"/>
          <a:srcRect l="-2385" r="-2385"/>
          <a:stretch/>
        </p:blipFill>
        <p:spPr>
          <a:xfrm>
            <a:off x="505886" y="1719072"/>
            <a:ext cx="6550316" cy="4517136"/>
          </a:xfrm>
          <a:prstGeom prst="rect">
            <a:avLst/>
          </a:prstGeom>
        </p:spPr>
      </p:pic>
      <p:sp useBgFill="1">
        <p:nvSpPr>
          <p:cNvPr id="23" name="Rectangle 22">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853E271B-F2F8-467B-0F2D-E3F4836B5E1A}"/>
              </a:ext>
            </a:extLst>
          </p:cNvPr>
          <p:cNvSpPr>
            <a:spLocks noGrp="1"/>
          </p:cNvSpPr>
          <p:nvPr>
            <p:ph type="body" sz="half" idx="2"/>
          </p:nvPr>
        </p:nvSpPr>
        <p:spPr>
          <a:xfrm>
            <a:off x="7938752" y="2020824"/>
            <a:ext cx="3455097" cy="3959352"/>
          </a:xfrm>
        </p:spPr>
        <p:txBody>
          <a:bodyPr vert="horz" lIns="91440" tIns="45720" rIns="91440" bIns="45720" rtlCol="0" anchor="ctr">
            <a:normAutofit/>
          </a:bodyPr>
          <a:lstStyle/>
          <a:p>
            <a:r>
              <a:rPr lang="en-US" sz="1700" dirty="0"/>
              <a:t>For Result/Inference adverbials, “so” is the most used by students, followed by “then”, while LLMs prefer “thereby”, which is not used by students, “therefore” and “consequently”.</a:t>
            </a:r>
          </a:p>
          <a:p>
            <a:r>
              <a:rPr lang="en-US" sz="1700" dirty="0"/>
              <a:t>For Transition adverbials, LLMs and students make completely different choices: “in comparison” and “meanwhile” are used by LLMs and “now” and “by the way” by students.</a:t>
            </a:r>
          </a:p>
        </p:txBody>
      </p:sp>
      <p:sp>
        <p:nvSpPr>
          <p:cNvPr id="7" name="Slide Number Placeholder 6">
            <a:extLst>
              <a:ext uri="{FF2B5EF4-FFF2-40B4-BE49-F238E27FC236}">
                <a16:creationId xmlns:a16="http://schemas.microsoft.com/office/drawing/2014/main" id="{F10E7110-96E0-BCFF-4CC5-B4EC0236BECB}"/>
              </a:ext>
            </a:extLst>
          </p:cNvPr>
          <p:cNvSpPr>
            <a:spLocks noGrp="1"/>
          </p:cNvSpPr>
          <p:nvPr>
            <p:ph type="sldNum" sz="quarter" idx="12"/>
          </p:nvPr>
        </p:nvSpPr>
        <p:spPr>
          <a:xfrm>
            <a:off x="8595360"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61</a:t>
            </a:fld>
            <a:endParaRPr lang="en-US">
              <a:solidFill>
                <a:schemeClr val="tx2">
                  <a:lumMod val="50000"/>
                  <a:lumOff val="50000"/>
                </a:schemeClr>
              </a:solidFill>
            </a:endParaRPr>
          </a:p>
        </p:txBody>
      </p:sp>
    </p:spTree>
    <p:extLst>
      <p:ext uri="{BB962C8B-B14F-4D97-AF65-F5344CB8AC3E}">
        <p14:creationId xmlns:p14="http://schemas.microsoft.com/office/powerpoint/2010/main" val="18215259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E9854-CA77-640C-E40F-12E3A571CD26}"/>
              </a:ext>
            </a:extLst>
          </p:cNvPr>
          <p:cNvSpPr>
            <a:spLocks noGrp="1"/>
          </p:cNvSpPr>
          <p:nvPr>
            <p:ph type="title"/>
          </p:nvPr>
        </p:nvSpPr>
        <p:spPr/>
        <p:txBody>
          <a:bodyPr>
            <a:normAutofit fontScale="90000"/>
          </a:bodyPr>
          <a:lstStyle/>
          <a:p>
            <a:r>
              <a:rPr lang="en-US" sz="2800" dirty="0"/>
              <a:t>Use of Enumeration and Addition adverbials in LLMs</a:t>
            </a:r>
          </a:p>
        </p:txBody>
      </p:sp>
      <p:sp>
        <p:nvSpPr>
          <p:cNvPr id="4" name="Text Placeholder 3">
            <a:extLst>
              <a:ext uri="{FF2B5EF4-FFF2-40B4-BE49-F238E27FC236}">
                <a16:creationId xmlns:a16="http://schemas.microsoft.com/office/drawing/2014/main" id="{2ADB810A-09F8-D247-652B-572735A18C1F}"/>
              </a:ext>
            </a:extLst>
          </p:cNvPr>
          <p:cNvSpPr>
            <a:spLocks noGrp="1"/>
          </p:cNvSpPr>
          <p:nvPr>
            <p:ph type="body" sz="half" idx="2"/>
          </p:nvPr>
        </p:nvSpPr>
        <p:spPr/>
        <p:txBody>
          <a:bodyPr>
            <a:normAutofit fontScale="85000" lnSpcReduction="10000"/>
          </a:bodyPr>
          <a:lstStyle/>
          <a:p>
            <a:r>
              <a:rPr lang="en-US" dirty="0"/>
              <a:t>The density plot of the positioning of the occurrences of linking adverbials shows that they are used appropriately by LLMs (occurrences of “first-firstly” appear at the beginning, followed by “second-secondly”…)</a:t>
            </a:r>
          </a:p>
        </p:txBody>
      </p:sp>
      <p:sp>
        <p:nvSpPr>
          <p:cNvPr id="5" name="Slide Number Placeholder 4">
            <a:extLst>
              <a:ext uri="{FF2B5EF4-FFF2-40B4-BE49-F238E27FC236}">
                <a16:creationId xmlns:a16="http://schemas.microsoft.com/office/drawing/2014/main" id="{3DE793A2-84AD-B543-DD94-AB5A4FEAA5A7}"/>
              </a:ext>
            </a:extLst>
          </p:cNvPr>
          <p:cNvSpPr>
            <a:spLocks noGrp="1"/>
          </p:cNvSpPr>
          <p:nvPr>
            <p:ph type="sldNum" sz="quarter" idx="12"/>
          </p:nvPr>
        </p:nvSpPr>
        <p:spPr/>
        <p:txBody>
          <a:bodyPr/>
          <a:lstStyle/>
          <a:p>
            <a:fld id="{A65A5C87-DF58-40C8-B092-1DE63DB4547E}" type="slidenum">
              <a:rPr lang="en-US" smtClean="0"/>
              <a:t>62</a:t>
            </a:fld>
            <a:endParaRPr lang="en-US" dirty="0"/>
          </a:p>
        </p:txBody>
      </p:sp>
      <p:pic>
        <p:nvPicPr>
          <p:cNvPr id="19" name="Picture Placeholder 18">
            <a:extLst>
              <a:ext uri="{FF2B5EF4-FFF2-40B4-BE49-F238E27FC236}">
                <a16:creationId xmlns:a16="http://schemas.microsoft.com/office/drawing/2014/main" id="{BD26DBA6-2D17-9D19-3301-D9D5AE29E886}"/>
              </a:ext>
            </a:extLst>
          </p:cNvPr>
          <p:cNvPicPr>
            <a:picLocks noGrp="1" noChangeAspect="1"/>
          </p:cNvPicPr>
          <p:nvPr>
            <p:ph type="pic" idx="1"/>
          </p:nvPr>
        </p:nvPicPr>
        <p:blipFill rotWithShape="1">
          <a:blip r:embed="rId2">
            <a:extLst>
              <a:ext uri="{96DAC541-7B7A-43D3-8B79-37D633B846F1}">
                <asvg:svgBlip xmlns:asvg="http://schemas.microsoft.com/office/drawing/2016/SVG/main" r:embed="rId3"/>
              </a:ext>
            </a:extLst>
          </a:blip>
          <a:srcRect l="-4331" r="-4331"/>
          <a:stretch/>
        </p:blipFill>
        <p:spPr/>
      </p:pic>
    </p:spTree>
    <p:extLst>
      <p:ext uri="{BB962C8B-B14F-4D97-AF65-F5344CB8AC3E}">
        <p14:creationId xmlns:p14="http://schemas.microsoft.com/office/powerpoint/2010/main" val="38253631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 name="Rectangle 103">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5" name="Rectangle 104">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6" name="Rectangle 105">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7" name="Rectangle 106">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8" name="Rectangle 107">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FF7675-8E8E-84D2-5182-01A1C9EFDE2E}"/>
              </a:ext>
            </a:extLst>
          </p:cNvPr>
          <p:cNvSpPr>
            <a:spLocks noGrp="1"/>
          </p:cNvSpPr>
          <p:nvPr>
            <p:ph type="title"/>
          </p:nvPr>
        </p:nvSpPr>
        <p:spPr>
          <a:xfrm>
            <a:off x="841247" y="978619"/>
            <a:ext cx="3410712" cy="1106424"/>
          </a:xfrm>
        </p:spPr>
        <p:txBody>
          <a:bodyPr vert="horz" lIns="91440" tIns="45720" rIns="91440" bIns="45720" rtlCol="0" anchor="ctr">
            <a:normAutofit fontScale="90000"/>
          </a:bodyPr>
          <a:lstStyle/>
          <a:p>
            <a:pPr>
              <a:lnSpc>
                <a:spcPct val="90000"/>
              </a:lnSpc>
            </a:pPr>
            <a:r>
              <a:rPr lang="en-US" sz="2200" dirty="0"/>
              <a:t>Pattern of use of Enumeration and Addition adverbials in LLMs</a:t>
            </a:r>
            <a:endParaRPr lang="en-US" sz="2400" dirty="0"/>
          </a:p>
        </p:txBody>
      </p:sp>
      <p:sp>
        <p:nvSpPr>
          <p:cNvPr id="109" name="Rectangle 108">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 name="Rectangle 102">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58EE41DD-E7FC-07C3-D41B-B38B88E3A39C}"/>
              </a:ext>
            </a:extLst>
          </p:cNvPr>
          <p:cNvSpPr>
            <a:spLocks noGrp="1"/>
          </p:cNvSpPr>
          <p:nvPr>
            <p:ph type="body" sz="half" idx="2"/>
          </p:nvPr>
        </p:nvSpPr>
        <p:spPr>
          <a:xfrm>
            <a:off x="841248" y="2252870"/>
            <a:ext cx="3412219" cy="3560251"/>
          </a:xfrm>
        </p:spPr>
        <p:txBody>
          <a:bodyPr vert="horz" lIns="91440" tIns="45720" rIns="91440" bIns="45720" rtlCol="0">
            <a:normAutofit/>
          </a:bodyPr>
          <a:lstStyle/>
          <a:p>
            <a:r>
              <a:rPr lang="en-US" sz="1700" dirty="0"/>
              <a:t>Llama and Mistral frequently use “firstly” followed by “secondly”.</a:t>
            </a:r>
          </a:p>
          <a:p>
            <a:r>
              <a:rPr lang="en-US" sz="1700" dirty="0"/>
              <a:t>While Llama uses “finally” six times to conclude the enumeration and never uses “lastly”, Mistral uses only “lastly</a:t>
            </a:r>
            <a:r>
              <a:rPr lang="en-US" sz="1700" b="0" i="0" dirty="0">
                <a:effectLst/>
              </a:rPr>
              <a:t>”</a:t>
            </a:r>
            <a:r>
              <a:rPr lang="en-US" sz="1700" dirty="0"/>
              <a:t> five times</a:t>
            </a:r>
            <a:r>
              <a:rPr lang="en-US" sz="1700" b="0" i="0" dirty="0">
                <a:effectLst/>
              </a:rPr>
              <a:t>.</a:t>
            </a:r>
            <a:endParaRPr lang="en-US" sz="1700" dirty="0"/>
          </a:p>
        </p:txBody>
      </p:sp>
      <p:pic>
        <p:nvPicPr>
          <p:cNvPr id="9" name="Picture Placeholder 8">
            <a:extLst>
              <a:ext uri="{FF2B5EF4-FFF2-40B4-BE49-F238E27FC236}">
                <a16:creationId xmlns:a16="http://schemas.microsoft.com/office/drawing/2014/main" id="{6AC4357C-1501-7E2D-0947-275B63AB6191}"/>
              </a:ext>
            </a:extLst>
          </p:cNvPr>
          <p:cNvPicPr>
            <a:picLocks noGrp="1" noChangeAspect="1"/>
          </p:cNvPicPr>
          <p:nvPr>
            <p:ph type="pic" idx="1"/>
          </p:nvPr>
        </p:nvPicPr>
        <p:blipFill rotWithShape="1">
          <a:blip r:embed="rId2">
            <a:extLst>
              <a:ext uri="{96DAC541-7B7A-43D3-8B79-37D633B846F1}">
                <asvg:svgBlip xmlns:asvg="http://schemas.microsoft.com/office/drawing/2016/SVG/main" r:embed="rId3"/>
              </a:ext>
            </a:extLst>
          </a:blip>
          <a:srcRect t="-23627" b="-23627"/>
          <a:stretch/>
        </p:blipFill>
        <p:spPr>
          <a:xfrm>
            <a:off x="4773584" y="1081258"/>
            <a:ext cx="7003889" cy="4890917"/>
          </a:xfrm>
          <a:prstGeom prst="rect">
            <a:avLst/>
          </a:prstGeom>
        </p:spPr>
      </p:pic>
      <p:sp>
        <p:nvSpPr>
          <p:cNvPr id="5" name="Slide Number Placeholder 4">
            <a:extLst>
              <a:ext uri="{FF2B5EF4-FFF2-40B4-BE49-F238E27FC236}">
                <a16:creationId xmlns:a16="http://schemas.microsoft.com/office/drawing/2014/main" id="{BF3E9B7D-54FE-0587-E073-83DD5BA083E4}"/>
              </a:ext>
            </a:extLst>
          </p:cNvPr>
          <p:cNvSpPr>
            <a:spLocks noGrp="1"/>
          </p:cNvSpPr>
          <p:nvPr>
            <p:ph type="sldNum" sz="quarter" idx="12"/>
          </p:nvPr>
        </p:nvSpPr>
        <p:spPr>
          <a:xfrm>
            <a:off x="8613648" y="6356350"/>
            <a:ext cx="2743200" cy="365125"/>
          </a:xfrm>
        </p:spPr>
        <p:txBody>
          <a:bodyPr vert="horz" lIns="91440" tIns="45720" rIns="91440" bIns="45720" rtlCol="0" anchor="ctr">
            <a:normAutofit/>
          </a:bodyPr>
          <a:lstStyle/>
          <a:p>
            <a:pPr>
              <a:spcAft>
                <a:spcPts val="600"/>
              </a:spcAft>
            </a:pPr>
            <a:fld id="{A65A5C87-DF58-40C8-B092-1DE63DB4547E}" type="slidenum">
              <a:rPr lang="en-US" smtClean="0">
                <a:solidFill>
                  <a:schemeClr val="tx2">
                    <a:lumMod val="50000"/>
                    <a:lumOff val="50000"/>
                  </a:schemeClr>
                </a:solidFill>
              </a:rPr>
              <a:pPr>
                <a:spcAft>
                  <a:spcPts val="600"/>
                </a:spcAft>
              </a:pPr>
              <a:t>63</a:t>
            </a:fld>
            <a:endParaRPr lang="en-US">
              <a:solidFill>
                <a:schemeClr val="tx2">
                  <a:lumMod val="50000"/>
                  <a:lumOff val="50000"/>
                </a:schemeClr>
              </a:solidFill>
            </a:endParaRPr>
          </a:p>
        </p:txBody>
      </p:sp>
    </p:spTree>
    <p:extLst>
      <p:ext uri="{BB962C8B-B14F-4D97-AF65-F5344CB8AC3E}">
        <p14:creationId xmlns:p14="http://schemas.microsoft.com/office/powerpoint/2010/main" val="14463314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5" name="Rectangle 34">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7" name="Rectangle 36">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8" name="Rectangle 37">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190123-9182-9B0A-A6E3-F99019A4E736}"/>
              </a:ext>
            </a:extLst>
          </p:cNvPr>
          <p:cNvSpPr>
            <a:spLocks noGrp="1"/>
          </p:cNvSpPr>
          <p:nvPr>
            <p:ph type="title"/>
          </p:nvPr>
        </p:nvSpPr>
        <p:spPr>
          <a:xfrm>
            <a:off x="1051560" y="586822"/>
            <a:ext cx="3538728" cy="1645920"/>
          </a:xfrm>
        </p:spPr>
        <p:txBody>
          <a:bodyPr vert="horz" lIns="91440" tIns="45720" rIns="91440" bIns="45720" rtlCol="0" anchor="ctr">
            <a:normAutofit/>
          </a:bodyPr>
          <a:lstStyle/>
          <a:p>
            <a:r>
              <a:rPr lang="en-US" sz="3200" dirty="0"/>
              <a:t>Use of “First and foremost” in LLMs</a:t>
            </a:r>
          </a:p>
        </p:txBody>
      </p:sp>
      <p:sp>
        <p:nvSpPr>
          <p:cNvPr id="39" name="Rectangle 38">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8113" y="1405210"/>
            <a:ext cx="146304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9B77BE8-DAA2-FFBE-0B5E-74682534FA7F}"/>
              </a:ext>
            </a:extLst>
          </p:cNvPr>
          <p:cNvSpPr>
            <a:spLocks noGrp="1"/>
          </p:cNvSpPr>
          <p:nvPr>
            <p:ph idx="1"/>
          </p:nvPr>
        </p:nvSpPr>
        <p:spPr>
          <a:xfrm>
            <a:off x="5962608" y="586822"/>
            <a:ext cx="5394240" cy="1645920"/>
          </a:xfrm>
        </p:spPr>
        <p:txBody>
          <a:bodyPr vert="horz" lIns="91440" tIns="45720" rIns="91440" bIns="45720" rtlCol="0" anchor="ctr">
            <a:normAutofit/>
          </a:bodyPr>
          <a:lstStyle/>
          <a:p>
            <a:r>
              <a:rPr lang="en-US" dirty="0"/>
              <a:t>The only collocate for “first” in LLMs corpus is “foremost”.</a:t>
            </a:r>
          </a:p>
          <a:p>
            <a:r>
              <a:rPr lang="en-US" dirty="0"/>
              <a:t>“First and foremost” is used frequently by LLMs but it doesn’t appear in the Student corpus.</a:t>
            </a:r>
          </a:p>
          <a:p>
            <a:pPr indent="-228600">
              <a:buFont typeface="Arial" panose="020B0604020202020204" pitchFamily="34" charset="0"/>
              <a:buChar char="•"/>
            </a:pPr>
            <a:endParaRPr lang="en-US" dirty="0"/>
          </a:p>
        </p:txBody>
      </p:sp>
      <p:pic>
        <p:nvPicPr>
          <p:cNvPr id="15" name="Picture Placeholder 14" descr="A screenshot of a computer&#10;&#10;Description automatically generated">
            <a:extLst>
              <a:ext uri="{FF2B5EF4-FFF2-40B4-BE49-F238E27FC236}">
                <a16:creationId xmlns:a16="http://schemas.microsoft.com/office/drawing/2014/main" id="{0ABD0EAD-A3D9-0CF8-DE53-A3DC4B912546}"/>
              </a:ext>
            </a:extLst>
          </p:cNvPr>
          <p:cNvPicPr>
            <a:picLocks noGrp="1" noChangeAspect="1"/>
          </p:cNvPicPr>
          <p:nvPr>
            <p:ph type="pic" sz="quarter" idx="13"/>
          </p:nvPr>
        </p:nvPicPr>
        <p:blipFill rotWithShape="1">
          <a:blip r:embed="rId2"/>
          <a:srcRect t="-2470" b="662"/>
          <a:stretch/>
        </p:blipFill>
        <p:spPr>
          <a:xfrm>
            <a:off x="5962608" y="2411619"/>
            <a:ext cx="6181725" cy="4053568"/>
          </a:xfrm>
          <a:prstGeom prst="rect">
            <a:avLst/>
          </a:prstGeom>
        </p:spPr>
      </p:pic>
      <p:pic>
        <p:nvPicPr>
          <p:cNvPr id="7" name="Picture Placeholder 6" descr="A screenshot of a computer&#10;&#10;Description automatically generated">
            <a:extLst>
              <a:ext uri="{FF2B5EF4-FFF2-40B4-BE49-F238E27FC236}">
                <a16:creationId xmlns:a16="http://schemas.microsoft.com/office/drawing/2014/main" id="{0935CA19-00F5-3C46-FF15-4552817DB538}"/>
              </a:ext>
            </a:extLst>
          </p:cNvPr>
          <p:cNvPicPr>
            <a:picLocks noGrp="1" noChangeAspect="1"/>
          </p:cNvPicPr>
          <p:nvPr>
            <p:ph type="pic" sz="quarter" idx="14"/>
          </p:nvPr>
        </p:nvPicPr>
        <p:blipFill rotWithShape="1">
          <a:blip r:embed="rId3"/>
          <a:srcRect t="-25673" b="-25673"/>
          <a:stretch/>
        </p:blipFill>
        <p:spPr>
          <a:xfrm>
            <a:off x="490408" y="2767579"/>
            <a:ext cx="5203003" cy="3012010"/>
          </a:xfrm>
          <a:prstGeom prst="rect">
            <a:avLst/>
          </a:prstGeom>
        </p:spPr>
      </p:pic>
      <p:sp>
        <p:nvSpPr>
          <p:cNvPr id="9" name="Slide Number Placeholder 8">
            <a:extLst>
              <a:ext uri="{FF2B5EF4-FFF2-40B4-BE49-F238E27FC236}">
                <a16:creationId xmlns:a16="http://schemas.microsoft.com/office/drawing/2014/main" id="{B7132135-D9EA-E9DA-61E9-6CF81F99531A}"/>
              </a:ext>
            </a:extLst>
          </p:cNvPr>
          <p:cNvSpPr>
            <a:spLocks noGrp="1"/>
          </p:cNvSpPr>
          <p:nvPr>
            <p:ph type="sldNum" sz="quarter" idx="12"/>
          </p:nvPr>
        </p:nvSpPr>
        <p:spPr>
          <a:xfrm>
            <a:off x="8610600" y="6356350"/>
            <a:ext cx="2746248" cy="365125"/>
          </a:xfrm>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64</a:t>
            </a:fld>
            <a:endParaRPr lang="en-US"/>
          </a:p>
        </p:txBody>
      </p:sp>
    </p:spTree>
    <p:extLst>
      <p:ext uri="{BB962C8B-B14F-4D97-AF65-F5344CB8AC3E}">
        <p14:creationId xmlns:p14="http://schemas.microsoft.com/office/powerpoint/2010/main" val="9389893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FFE5D-A45B-55F1-00C2-27CBF9C9F35F}"/>
              </a:ext>
            </a:extLst>
          </p:cNvPr>
          <p:cNvSpPr>
            <a:spLocks noGrp="1"/>
          </p:cNvSpPr>
          <p:nvPr>
            <p:ph type="title"/>
          </p:nvPr>
        </p:nvSpPr>
        <p:spPr/>
        <p:txBody>
          <a:bodyPr>
            <a:normAutofit/>
          </a:bodyPr>
          <a:lstStyle/>
          <a:p>
            <a:r>
              <a:rPr lang="en-US" sz="3200" dirty="0"/>
              <a:t>Use of “not only…but also” in LLMs</a:t>
            </a:r>
          </a:p>
        </p:txBody>
      </p:sp>
      <p:pic>
        <p:nvPicPr>
          <p:cNvPr id="9" name="Picture Placeholder 8" descr="A screenshot of a computer&#10;&#10;Description automatically generated">
            <a:extLst>
              <a:ext uri="{FF2B5EF4-FFF2-40B4-BE49-F238E27FC236}">
                <a16:creationId xmlns:a16="http://schemas.microsoft.com/office/drawing/2014/main" id="{7691F214-D75B-EFD9-7123-B35038984ED2}"/>
              </a:ext>
            </a:extLst>
          </p:cNvPr>
          <p:cNvPicPr>
            <a:picLocks noGrp="1" noChangeAspect="1"/>
          </p:cNvPicPr>
          <p:nvPr>
            <p:ph type="pic" idx="1"/>
          </p:nvPr>
        </p:nvPicPr>
        <p:blipFill rotWithShape="1">
          <a:blip r:embed="rId2"/>
          <a:srcRect t="-3856" b="-3856"/>
          <a:stretch/>
        </p:blipFill>
        <p:spPr/>
      </p:pic>
      <p:sp>
        <p:nvSpPr>
          <p:cNvPr id="4" name="Text Placeholder 3">
            <a:extLst>
              <a:ext uri="{FF2B5EF4-FFF2-40B4-BE49-F238E27FC236}">
                <a16:creationId xmlns:a16="http://schemas.microsoft.com/office/drawing/2014/main" id="{72C462EA-B1EB-1210-4DB2-3D83C1BBA3AD}"/>
              </a:ext>
            </a:extLst>
          </p:cNvPr>
          <p:cNvSpPr>
            <a:spLocks noGrp="1"/>
          </p:cNvSpPr>
          <p:nvPr>
            <p:ph type="body" sz="half" idx="2"/>
          </p:nvPr>
        </p:nvSpPr>
        <p:spPr/>
        <p:txBody>
          <a:bodyPr/>
          <a:lstStyle/>
          <a:p>
            <a:r>
              <a:rPr lang="en-US" dirty="0"/>
              <a:t>The pattern “not only…but also” is used frequently by LLMs and sparingly by Students (6 occurrences).</a:t>
            </a:r>
          </a:p>
        </p:txBody>
      </p:sp>
      <p:sp>
        <p:nvSpPr>
          <p:cNvPr id="7" name="Slide Number Placeholder 6">
            <a:extLst>
              <a:ext uri="{FF2B5EF4-FFF2-40B4-BE49-F238E27FC236}">
                <a16:creationId xmlns:a16="http://schemas.microsoft.com/office/drawing/2014/main" id="{E1B74F9D-B44C-8050-0D7B-715BC455A879}"/>
              </a:ext>
            </a:extLst>
          </p:cNvPr>
          <p:cNvSpPr>
            <a:spLocks noGrp="1"/>
          </p:cNvSpPr>
          <p:nvPr>
            <p:ph type="sldNum" sz="quarter" idx="12"/>
          </p:nvPr>
        </p:nvSpPr>
        <p:spPr/>
        <p:txBody>
          <a:bodyPr/>
          <a:lstStyle/>
          <a:p>
            <a:fld id="{A65A5C87-DF58-40C8-B092-1DE63DB4547E}" type="slidenum">
              <a:rPr lang="en-US" smtClean="0"/>
              <a:t>65</a:t>
            </a:fld>
            <a:endParaRPr lang="en-US" dirty="0"/>
          </a:p>
        </p:txBody>
      </p:sp>
    </p:spTree>
    <p:extLst>
      <p:ext uri="{BB962C8B-B14F-4D97-AF65-F5344CB8AC3E}">
        <p14:creationId xmlns:p14="http://schemas.microsoft.com/office/powerpoint/2010/main" val="15464454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DE289-E8F6-6F0A-4C49-616B1EEA3644}"/>
              </a:ext>
            </a:extLst>
          </p:cNvPr>
          <p:cNvSpPr>
            <a:spLocks noGrp="1"/>
          </p:cNvSpPr>
          <p:nvPr>
            <p:ph type="title"/>
          </p:nvPr>
        </p:nvSpPr>
        <p:spPr/>
        <p:txBody>
          <a:bodyPr/>
          <a:lstStyle/>
          <a:p>
            <a:r>
              <a:rPr lang="en-US" dirty="0"/>
              <a:t>Discussion</a:t>
            </a:r>
          </a:p>
        </p:txBody>
      </p:sp>
      <p:sp>
        <p:nvSpPr>
          <p:cNvPr id="3" name="Text Placeholder 2">
            <a:extLst>
              <a:ext uri="{FF2B5EF4-FFF2-40B4-BE49-F238E27FC236}">
                <a16:creationId xmlns:a16="http://schemas.microsoft.com/office/drawing/2014/main" id="{9339F50B-D882-2F96-3CD6-27A6A9566DF4}"/>
              </a:ext>
            </a:extLst>
          </p:cNvPr>
          <p:cNvSpPr>
            <a:spLocks noGrp="1"/>
          </p:cNvSpPr>
          <p:nvPr>
            <p:ph type="body" idx="1"/>
          </p:nvPr>
        </p:nvSpPr>
        <p:spPr/>
        <p:txBody>
          <a:bodyPr/>
          <a:lstStyle/>
          <a:p>
            <a:r>
              <a:rPr lang="en-US" dirty="0"/>
              <a:t> </a:t>
            </a:r>
          </a:p>
        </p:txBody>
      </p:sp>
    </p:spTree>
    <p:extLst>
      <p:ext uri="{BB962C8B-B14F-4D97-AF65-F5344CB8AC3E}">
        <p14:creationId xmlns:p14="http://schemas.microsoft.com/office/powerpoint/2010/main" val="15878307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DD8B3-D7E9-2E88-BF96-9DA71AE40953}"/>
              </a:ext>
            </a:extLst>
          </p:cNvPr>
          <p:cNvSpPr>
            <a:spLocks noGrp="1"/>
          </p:cNvSpPr>
          <p:nvPr>
            <p:ph type="title"/>
          </p:nvPr>
        </p:nvSpPr>
        <p:spPr/>
        <p:txBody>
          <a:bodyPr/>
          <a:lstStyle/>
          <a:p>
            <a:r>
              <a:rPr lang="en-US" dirty="0"/>
              <a:t>Writing style and usage of adverbials (Q1)</a:t>
            </a:r>
          </a:p>
        </p:txBody>
      </p:sp>
      <p:sp>
        <p:nvSpPr>
          <p:cNvPr id="3" name="Content Placeholder 2">
            <a:extLst>
              <a:ext uri="{FF2B5EF4-FFF2-40B4-BE49-F238E27FC236}">
                <a16:creationId xmlns:a16="http://schemas.microsoft.com/office/drawing/2014/main" id="{C841DC3A-AD5F-F419-757F-5275F5E7E7DC}"/>
              </a:ext>
            </a:extLst>
          </p:cNvPr>
          <p:cNvSpPr>
            <a:spLocks noGrp="1"/>
          </p:cNvSpPr>
          <p:nvPr>
            <p:ph idx="1"/>
          </p:nvPr>
        </p:nvSpPr>
        <p:spPr/>
        <p:txBody>
          <a:bodyPr>
            <a:normAutofit lnSpcReduction="10000"/>
          </a:bodyPr>
          <a:lstStyle/>
          <a:p>
            <a:pPr marL="0" indent="0">
              <a:lnSpc>
                <a:spcPct val="115000"/>
              </a:lnSpc>
              <a:spcAft>
                <a:spcPts val="800"/>
              </a:spcAft>
              <a:buNone/>
            </a:pPr>
            <a:r>
              <a:rPr lang="en-US" sz="1600" b="1" dirty="0"/>
              <a:t>Writing style</a:t>
            </a:r>
            <a:r>
              <a:rPr lang="en-US" sz="1600" dirty="0"/>
              <a:t>: essays by students are longer and contain more sentences, but essays by LLMs contain longer sentences, which indicates more sophisticated and complex language use in LLMs.</a:t>
            </a:r>
          </a:p>
          <a:p>
            <a:pPr marL="0" indent="0">
              <a:lnSpc>
                <a:spcPct val="115000"/>
              </a:lnSpc>
              <a:spcAft>
                <a:spcPts val="800"/>
              </a:spcAft>
              <a:buNone/>
            </a:pPr>
            <a:r>
              <a:rPr lang="en-US" sz="1600" b="1" dirty="0"/>
              <a:t>Usage of adverbials:</a:t>
            </a:r>
            <a:r>
              <a:rPr lang="en-US" sz="1600" dirty="0"/>
              <a:t> LLMs use linking adverbials more frequently than students, but the difference has been shown not to be statistically relevant. The slight difference also shows that LLMs do not overuse linking adverbials to sound more authoritative. The difference is even smaller in source-based essays: this can be explained considering that independent essays demand more explicit connections between ideas, while source-based essays rely more on content derived from external sources for coherence.</a:t>
            </a:r>
          </a:p>
          <a:p>
            <a:pPr marL="0" indent="0">
              <a:lnSpc>
                <a:spcPct val="115000"/>
              </a:lnSpc>
              <a:spcAft>
                <a:spcPts val="800"/>
              </a:spcAft>
              <a:buNone/>
            </a:pPr>
            <a:r>
              <a:rPr lang="en-US" sz="1600" b="1" dirty="0"/>
              <a:t>Usage across categories</a:t>
            </a:r>
            <a:r>
              <a:rPr lang="en-US" sz="1600" dirty="0"/>
              <a:t>:  Enumeration and Addition is the most frequent category in both LLMs and students, showing that both groups tend to structure arguments by adding points in a list-like manner. LLMs show a preference for Apposition, Enumeration and Addition, and Summation adverbials, while students more frequently employ Result/Inference adverbials.</a:t>
            </a:r>
            <a:endParaRPr lang="en-US" sz="1600" kern="100" dirty="0">
              <a:effectLst/>
              <a:ea typeface="Aptos" panose="020B0004020202020204" pitchFamily="34" charset="0"/>
              <a:cs typeface="Times New Roman" panose="02020603050405020304" pitchFamily="18" charset="0"/>
            </a:endParaRPr>
          </a:p>
          <a:p>
            <a:pPr marL="0" indent="0">
              <a:buNone/>
            </a:pPr>
            <a:endParaRPr lang="en-US" sz="1600" dirty="0"/>
          </a:p>
          <a:p>
            <a:pPr marL="0" indent="0">
              <a:buNone/>
            </a:pPr>
            <a:endParaRPr lang="en-US" sz="1400" dirty="0"/>
          </a:p>
          <a:p>
            <a:pPr marL="0" indent="0">
              <a:lnSpc>
                <a:spcPct val="115000"/>
              </a:lnSpc>
              <a:spcAft>
                <a:spcPts val="800"/>
              </a:spcAft>
              <a:buNone/>
            </a:pPr>
            <a:endParaRPr lang="en-US" sz="1400" dirty="0"/>
          </a:p>
          <a:p>
            <a:pPr marL="0" indent="0">
              <a:lnSpc>
                <a:spcPct val="115000"/>
              </a:lnSpc>
              <a:spcAft>
                <a:spcPts val="800"/>
              </a:spcAft>
              <a:buNone/>
            </a:pPr>
            <a:endParaRPr lang="en-US" sz="1200" dirty="0"/>
          </a:p>
        </p:txBody>
      </p:sp>
      <p:sp>
        <p:nvSpPr>
          <p:cNvPr id="4" name="Slide Number Placeholder 3">
            <a:extLst>
              <a:ext uri="{FF2B5EF4-FFF2-40B4-BE49-F238E27FC236}">
                <a16:creationId xmlns:a16="http://schemas.microsoft.com/office/drawing/2014/main" id="{BD62D913-557E-F09F-95BB-933F5FE08EED}"/>
              </a:ext>
            </a:extLst>
          </p:cNvPr>
          <p:cNvSpPr>
            <a:spLocks noGrp="1"/>
          </p:cNvSpPr>
          <p:nvPr>
            <p:ph type="sldNum" sz="quarter" idx="12"/>
          </p:nvPr>
        </p:nvSpPr>
        <p:spPr/>
        <p:txBody>
          <a:bodyPr/>
          <a:lstStyle/>
          <a:p>
            <a:fld id="{A65A5C87-DF58-40C8-B092-1DE63DB4547E}" type="slidenum">
              <a:rPr lang="en-US" smtClean="0"/>
              <a:t>67</a:t>
            </a:fld>
            <a:endParaRPr lang="en-US" dirty="0"/>
          </a:p>
        </p:txBody>
      </p:sp>
    </p:spTree>
    <p:extLst>
      <p:ext uri="{BB962C8B-B14F-4D97-AF65-F5344CB8AC3E}">
        <p14:creationId xmlns:p14="http://schemas.microsoft.com/office/powerpoint/2010/main" val="12494176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DD8B3-D7E9-2E88-BF96-9DA71AE40953}"/>
              </a:ext>
            </a:extLst>
          </p:cNvPr>
          <p:cNvSpPr>
            <a:spLocks noGrp="1"/>
          </p:cNvSpPr>
          <p:nvPr>
            <p:ph type="title"/>
          </p:nvPr>
        </p:nvSpPr>
        <p:spPr/>
        <p:txBody>
          <a:bodyPr/>
          <a:lstStyle/>
          <a:p>
            <a:r>
              <a:rPr lang="en-US" dirty="0"/>
              <a:t>Formality and formulaic language (Q1)</a:t>
            </a:r>
          </a:p>
        </p:txBody>
      </p:sp>
      <p:sp>
        <p:nvSpPr>
          <p:cNvPr id="3" name="Content Placeholder 2">
            <a:extLst>
              <a:ext uri="{FF2B5EF4-FFF2-40B4-BE49-F238E27FC236}">
                <a16:creationId xmlns:a16="http://schemas.microsoft.com/office/drawing/2014/main" id="{C841DC3A-AD5F-F419-757F-5275F5E7E7DC}"/>
              </a:ext>
            </a:extLst>
          </p:cNvPr>
          <p:cNvSpPr>
            <a:spLocks noGrp="1"/>
          </p:cNvSpPr>
          <p:nvPr>
            <p:ph idx="1"/>
          </p:nvPr>
        </p:nvSpPr>
        <p:spPr/>
        <p:txBody>
          <a:bodyPr>
            <a:normAutofit/>
          </a:bodyPr>
          <a:lstStyle/>
          <a:p>
            <a:pPr marL="0" indent="0">
              <a:buNone/>
            </a:pPr>
            <a:r>
              <a:rPr lang="en-US" sz="1600" b="1" dirty="0"/>
              <a:t>Language formality</a:t>
            </a:r>
            <a:r>
              <a:rPr lang="en-US" sz="1600" dirty="0"/>
              <a:t>: while there is a large overlap in the choice of adverbials, LLMs tend to user more formal adverbials (e.g., "for instance" instead of "for example“, specifically”, “namely”, "conversely", "nevertheless”…), while students use more colloquial language (“that is”, “in other words”, "still", "anyway", "of course", "too“…). In particular, for Result/Inference adverbials students use frequently "so" and "then", which </a:t>
            </a:r>
            <a:r>
              <a:rPr lang="en-US" sz="1600" dirty="0" err="1"/>
              <a:t>Biber</a:t>
            </a:r>
            <a:r>
              <a:rPr lang="en-US" sz="1600" dirty="0"/>
              <a:t> [</a:t>
            </a:r>
            <a:r>
              <a:rPr lang="en-US" sz="1600" dirty="0" err="1"/>
              <a:t>Biber</a:t>
            </a:r>
            <a:r>
              <a:rPr lang="en-US" sz="1600" dirty="0"/>
              <a:t> et al., 1998, p. 887] reports as the most frequent in conversation.</a:t>
            </a:r>
          </a:p>
          <a:p>
            <a:pPr marL="0" indent="0">
              <a:buNone/>
            </a:pPr>
            <a:r>
              <a:rPr lang="en-US" sz="1600" b="1" dirty="0"/>
              <a:t>Formulaic language use</a:t>
            </a:r>
            <a:r>
              <a:rPr lang="en-US" sz="1600" dirty="0"/>
              <a:t>: LLMs show a preference for fixed constructions (“Not only...but also”, “First and foremost”), which are infrequent or absent in student corpus. </a:t>
            </a:r>
          </a:p>
          <a:p>
            <a:pPr marL="0" indent="0">
              <a:buNone/>
            </a:pPr>
            <a:r>
              <a:rPr lang="en-US" sz="1600" b="1" dirty="0"/>
              <a:t>Repetitive patterns</a:t>
            </a:r>
            <a:r>
              <a:rPr lang="en-US" sz="1600" dirty="0"/>
              <a:t>: Open-source LLMs (Llama, Mistral) show a repetitive use of certain patterns (“firstly”, “secondly”, “finally/lastly”), which results in more standardized, less diverse writing style.  The use of formulaic expression and repetitive patterns reveals the statistical nature of LLMs training process.</a:t>
            </a:r>
          </a:p>
          <a:p>
            <a:pPr marL="0" indent="0">
              <a:buNone/>
            </a:pPr>
            <a:endParaRPr lang="en-US" sz="1600" dirty="0"/>
          </a:p>
          <a:p>
            <a:pPr marL="0" indent="0">
              <a:buNone/>
            </a:pPr>
            <a:endParaRPr lang="en-US" sz="1400" dirty="0"/>
          </a:p>
          <a:p>
            <a:pPr marL="0" indent="0">
              <a:lnSpc>
                <a:spcPct val="115000"/>
              </a:lnSpc>
              <a:spcAft>
                <a:spcPts val="800"/>
              </a:spcAft>
              <a:buNone/>
            </a:pPr>
            <a:endParaRPr lang="en-US" sz="1400" dirty="0"/>
          </a:p>
          <a:p>
            <a:pPr marL="0" indent="0">
              <a:lnSpc>
                <a:spcPct val="115000"/>
              </a:lnSpc>
              <a:spcAft>
                <a:spcPts val="800"/>
              </a:spcAft>
              <a:buNone/>
            </a:pPr>
            <a:endParaRPr lang="en-US" sz="1200" dirty="0"/>
          </a:p>
        </p:txBody>
      </p:sp>
      <p:sp>
        <p:nvSpPr>
          <p:cNvPr id="4" name="Slide Number Placeholder 3">
            <a:extLst>
              <a:ext uri="{FF2B5EF4-FFF2-40B4-BE49-F238E27FC236}">
                <a16:creationId xmlns:a16="http://schemas.microsoft.com/office/drawing/2014/main" id="{BD62D913-557E-F09F-95BB-933F5FE08EED}"/>
              </a:ext>
            </a:extLst>
          </p:cNvPr>
          <p:cNvSpPr>
            <a:spLocks noGrp="1"/>
          </p:cNvSpPr>
          <p:nvPr>
            <p:ph type="sldNum" sz="quarter" idx="12"/>
          </p:nvPr>
        </p:nvSpPr>
        <p:spPr/>
        <p:txBody>
          <a:bodyPr/>
          <a:lstStyle/>
          <a:p>
            <a:fld id="{A65A5C87-DF58-40C8-B092-1DE63DB4547E}" type="slidenum">
              <a:rPr lang="en-US" smtClean="0"/>
              <a:t>68</a:t>
            </a:fld>
            <a:endParaRPr lang="en-US" dirty="0"/>
          </a:p>
        </p:txBody>
      </p:sp>
    </p:spTree>
    <p:extLst>
      <p:ext uri="{BB962C8B-B14F-4D97-AF65-F5344CB8AC3E}">
        <p14:creationId xmlns:p14="http://schemas.microsoft.com/office/powerpoint/2010/main" val="14190793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DD8B3-D7E9-2E88-BF96-9DA71AE40953}"/>
              </a:ext>
            </a:extLst>
          </p:cNvPr>
          <p:cNvSpPr>
            <a:spLocks noGrp="1"/>
          </p:cNvSpPr>
          <p:nvPr>
            <p:ph type="title"/>
          </p:nvPr>
        </p:nvSpPr>
        <p:spPr/>
        <p:txBody>
          <a:bodyPr>
            <a:normAutofit fontScale="90000"/>
          </a:bodyPr>
          <a:lstStyle/>
          <a:p>
            <a:r>
              <a:rPr lang="en-US" dirty="0"/>
              <a:t>Comparison between open and closed LLMs (Q2)</a:t>
            </a:r>
          </a:p>
        </p:txBody>
      </p:sp>
      <p:sp>
        <p:nvSpPr>
          <p:cNvPr id="3" name="Content Placeholder 2">
            <a:extLst>
              <a:ext uri="{FF2B5EF4-FFF2-40B4-BE49-F238E27FC236}">
                <a16:creationId xmlns:a16="http://schemas.microsoft.com/office/drawing/2014/main" id="{C841DC3A-AD5F-F419-757F-5275F5E7E7DC}"/>
              </a:ext>
            </a:extLst>
          </p:cNvPr>
          <p:cNvSpPr>
            <a:spLocks noGrp="1"/>
          </p:cNvSpPr>
          <p:nvPr>
            <p:ph idx="1"/>
          </p:nvPr>
        </p:nvSpPr>
        <p:spPr/>
        <p:txBody>
          <a:bodyPr>
            <a:normAutofit/>
          </a:bodyPr>
          <a:lstStyle/>
          <a:p>
            <a:pPr marL="0" indent="0">
              <a:buNone/>
            </a:pPr>
            <a:r>
              <a:rPr lang="en-US" sz="1600" dirty="0"/>
              <a:t>Gemma (the smallest open LLM) produces shorter essays and shows lower frequency of adverbial use, but it is comparable with Gemini (closed).</a:t>
            </a:r>
          </a:p>
          <a:p>
            <a:pPr marL="0" indent="0">
              <a:buNone/>
            </a:pPr>
            <a:r>
              <a:rPr lang="en-US" sz="1600" dirty="0"/>
              <a:t>Closed LLMs (especially ChatGPT) are more consistent in essay length, while open LLMs (especially Mistral) show more variability. Claude (closed) shows some variability, similar to open models</a:t>
            </a:r>
          </a:p>
          <a:p>
            <a:pPr marL="0" indent="0">
              <a:buNone/>
            </a:pPr>
            <a:r>
              <a:rPr lang="en-US" sz="1600" dirty="0"/>
              <a:t>Open models like Llama and Mistral perform comparably to closed models (e.g., ChatGPT) in terms of linking adverbial use and essay structure.</a:t>
            </a:r>
          </a:p>
          <a:p>
            <a:pPr marL="0" indent="0">
              <a:buNone/>
            </a:pPr>
            <a:r>
              <a:rPr lang="en-US" sz="1600" dirty="0"/>
              <a:t>Open LLM (Llama and Mistral) rely more heavily on formulaic expressions (e.g., "firstly", "secondly", "finally"/"lastly").</a:t>
            </a:r>
          </a:p>
          <a:p>
            <a:pPr marL="0" indent="0">
              <a:buNone/>
            </a:pPr>
            <a:r>
              <a:rPr lang="en-US" sz="1600" dirty="0"/>
              <a:t>ChatGPT is closer to students in the use of Result/Inference adverbials.</a:t>
            </a:r>
          </a:p>
          <a:p>
            <a:pPr marL="0" indent="0">
              <a:buNone/>
            </a:pPr>
            <a:r>
              <a:rPr lang="en-US" sz="1600" dirty="0"/>
              <a:t>We can conclude that the larger open LLMs (Llama and Mistral) perform very closely to ChatGPT in argumentative writing and outperform other closed LLMs (especially Gemini).</a:t>
            </a:r>
          </a:p>
          <a:p>
            <a:pPr marL="0" indent="0">
              <a:buNone/>
            </a:pPr>
            <a:endParaRPr lang="en-US" sz="1600" dirty="0"/>
          </a:p>
          <a:p>
            <a:pPr marL="0" indent="0">
              <a:buNone/>
            </a:pPr>
            <a:endParaRPr lang="en-US" sz="1400" dirty="0"/>
          </a:p>
          <a:p>
            <a:pPr marL="0" indent="0">
              <a:lnSpc>
                <a:spcPct val="115000"/>
              </a:lnSpc>
              <a:spcAft>
                <a:spcPts val="800"/>
              </a:spcAft>
              <a:buNone/>
            </a:pPr>
            <a:endParaRPr lang="en-US" sz="1400" dirty="0"/>
          </a:p>
          <a:p>
            <a:pPr marL="0" indent="0">
              <a:lnSpc>
                <a:spcPct val="115000"/>
              </a:lnSpc>
              <a:spcAft>
                <a:spcPts val="800"/>
              </a:spcAft>
              <a:buNone/>
            </a:pPr>
            <a:endParaRPr lang="en-US" sz="1200" dirty="0"/>
          </a:p>
        </p:txBody>
      </p:sp>
      <p:sp>
        <p:nvSpPr>
          <p:cNvPr id="4" name="Slide Number Placeholder 3">
            <a:extLst>
              <a:ext uri="{FF2B5EF4-FFF2-40B4-BE49-F238E27FC236}">
                <a16:creationId xmlns:a16="http://schemas.microsoft.com/office/drawing/2014/main" id="{BD62D913-557E-F09F-95BB-933F5FE08EED}"/>
              </a:ext>
            </a:extLst>
          </p:cNvPr>
          <p:cNvSpPr>
            <a:spLocks noGrp="1"/>
          </p:cNvSpPr>
          <p:nvPr>
            <p:ph type="sldNum" sz="quarter" idx="12"/>
          </p:nvPr>
        </p:nvSpPr>
        <p:spPr/>
        <p:txBody>
          <a:bodyPr/>
          <a:lstStyle/>
          <a:p>
            <a:fld id="{A65A5C87-DF58-40C8-B092-1DE63DB4547E}" type="slidenum">
              <a:rPr lang="en-US" smtClean="0"/>
              <a:t>69</a:t>
            </a:fld>
            <a:endParaRPr lang="en-US" dirty="0"/>
          </a:p>
        </p:txBody>
      </p:sp>
    </p:spTree>
    <p:extLst>
      <p:ext uri="{BB962C8B-B14F-4D97-AF65-F5344CB8AC3E}">
        <p14:creationId xmlns:p14="http://schemas.microsoft.com/office/powerpoint/2010/main" val="5004622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DD8B3-D7E9-2E88-BF96-9DA71AE40953}"/>
              </a:ext>
            </a:extLst>
          </p:cNvPr>
          <p:cNvSpPr>
            <a:spLocks noGrp="1"/>
          </p:cNvSpPr>
          <p:nvPr>
            <p:ph type="title"/>
          </p:nvPr>
        </p:nvSpPr>
        <p:spPr/>
        <p:txBody>
          <a:bodyPr>
            <a:normAutofit fontScale="90000"/>
          </a:bodyPr>
          <a:lstStyle/>
          <a:p>
            <a:r>
              <a:rPr lang="en-US" dirty="0"/>
              <a:t>Difference in Result/Inference adverbials (Q3)</a:t>
            </a:r>
          </a:p>
        </p:txBody>
      </p:sp>
      <p:sp>
        <p:nvSpPr>
          <p:cNvPr id="3" name="Content Placeholder 2">
            <a:extLst>
              <a:ext uri="{FF2B5EF4-FFF2-40B4-BE49-F238E27FC236}">
                <a16:creationId xmlns:a16="http://schemas.microsoft.com/office/drawing/2014/main" id="{C841DC3A-AD5F-F419-757F-5275F5E7E7DC}"/>
              </a:ext>
            </a:extLst>
          </p:cNvPr>
          <p:cNvSpPr>
            <a:spLocks noGrp="1"/>
          </p:cNvSpPr>
          <p:nvPr>
            <p:ph idx="1"/>
          </p:nvPr>
        </p:nvSpPr>
        <p:spPr/>
        <p:txBody>
          <a:bodyPr>
            <a:normAutofit/>
          </a:bodyPr>
          <a:lstStyle/>
          <a:p>
            <a:pPr marL="0" indent="0">
              <a:lnSpc>
                <a:spcPct val="115000"/>
              </a:lnSpc>
              <a:spcAft>
                <a:spcPts val="800"/>
              </a:spcAft>
              <a:buNone/>
            </a:pPr>
            <a:r>
              <a:rPr lang="en-US" sz="1700" kern="100" dirty="0">
                <a:effectLst/>
                <a:ea typeface="Aptos" panose="020B0004020202020204" pitchFamily="34" charset="0"/>
                <a:cs typeface="Times New Roman" panose="02020603050405020304" pitchFamily="18" charset="0"/>
              </a:rPr>
              <a:t>The use of </a:t>
            </a:r>
            <a:r>
              <a:rPr lang="en-US" sz="1700" kern="100" dirty="0">
                <a:ea typeface="Aptos" panose="020B0004020202020204" pitchFamily="34" charset="0"/>
                <a:cs typeface="Times New Roman" panose="02020603050405020304" pitchFamily="18" charset="0"/>
              </a:rPr>
              <a:t>fewer </a:t>
            </a:r>
            <a:r>
              <a:rPr lang="en-US" sz="1700" kern="100" dirty="0">
                <a:effectLst/>
                <a:ea typeface="Aptos" panose="020B0004020202020204" pitchFamily="34" charset="0"/>
                <a:cs typeface="Times New Roman" panose="02020603050405020304" pitchFamily="18" charset="0"/>
              </a:rPr>
              <a:t>Result/Inference adverbials by LLMs </a:t>
            </a:r>
            <a:r>
              <a:rPr lang="en-US" sz="1700" kern="100" dirty="0">
                <a:ea typeface="Aptos" panose="020B0004020202020204" pitchFamily="34" charset="0"/>
                <a:cs typeface="Times New Roman" panose="02020603050405020304" pitchFamily="18" charset="0"/>
              </a:rPr>
              <a:t>is worth analyzing.</a:t>
            </a:r>
          </a:p>
          <a:p>
            <a:pPr marL="0" indent="0">
              <a:lnSpc>
                <a:spcPct val="115000"/>
              </a:lnSpc>
              <a:spcAft>
                <a:spcPts val="800"/>
              </a:spcAft>
              <a:buNone/>
            </a:pPr>
            <a:r>
              <a:rPr lang="en-US" sz="1700" kern="100" dirty="0">
                <a:effectLst/>
                <a:ea typeface="Aptos" panose="020B0004020202020204" pitchFamily="34" charset="0"/>
                <a:cs typeface="Times New Roman" panose="02020603050405020304" pitchFamily="18" charset="0"/>
              </a:rPr>
              <a:t>[Herbold et al. 2023] found fewer discourse markers in AI-generated texts.</a:t>
            </a:r>
            <a:r>
              <a:rPr lang="en-US" sz="1700" kern="100" dirty="0">
                <a:ea typeface="Aptos" panose="020B0004020202020204" pitchFamily="34" charset="0"/>
                <a:cs typeface="Times New Roman" panose="02020603050405020304" pitchFamily="18" charset="0"/>
              </a:rPr>
              <a:t> According to them, </a:t>
            </a:r>
            <a:r>
              <a:rPr lang="en-US" sz="1700" kern="100" dirty="0">
                <a:effectLst/>
                <a:ea typeface="Aptos" panose="020B0004020202020204" pitchFamily="34" charset="0"/>
                <a:cs typeface="Times New Roman" panose="02020603050405020304" pitchFamily="18" charset="0"/>
              </a:rPr>
              <a:t>the reason students use more discourse markers than LLMs “could be due to a greater reliance on explicit markers to guide readers through their arguments, whereas LLMs might generate text with more inherent logical flow, reducing the need for such markers”.</a:t>
            </a:r>
          </a:p>
          <a:p>
            <a:pPr marL="0" indent="0">
              <a:lnSpc>
                <a:spcPct val="115000"/>
              </a:lnSpc>
              <a:spcAft>
                <a:spcPts val="800"/>
              </a:spcAft>
              <a:buNone/>
            </a:pPr>
            <a:r>
              <a:rPr lang="en-US" sz="1700" kern="100" dirty="0">
                <a:ea typeface="Aptos" panose="020B0004020202020204" pitchFamily="34" charset="0"/>
                <a:cs typeface="Times New Roman" panose="02020603050405020304" pitchFamily="18" charset="0"/>
              </a:rPr>
              <a:t>Here we propose another explanation based on Hyland’s theory of </a:t>
            </a:r>
            <a:r>
              <a:rPr lang="en-US" sz="1700" kern="100" dirty="0" err="1">
                <a:ea typeface="Aptos" panose="020B0004020202020204" pitchFamily="34" charset="0"/>
                <a:cs typeface="Times New Roman" panose="02020603050405020304" pitchFamily="18" charset="0"/>
              </a:rPr>
              <a:t>metadiscourse</a:t>
            </a:r>
            <a:r>
              <a:rPr lang="en-US" sz="1700" kern="100" dirty="0">
                <a:ea typeface="Aptos" panose="020B0004020202020204" pitchFamily="34" charset="0"/>
                <a:cs typeface="Times New Roman" panose="02020603050405020304" pitchFamily="18" charset="0"/>
              </a:rPr>
              <a:t> [Hyland, 2018]. </a:t>
            </a:r>
          </a:p>
          <a:p>
            <a:pPr marL="0" indent="0">
              <a:lnSpc>
                <a:spcPct val="115000"/>
              </a:lnSpc>
              <a:spcAft>
                <a:spcPts val="800"/>
              </a:spcAft>
              <a:buNone/>
            </a:pPr>
            <a:r>
              <a:rPr lang="en-US" sz="1700" kern="100" dirty="0">
                <a:effectLst/>
                <a:ea typeface="Aptos" panose="020B0004020202020204" pitchFamily="34" charset="0"/>
                <a:cs typeface="Times New Roman" panose="02020603050405020304" pitchFamily="18" charset="0"/>
              </a:rPr>
              <a:t>Hyland makes a distinction between transition and structuring signals (which include Enumeration and Addition adverbials) and resultative and framing signals (which include Result/Inference adverbials).</a:t>
            </a:r>
          </a:p>
          <a:p>
            <a:pPr marL="0" indent="0">
              <a:lnSpc>
                <a:spcPct val="115000"/>
              </a:lnSpc>
              <a:spcAft>
                <a:spcPts val="800"/>
              </a:spcAft>
              <a:buNone/>
            </a:pPr>
            <a:endParaRPr lang="en-US" sz="1800" kern="100" dirty="0">
              <a:effectLst/>
              <a:ea typeface="Aptos" panose="020B0004020202020204" pitchFamily="34" charset="0"/>
              <a:cs typeface="Times New Roman" panose="02020603050405020304" pitchFamily="18" charset="0"/>
            </a:endParaRPr>
          </a:p>
          <a:p>
            <a:pPr marL="0" indent="0">
              <a:lnSpc>
                <a:spcPct val="115000"/>
              </a:lnSpc>
              <a:spcAft>
                <a:spcPts val="800"/>
              </a:spcAft>
              <a:buNone/>
            </a:pPr>
            <a:endParaRPr lang="en-US" dirty="0"/>
          </a:p>
        </p:txBody>
      </p:sp>
      <p:sp>
        <p:nvSpPr>
          <p:cNvPr id="4" name="Slide Number Placeholder 3">
            <a:extLst>
              <a:ext uri="{FF2B5EF4-FFF2-40B4-BE49-F238E27FC236}">
                <a16:creationId xmlns:a16="http://schemas.microsoft.com/office/drawing/2014/main" id="{BD62D913-557E-F09F-95BB-933F5FE08EED}"/>
              </a:ext>
            </a:extLst>
          </p:cNvPr>
          <p:cNvSpPr>
            <a:spLocks noGrp="1"/>
          </p:cNvSpPr>
          <p:nvPr>
            <p:ph type="sldNum" sz="quarter" idx="12"/>
          </p:nvPr>
        </p:nvSpPr>
        <p:spPr/>
        <p:txBody>
          <a:bodyPr/>
          <a:lstStyle/>
          <a:p>
            <a:fld id="{A65A5C87-DF58-40C8-B092-1DE63DB4547E}" type="slidenum">
              <a:rPr lang="en-US" smtClean="0"/>
              <a:t>70</a:t>
            </a:fld>
            <a:endParaRPr lang="en-US" dirty="0"/>
          </a:p>
        </p:txBody>
      </p:sp>
    </p:spTree>
    <p:extLst>
      <p:ext uri="{BB962C8B-B14F-4D97-AF65-F5344CB8AC3E}">
        <p14:creationId xmlns:p14="http://schemas.microsoft.com/office/powerpoint/2010/main" val="20993114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DD8B3-D7E9-2E88-BF96-9DA71AE40953}"/>
              </a:ext>
            </a:extLst>
          </p:cNvPr>
          <p:cNvSpPr>
            <a:spLocks noGrp="1"/>
          </p:cNvSpPr>
          <p:nvPr>
            <p:ph type="title"/>
          </p:nvPr>
        </p:nvSpPr>
        <p:spPr/>
        <p:txBody>
          <a:bodyPr>
            <a:normAutofit fontScale="90000"/>
          </a:bodyPr>
          <a:lstStyle/>
          <a:p>
            <a:r>
              <a:rPr lang="en-US" dirty="0"/>
              <a:t>Difference in Result/Inference adverbials (Q3)</a:t>
            </a:r>
          </a:p>
        </p:txBody>
      </p:sp>
      <p:sp>
        <p:nvSpPr>
          <p:cNvPr id="3" name="Content Placeholder 2">
            <a:extLst>
              <a:ext uri="{FF2B5EF4-FFF2-40B4-BE49-F238E27FC236}">
                <a16:creationId xmlns:a16="http://schemas.microsoft.com/office/drawing/2014/main" id="{C841DC3A-AD5F-F419-757F-5275F5E7E7DC}"/>
              </a:ext>
            </a:extLst>
          </p:cNvPr>
          <p:cNvSpPr>
            <a:spLocks noGrp="1"/>
          </p:cNvSpPr>
          <p:nvPr>
            <p:ph idx="1"/>
          </p:nvPr>
        </p:nvSpPr>
        <p:spPr/>
        <p:txBody>
          <a:bodyPr>
            <a:normAutofit fontScale="92500" lnSpcReduction="10000"/>
          </a:bodyPr>
          <a:lstStyle/>
          <a:p>
            <a:pPr marL="0" indent="0">
              <a:lnSpc>
                <a:spcPct val="115000"/>
              </a:lnSpc>
              <a:spcAft>
                <a:spcPts val="800"/>
              </a:spcAft>
              <a:buNone/>
            </a:pPr>
            <a:r>
              <a:rPr lang="en-US" sz="1700" kern="100" dirty="0">
                <a:ea typeface="Aptos" panose="020B0004020202020204" pitchFamily="34" charset="0"/>
                <a:cs typeface="Times New Roman" panose="02020603050405020304" pitchFamily="18" charset="0"/>
              </a:rPr>
              <a:t>T</a:t>
            </a:r>
            <a:r>
              <a:rPr lang="en-US" sz="1700" kern="100" dirty="0">
                <a:effectLst/>
                <a:ea typeface="Aptos" panose="020B0004020202020204" pitchFamily="34" charset="0"/>
                <a:cs typeface="Times New Roman" panose="02020603050405020304" pitchFamily="18" charset="0"/>
              </a:rPr>
              <a:t>ransition and structuring signals, “while essential for readability and flow, do not add any propositional information to a discourse but serve to make explicit relations that already exist in a text by virtue of the meanings of the propositions that they link”. They do not contribute to shaping the content of the text but serve to guide the reader through the argument. </a:t>
            </a:r>
          </a:p>
          <a:p>
            <a:pPr marL="0" indent="0">
              <a:lnSpc>
                <a:spcPct val="115000"/>
              </a:lnSpc>
              <a:spcAft>
                <a:spcPts val="800"/>
              </a:spcAft>
              <a:buNone/>
            </a:pPr>
            <a:r>
              <a:rPr lang="en-US" sz="1700" kern="100" dirty="0">
                <a:effectLst/>
                <a:ea typeface="Aptos" panose="020B0004020202020204" pitchFamily="34" charset="0"/>
                <a:cs typeface="Times New Roman" panose="02020603050405020304" pitchFamily="18" charset="0"/>
              </a:rPr>
              <a:t>In contrast, resultative and framing signals “are tied directly to the core content and argument of the text, often indicating critical connections and conclusions”. They show that the writer is actively guiding the reader toward a particular interpretation or conclusion, they are used to emphasize the importance of certain claims or to signal key turning points in the argument. They play a direct role in constructing and framing the argument within a specific perspective. </a:t>
            </a:r>
          </a:p>
          <a:p>
            <a:pPr marL="0" indent="0">
              <a:lnSpc>
                <a:spcPct val="115000"/>
              </a:lnSpc>
              <a:spcAft>
                <a:spcPts val="800"/>
              </a:spcAft>
              <a:buNone/>
            </a:pPr>
            <a:r>
              <a:rPr lang="en-US" sz="1700" kern="100" dirty="0">
                <a:ea typeface="Aptos" panose="020B0004020202020204" pitchFamily="34" charset="0"/>
                <a:cs typeface="Times New Roman" panose="02020603050405020304" pitchFamily="18" charset="0"/>
              </a:rPr>
              <a:t>The lower frequency in LLM-generated essays</a:t>
            </a:r>
            <a:r>
              <a:rPr lang="en-US" sz="1700" kern="100" dirty="0">
                <a:effectLst/>
                <a:ea typeface="Aptos" panose="020B0004020202020204" pitchFamily="34" charset="0"/>
                <a:cs typeface="Times New Roman" panose="02020603050405020304" pitchFamily="18" charset="0"/>
              </a:rPr>
              <a:t> indicates that LLMs are less inclined to express a sense of personal perspectives and persuasive interactions that are essential in argumentative writing.</a:t>
            </a:r>
          </a:p>
          <a:p>
            <a:pPr marL="0" indent="0">
              <a:lnSpc>
                <a:spcPct val="115000"/>
              </a:lnSpc>
              <a:spcAft>
                <a:spcPts val="800"/>
              </a:spcAft>
              <a:buNone/>
            </a:pPr>
            <a:endParaRPr lang="en-US" dirty="0"/>
          </a:p>
        </p:txBody>
      </p:sp>
      <p:sp>
        <p:nvSpPr>
          <p:cNvPr id="4" name="Slide Number Placeholder 3">
            <a:extLst>
              <a:ext uri="{FF2B5EF4-FFF2-40B4-BE49-F238E27FC236}">
                <a16:creationId xmlns:a16="http://schemas.microsoft.com/office/drawing/2014/main" id="{BD62D913-557E-F09F-95BB-933F5FE08EED}"/>
              </a:ext>
            </a:extLst>
          </p:cNvPr>
          <p:cNvSpPr>
            <a:spLocks noGrp="1"/>
          </p:cNvSpPr>
          <p:nvPr>
            <p:ph type="sldNum" sz="quarter" idx="12"/>
          </p:nvPr>
        </p:nvSpPr>
        <p:spPr/>
        <p:txBody>
          <a:bodyPr/>
          <a:lstStyle/>
          <a:p>
            <a:fld id="{A65A5C87-DF58-40C8-B092-1DE63DB4547E}" type="slidenum">
              <a:rPr lang="en-US" smtClean="0"/>
              <a:t>71</a:t>
            </a:fld>
            <a:endParaRPr lang="en-US" dirty="0"/>
          </a:p>
        </p:txBody>
      </p:sp>
    </p:spTree>
    <p:extLst>
      <p:ext uri="{BB962C8B-B14F-4D97-AF65-F5344CB8AC3E}">
        <p14:creationId xmlns:p14="http://schemas.microsoft.com/office/powerpoint/2010/main" val="1871003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DD8B3-D7E9-2E88-BF96-9DA71AE40953}"/>
              </a:ext>
            </a:extLst>
          </p:cNvPr>
          <p:cNvSpPr>
            <a:spLocks noGrp="1"/>
          </p:cNvSpPr>
          <p:nvPr>
            <p:ph type="title"/>
          </p:nvPr>
        </p:nvSpPr>
        <p:spPr/>
        <p:txBody>
          <a:bodyPr>
            <a:normAutofit fontScale="90000"/>
          </a:bodyPr>
          <a:lstStyle/>
          <a:p>
            <a:r>
              <a:rPr lang="en-US" dirty="0"/>
              <a:t>Difference in Result/Inference adverbials (Q3)</a:t>
            </a:r>
          </a:p>
        </p:txBody>
      </p:sp>
      <p:sp>
        <p:nvSpPr>
          <p:cNvPr id="3" name="Content Placeholder 2">
            <a:extLst>
              <a:ext uri="{FF2B5EF4-FFF2-40B4-BE49-F238E27FC236}">
                <a16:creationId xmlns:a16="http://schemas.microsoft.com/office/drawing/2014/main" id="{C841DC3A-AD5F-F419-757F-5275F5E7E7DC}"/>
              </a:ext>
            </a:extLst>
          </p:cNvPr>
          <p:cNvSpPr>
            <a:spLocks noGrp="1"/>
          </p:cNvSpPr>
          <p:nvPr>
            <p:ph idx="1"/>
          </p:nvPr>
        </p:nvSpPr>
        <p:spPr/>
        <p:txBody>
          <a:bodyPr>
            <a:normAutofit/>
          </a:bodyPr>
          <a:lstStyle/>
          <a:p>
            <a:pPr marL="0" indent="0">
              <a:lnSpc>
                <a:spcPct val="115000"/>
              </a:lnSpc>
              <a:spcAft>
                <a:spcPts val="800"/>
              </a:spcAft>
              <a:buNone/>
            </a:pPr>
            <a:r>
              <a:rPr lang="en-US" sz="1600" dirty="0"/>
              <a:t>The use of fewer adverbials suggests that LLMs focus more on logical flow than persuasion.  Their emphasis is on how to argue, not on what is being argued. </a:t>
            </a:r>
          </a:p>
          <a:p>
            <a:pPr marL="0" indent="0">
              <a:lnSpc>
                <a:spcPct val="115000"/>
              </a:lnSpc>
              <a:spcAft>
                <a:spcPts val="800"/>
              </a:spcAft>
              <a:buNone/>
            </a:pPr>
            <a:r>
              <a:rPr lang="en-US" sz="1600" dirty="0"/>
              <a:t>This makes LLMs similar to ancient Greek Sophists in their use of rhetoric, where structure is prioritized over truth or conviction. Like the Sophists, LLMs can argue both sides without having personal beliefs or preferences.</a:t>
            </a:r>
          </a:p>
          <a:p>
            <a:pPr marL="0" indent="0">
              <a:lnSpc>
                <a:spcPct val="115000"/>
              </a:lnSpc>
              <a:spcAft>
                <a:spcPts val="800"/>
              </a:spcAft>
              <a:buNone/>
            </a:pPr>
            <a:r>
              <a:rPr lang="en-US" sz="1600" dirty="0"/>
              <a:t>As a result, LLM-generated arguments may feel mechanical or detached, lacking the personal touch that human writers use to persuade and express judgment.</a:t>
            </a:r>
          </a:p>
          <a:p>
            <a:pPr marL="0" indent="0">
              <a:lnSpc>
                <a:spcPct val="115000"/>
              </a:lnSpc>
              <a:spcAft>
                <a:spcPts val="800"/>
              </a:spcAft>
              <a:buNone/>
            </a:pPr>
            <a:r>
              <a:rPr lang="en-US" sz="1600" dirty="0"/>
              <a:t>This suggests investigating Hyland’s interactional </a:t>
            </a:r>
            <a:r>
              <a:rPr lang="en-US" sz="1600" dirty="0" err="1"/>
              <a:t>metadiscourse</a:t>
            </a:r>
            <a:r>
              <a:rPr lang="en-US" sz="1600" dirty="0"/>
              <a:t> linguistic features to better understand the differences between LLMs and students in engaging with their readers, guiding interpretation, and managing interactions.</a:t>
            </a:r>
          </a:p>
          <a:p>
            <a:pPr marL="0" indent="0">
              <a:lnSpc>
                <a:spcPct val="115000"/>
              </a:lnSpc>
              <a:spcAft>
                <a:spcPts val="800"/>
              </a:spcAft>
              <a:buNone/>
            </a:pPr>
            <a:endParaRPr lang="en-US" sz="1600" dirty="0"/>
          </a:p>
        </p:txBody>
      </p:sp>
      <p:sp>
        <p:nvSpPr>
          <p:cNvPr id="4" name="Slide Number Placeholder 3">
            <a:extLst>
              <a:ext uri="{FF2B5EF4-FFF2-40B4-BE49-F238E27FC236}">
                <a16:creationId xmlns:a16="http://schemas.microsoft.com/office/drawing/2014/main" id="{BD62D913-557E-F09F-95BB-933F5FE08EED}"/>
              </a:ext>
            </a:extLst>
          </p:cNvPr>
          <p:cNvSpPr>
            <a:spLocks noGrp="1"/>
          </p:cNvSpPr>
          <p:nvPr>
            <p:ph type="sldNum" sz="quarter" idx="12"/>
          </p:nvPr>
        </p:nvSpPr>
        <p:spPr/>
        <p:txBody>
          <a:bodyPr/>
          <a:lstStyle/>
          <a:p>
            <a:fld id="{A65A5C87-DF58-40C8-B092-1DE63DB4547E}" type="slidenum">
              <a:rPr lang="en-US" smtClean="0"/>
              <a:t>72</a:t>
            </a:fld>
            <a:endParaRPr lang="en-US" dirty="0"/>
          </a:p>
        </p:txBody>
      </p:sp>
    </p:spTree>
    <p:extLst>
      <p:ext uri="{BB962C8B-B14F-4D97-AF65-F5344CB8AC3E}">
        <p14:creationId xmlns:p14="http://schemas.microsoft.com/office/powerpoint/2010/main" val="40057634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DE289-E8F6-6F0A-4C49-616B1EEA3644}"/>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9339F50B-D882-2F96-3CD6-27A6A9566DF4}"/>
              </a:ext>
            </a:extLst>
          </p:cNvPr>
          <p:cNvSpPr>
            <a:spLocks noGrp="1"/>
          </p:cNvSpPr>
          <p:nvPr>
            <p:ph type="body" idx="1"/>
          </p:nvPr>
        </p:nvSpPr>
        <p:spPr/>
        <p:txBody>
          <a:bodyPr/>
          <a:lstStyle/>
          <a:p>
            <a:r>
              <a:rPr lang="en-US" dirty="0"/>
              <a:t> </a:t>
            </a:r>
          </a:p>
        </p:txBody>
      </p:sp>
    </p:spTree>
    <p:extLst>
      <p:ext uri="{BB962C8B-B14F-4D97-AF65-F5344CB8AC3E}">
        <p14:creationId xmlns:p14="http://schemas.microsoft.com/office/powerpoint/2010/main" val="19748230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FF089-4DC5-475F-EC06-1ACE92C63401}"/>
              </a:ext>
            </a:extLst>
          </p:cNvPr>
          <p:cNvSpPr>
            <a:spLocks noGrp="1"/>
          </p:cNvSpPr>
          <p:nvPr>
            <p:ph type="title"/>
          </p:nvPr>
        </p:nvSpPr>
        <p:spPr/>
        <p:txBody>
          <a:bodyPr/>
          <a:lstStyle/>
          <a:p>
            <a:r>
              <a:rPr lang="en-US" dirty="0"/>
              <a:t>Key points</a:t>
            </a:r>
          </a:p>
        </p:txBody>
      </p:sp>
      <p:sp>
        <p:nvSpPr>
          <p:cNvPr id="3" name="Content Placeholder 2">
            <a:extLst>
              <a:ext uri="{FF2B5EF4-FFF2-40B4-BE49-F238E27FC236}">
                <a16:creationId xmlns:a16="http://schemas.microsoft.com/office/drawing/2014/main" id="{5B6679B9-49C8-7103-D822-EF1D380DC2BB}"/>
              </a:ext>
            </a:extLst>
          </p:cNvPr>
          <p:cNvSpPr>
            <a:spLocks noGrp="1"/>
          </p:cNvSpPr>
          <p:nvPr>
            <p:ph idx="1"/>
          </p:nvPr>
        </p:nvSpPr>
        <p:spPr/>
        <p:txBody>
          <a:bodyPr>
            <a:noAutofit/>
          </a:bodyPr>
          <a:lstStyle/>
          <a:p>
            <a:pPr marL="0" indent="0">
              <a:buNone/>
            </a:pPr>
            <a:r>
              <a:rPr lang="en-US" sz="1600" b="1" dirty="0"/>
              <a:t>Linguistic Sophistication</a:t>
            </a:r>
            <a:r>
              <a:rPr lang="en-US" sz="1600" dirty="0"/>
              <a:t>: LLMs demonstrate a capacity for producing sophisticated, formally structured argumentative essays, often using more complex sentence structures and formal language than students.</a:t>
            </a:r>
          </a:p>
          <a:p>
            <a:pPr marL="0" indent="0">
              <a:buNone/>
            </a:pPr>
            <a:r>
              <a:rPr lang="en-US" sz="1600" b="1" dirty="0"/>
              <a:t>Adverbial Usage Patterns</a:t>
            </a:r>
            <a:r>
              <a:rPr lang="en-US" sz="1600" dirty="0"/>
              <a:t>: While LLMs use linking adverbials slightly more frequently than students, there are notable differences in usage across categories. LLMs show a preference for Enumeration/Addition and Apposition adverbials, while students more frequently employ Result/Inference adverbials.</a:t>
            </a:r>
          </a:p>
          <a:p>
            <a:pPr marL="0" indent="0">
              <a:buNone/>
            </a:pPr>
            <a:r>
              <a:rPr lang="en-US" sz="1600" b="1" dirty="0"/>
              <a:t>Formulaic vs. Natural Language</a:t>
            </a:r>
            <a:r>
              <a:rPr lang="en-US" sz="1600" dirty="0"/>
              <a:t>: LLMs, particularly open-source models, show a tendency towards formulaic language patterns, which contrasts with the more varied writing style of students.</a:t>
            </a:r>
          </a:p>
          <a:p>
            <a:pPr marL="0" indent="0">
              <a:buNone/>
            </a:pPr>
            <a:r>
              <a:rPr lang="en-US" sz="1600" b="1" dirty="0"/>
              <a:t>Personal Perspective</a:t>
            </a:r>
            <a:r>
              <a:rPr lang="en-US" sz="1600" dirty="0"/>
              <a:t>: The lower frequency of Result/Inference adverbials in LLM-generated texts suggests potential limitations in injecting personal perspective into arguments, a key aspect of persuasive writing.</a:t>
            </a:r>
          </a:p>
          <a:p>
            <a:pPr marL="0" indent="0">
              <a:buNone/>
            </a:pPr>
            <a:r>
              <a:rPr lang="en-US" sz="1600" b="1" dirty="0"/>
              <a:t>Further Research</a:t>
            </a:r>
            <a:r>
              <a:rPr lang="en-US" sz="1600" dirty="0"/>
              <a:t>: Investigating Hyland’s interactional </a:t>
            </a:r>
            <a:r>
              <a:rPr lang="en-US" sz="1600" dirty="0" err="1"/>
              <a:t>metadiscourse</a:t>
            </a:r>
            <a:r>
              <a:rPr lang="en-US" sz="1600" dirty="0"/>
              <a:t> to better understand the differences on how LLMs and humans engage with the readers.</a:t>
            </a:r>
          </a:p>
        </p:txBody>
      </p:sp>
      <p:sp>
        <p:nvSpPr>
          <p:cNvPr id="6" name="Slide Number Placeholder 5">
            <a:extLst>
              <a:ext uri="{FF2B5EF4-FFF2-40B4-BE49-F238E27FC236}">
                <a16:creationId xmlns:a16="http://schemas.microsoft.com/office/drawing/2014/main" id="{C5049567-2E77-EC52-5988-6FE2E1951D93}"/>
              </a:ext>
            </a:extLst>
          </p:cNvPr>
          <p:cNvSpPr>
            <a:spLocks noGrp="1"/>
          </p:cNvSpPr>
          <p:nvPr>
            <p:ph type="sldNum" sz="quarter" idx="12"/>
          </p:nvPr>
        </p:nvSpPr>
        <p:spPr/>
        <p:txBody>
          <a:bodyPr/>
          <a:lstStyle/>
          <a:p>
            <a:fld id="{A65A5C87-DF58-40C8-B092-1DE63DB4547E}" type="slidenum">
              <a:rPr lang="en-US" smtClean="0"/>
              <a:t>74</a:t>
            </a:fld>
            <a:endParaRPr lang="en-US" dirty="0"/>
          </a:p>
        </p:txBody>
      </p:sp>
    </p:spTree>
    <p:extLst>
      <p:ext uri="{BB962C8B-B14F-4D97-AF65-F5344CB8AC3E}">
        <p14:creationId xmlns:p14="http://schemas.microsoft.com/office/powerpoint/2010/main" val="4292344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FF089-4DC5-475F-EC06-1ACE92C63401}"/>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5B6679B9-49C8-7103-D822-EF1D380DC2BB}"/>
              </a:ext>
            </a:extLst>
          </p:cNvPr>
          <p:cNvSpPr>
            <a:spLocks noGrp="1"/>
          </p:cNvSpPr>
          <p:nvPr>
            <p:ph idx="1"/>
          </p:nvPr>
        </p:nvSpPr>
        <p:spPr>
          <a:xfrm>
            <a:off x="1115568" y="2034073"/>
            <a:ext cx="10168128" cy="4138127"/>
          </a:xfrm>
        </p:spPr>
        <p:txBody>
          <a:bodyPr>
            <a:noAutofit/>
          </a:bodyPr>
          <a:lstStyle/>
          <a:p>
            <a:pPr marL="0" indent="0">
              <a:lnSpc>
                <a:spcPct val="115000"/>
              </a:lnSpc>
              <a:spcAft>
                <a:spcPts val="800"/>
              </a:spcAft>
              <a:buNone/>
            </a:pPr>
            <a:r>
              <a:rPr lang="en-US" sz="1400" kern="100" dirty="0">
                <a:effectLst/>
                <a:ea typeface="Aptos" panose="020B0004020202020204" pitchFamily="34" charset="0"/>
                <a:cs typeface="Times New Roman" panose="02020603050405020304" pitchFamily="18" charset="0"/>
              </a:rPr>
              <a:t>[Appel &amp; </a:t>
            </a:r>
            <a:r>
              <a:rPr lang="en-US" sz="1400" kern="100" dirty="0" err="1">
                <a:effectLst/>
                <a:ea typeface="Aptos" panose="020B0004020202020204" pitchFamily="34" charset="0"/>
                <a:cs typeface="Times New Roman" panose="02020603050405020304" pitchFamily="18" charset="0"/>
              </a:rPr>
              <a:t>Szeib</a:t>
            </a:r>
            <a:r>
              <a:rPr lang="en-US" sz="1400" kern="100" dirty="0">
                <a:effectLst/>
                <a:ea typeface="Aptos" panose="020B0004020202020204" pitchFamily="34" charset="0"/>
                <a:cs typeface="Times New Roman" panose="02020603050405020304" pitchFamily="18" charset="0"/>
              </a:rPr>
              <a:t>, 2018] Appel, R., </a:t>
            </a:r>
            <a:r>
              <a:rPr lang="en-US" sz="1400" kern="100" dirty="0" err="1">
                <a:effectLst/>
                <a:ea typeface="Aptos" panose="020B0004020202020204" pitchFamily="34" charset="0"/>
                <a:cs typeface="Times New Roman" panose="02020603050405020304" pitchFamily="18" charset="0"/>
              </a:rPr>
              <a:t>Szeib</a:t>
            </a:r>
            <a:r>
              <a:rPr lang="en-US" sz="1400" kern="100" dirty="0">
                <a:effectLst/>
                <a:ea typeface="Aptos" panose="020B0004020202020204" pitchFamily="34" charset="0"/>
                <a:cs typeface="Times New Roman" panose="02020603050405020304" pitchFamily="18" charset="0"/>
              </a:rPr>
              <a:t>, A., Linking adverbials in L2 English academic writing: L1-related differences, System (2018), </a:t>
            </a:r>
            <a:r>
              <a:rPr lang="en-US" sz="1400" kern="100" dirty="0" err="1">
                <a:effectLst/>
                <a:ea typeface="Aptos" panose="020B0004020202020204" pitchFamily="34" charset="0"/>
                <a:cs typeface="Times New Roman" panose="02020603050405020304" pitchFamily="18" charset="0"/>
              </a:rPr>
              <a:t>doi</a:t>
            </a:r>
            <a:r>
              <a:rPr lang="en-US" sz="1400" kern="100" dirty="0">
                <a:effectLst/>
                <a:ea typeface="Aptos" panose="020B0004020202020204" pitchFamily="34" charset="0"/>
                <a:cs typeface="Times New Roman" panose="02020603050405020304" pitchFamily="18" charset="0"/>
              </a:rPr>
              <a:t>: 10.1016/j.system.2018.08.008</a:t>
            </a:r>
          </a:p>
          <a:p>
            <a:pPr marL="0" indent="0">
              <a:lnSpc>
                <a:spcPct val="115000"/>
              </a:lnSpc>
              <a:spcAft>
                <a:spcPts val="800"/>
              </a:spcAft>
              <a:buNone/>
            </a:pPr>
            <a:r>
              <a:rPr lang="nl-NL" sz="1400" kern="100" dirty="0">
                <a:effectLst/>
                <a:ea typeface="Aptos" panose="020B0004020202020204" pitchFamily="34" charset="0"/>
                <a:cs typeface="Times New Roman" panose="02020603050405020304" pitchFamily="18" charset="0"/>
              </a:rPr>
              <a:t>[</a:t>
            </a:r>
            <a:r>
              <a:rPr lang="nl-NL" sz="1400" kern="100" dirty="0" err="1">
                <a:effectLst/>
                <a:ea typeface="Aptos" panose="020B0004020202020204" pitchFamily="34" charset="0"/>
                <a:cs typeface="Times New Roman" panose="02020603050405020304" pitchFamily="18" charset="0"/>
              </a:rPr>
              <a:t>Biber</a:t>
            </a:r>
            <a:r>
              <a:rPr lang="nl-NL" sz="1400" kern="100" dirty="0">
                <a:effectLst/>
                <a:ea typeface="Aptos" panose="020B0004020202020204" pitchFamily="34" charset="0"/>
                <a:cs typeface="Times New Roman" panose="02020603050405020304" pitchFamily="18" charset="0"/>
              </a:rPr>
              <a:t> et al, 1999] </a:t>
            </a:r>
            <a:r>
              <a:rPr lang="nl-NL" sz="1400" kern="100" dirty="0" err="1">
                <a:effectLst/>
                <a:ea typeface="Aptos" panose="020B0004020202020204" pitchFamily="34" charset="0"/>
                <a:cs typeface="Times New Roman" panose="02020603050405020304" pitchFamily="18" charset="0"/>
              </a:rPr>
              <a:t>Biber</a:t>
            </a:r>
            <a:r>
              <a:rPr lang="nl-NL" sz="1400" kern="100" dirty="0">
                <a:effectLst/>
                <a:ea typeface="Aptos" panose="020B0004020202020204" pitchFamily="34" charset="0"/>
                <a:cs typeface="Times New Roman" panose="02020603050405020304" pitchFamily="18" charset="0"/>
              </a:rPr>
              <a:t>, D., et al. </a:t>
            </a:r>
            <a:r>
              <a:rPr lang="en-US" sz="1400" kern="100" dirty="0">
                <a:effectLst/>
                <a:ea typeface="Aptos" panose="020B0004020202020204" pitchFamily="34" charset="0"/>
                <a:cs typeface="Times New Roman" panose="02020603050405020304" pitchFamily="18" charset="0"/>
              </a:rPr>
              <a:t>(1999). Longman grammar of spoken and written English. Edinburgh: Pearson Education Ltd.</a:t>
            </a:r>
          </a:p>
          <a:p>
            <a:pPr marL="0" indent="0">
              <a:lnSpc>
                <a:spcPct val="115000"/>
              </a:lnSpc>
              <a:spcAft>
                <a:spcPts val="800"/>
              </a:spcAft>
              <a:buNone/>
            </a:pPr>
            <a:r>
              <a:rPr lang="en-US" sz="1400" kern="100" dirty="0">
                <a:effectLst/>
                <a:ea typeface="Aptos" panose="020B0004020202020204" pitchFamily="34" charset="0"/>
                <a:cs typeface="Times New Roman" panose="02020603050405020304" pitchFamily="18" charset="0"/>
              </a:rPr>
              <a:t>[</a:t>
            </a:r>
            <a:r>
              <a:rPr lang="en-US" sz="1400" kern="100" dirty="0" err="1">
                <a:effectLst/>
                <a:ea typeface="Aptos" panose="020B0004020202020204" pitchFamily="34" charset="0"/>
                <a:cs typeface="Times New Roman" panose="02020603050405020304" pitchFamily="18" charset="0"/>
              </a:rPr>
              <a:t>Brezina</a:t>
            </a:r>
            <a:r>
              <a:rPr lang="en-US" sz="1400" kern="100" dirty="0">
                <a:effectLst/>
                <a:ea typeface="Aptos" panose="020B0004020202020204" pitchFamily="34" charset="0"/>
                <a:cs typeface="Times New Roman" panose="02020603050405020304" pitchFamily="18" charset="0"/>
              </a:rPr>
              <a:t>, 2018] Vaclav </a:t>
            </a:r>
            <a:r>
              <a:rPr lang="en-US" sz="1400" kern="100" dirty="0" err="1">
                <a:effectLst/>
                <a:ea typeface="Aptos" panose="020B0004020202020204" pitchFamily="34" charset="0"/>
                <a:cs typeface="Times New Roman" panose="02020603050405020304" pitchFamily="18" charset="0"/>
              </a:rPr>
              <a:t>Brezina</a:t>
            </a:r>
            <a:r>
              <a:rPr lang="en-US" sz="1400" kern="100" dirty="0">
                <a:effectLst/>
                <a:ea typeface="Aptos" panose="020B0004020202020204" pitchFamily="34" charset="0"/>
                <a:cs typeface="Times New Roman" panose="02020603050405020304" pitchFamily="18" charset="0"/>
              </a:rPr>
              <a:t>, Statistics in Corpus Linguistics, Cambridge University Press, 2018</a:t>
            </a:r>
          </a:p>
          <a:p>
            <a:pPr marL="0" indent="0">
              <a:lnSpc>
                <a:spcPct val="115000"/>
              </a:lnSpc>
              <a:spcAft>
                <a:spcPts val="800"/>
              </a:spcAft>
              <a:buNone/>
            </a:pPr>
            <a:r>
              <a:rPr lang="en-US" sz="1400" kern="100" dirty="0">
                <a:effectLst/>
                <a:ea typeface="Aptos" panose="020B0004020202020204" pitchFamily="34" charset="0"/>
                <a:cs typeface="Times New Roman" panose="02020603050405020304" pitchFamily="18" charset="0"/>
              </a:rPr>
              <a:t>[Crossley et al, 2022] Scott A. Crossley, Perpetual Baffour, Yu Tian, Aigner </a:t>
            </a:r>
            <a:r>
              <a:rPr lang="en-US" sz="1400" kern="100" dirty="0" err="1">
                <a:effectLst/>
                <a:ea typeface="Aptos" panose="020B0004020202020204" pitchFamily="34" charset="0"/>
                <a:cs typeface="Times New Roman" panose="02020603050405020304" pitchFamily="18" charset="0"/>
              </a:rPr>
              <a:t>Picou</a:t>
            </a:r>
            <a:r>
              <a:rPr lang="en-US" sz="1400" kern="100" dirty="0">
                <a:effectLst/>
                <a:ea typeface="Aptos" panose="020B0004020202020204" pitchFamily="34" charset="0"/>
                <a:cs typeface="Times New Roman" panose="02020603050405020304" pitchFamily="18" charset="0"/>
              </a:rPr>
              <a:t>, Meg Benner, Ulrich </a:t>
            </a:r>
            <a:r>
              <a:rPr lang="en-US" sz="1400" kern="100" dirty="0" err="1">
                <a:effectLst/>
                <a:ea typeface="Aptos" panose="020B0004020202020204" pitchFamily="34" charset="0"/>
                <a:cs typeface="Times New Roman" panose="02020603050405020304" pitchFamily="18" charset="0"/>
              </a:rPr>
              <a:t>Boser</a:t>
            </a:r>
            <a:r>
              <a:rPr lang="en-US" sz="1400" kern="100" dirty="0">
                <a:effectLst/>
                <a:ea typeface="Aptos" panose="020B0004020202020204" pitchFamily="34" charset="0"/>
                <a:cs typeface="Times New Roman" panose="02020603050405020304" pitchFamily="18" charset="0"/>
              </a:rPr>
              <a:t>, </a:t>
            </a:r>
            <a:r>
              <a:rPr lang="en-US" sz="1400" i="1" kern="100" dirty="0">
                <a:effectLst/>
                <a:ea typeface="Aptos" panose="020B0004020202020204" pitchFamily="34" charset="0"/>
                <a:cs typeface="Times New Roman" panose="02020603050405020304" pitchFamily="18" charset="0"/>
              </a:rPr>
              <a:t>The persuasive essays for rating, selecting, and understanding argumentative and discourse elements (PERSUADE) corpus </a:t>
            </a:r>
            <a:r>
              <a:rPr lang="en-US" sz="1400" kern="100" dirty="0">
                <a:effectLst/>
                <a:ea typeface="Aptos" panose="020B0004020202020204" pitchFamily="34" charset="0"/>
                <a:cs typeface="Times New Roman" panose="02020603050405020304" pitchFamily="18" charset="0"/>
              </a:rPr>
              <a:t>1.0, Assessing Writing, Volume 54, 2022</a:t>
            </a:r>
          </a:p>
          <a:p>
            <a:pPr marL="0" indent="0">
              <a:lnSpc>
                <a:spcPct val="115000"/>
              </a:lnSpc>
              <a:spcAft>
                <a:spcPts val="800"/>
              </a:spcAft>
              <a:buNone/>
            </a:pPr>
            <a:r>
              <a:rPr lang="en-US" sz="1400" kern="100" dirty="0">
                <a:effectLst/>
                <a:ea typeface="Aptos" panose="020B0004020202020204" pitchFamily="34" charset="0"/>
                <a:cs typeface="Times New Roman" panose="02020603050405020304" pitchFamily="18" charset="0"/>
              </a:rPr>
              <a:t>[Halliday &amp; Hasan, 1976] Halliday, M. A. K., &amp; Hasan, R. (1976). Cohesion in English. English Language Series, London: Longman</a:t>
            </a:r>
          </a:p>
          <a:p>
            <a:pPr marL="0" indent="0">
              <a:lnSpc>
                <a:spcPct val="115000"/>
              </a:lnSpc>
              <a:spcAft>
                <a:spcPts val="800"/>
              </a:spcAft>
              <a:buNone/>
            </a:pPr>
            <a:r>
              <a:rPr lang="en-US" sz="1400" kern="100" dirty="0">
                <a:effectLst/>
                <a:ea typeface="Aptos" panose="020B0004020202020204" pitchFamily="34" charset="0"/>
                <a:cs typeface="Times New Roman" panose="02020603050405020304" pitchFamily="18" charset="0"/>
              </a:rPr>
              <a:t>[Herbold et al., 2023] Herbold, S., </a:t>
            </a:r>
            <a:r>
              <a:rPr lang="en-US" sz="1400" kern="100" dirty="0" err="1">
                <a:effectLst/>
                <a:ea typeface="Aptos" panose="020B0004020202020204" pitchFamily="34" charset="0"/>
                <a:cs typeface="Times New Roman" panose="02020603050405020304" pitchFamily="18" charset="0"/>
              </a:rPr>
              <a:t>Hautli-Janisz</a:t>
            </a:r>
            <a:r>
              <a:rPr lang="en-US" sz="1400" kern="100" dirty="0">
                <a:effectLst/>
                <a:ea typeface="Aptos" panose="020B0004020202020204" pitchFamily="34" charset="0"/>
                <a:cs typeface="Times New Roman" panose="02020603050405020304" pitchFamily="18" charset="0"/>
              </a:rPr>
              <a:t>, A., Heuer, U. </a:t>
            </a:r>
            <a:r>
              <a:rPr lang="en-US" sz="1400" i="1" kern="100" dirty="0">
                <a:effectLst/>
                <a:ea typeface="Aptos" panose="020B0004020202020204" pitchFamily="34" charset="0"/>
                <a:cs typeface="Times New Roman" panose="02020603050405020304" pitchFamily="18" charset="0"/>
              </a:rPr>
              <a:t>et al.</a:t>
            </a:r>
            <a:r>
              <a:rPr lang="en-US" sz="1400" kern="100" dirty="0">
                <a:effectLst/>
                <a:ea typeface="Aptos" panose="020B0004020202020204" pitchFamily="34" charset="0"/>
                <a:cs typeface="Times New Roman" panose="02020603050405020304" pitchFamily="18" charset="0"/>
              </a:rPr>
              <a:t> A large-scale comparison of human-written versus ChatGPT-generated essays. </a:t>
            </a:r>
            <a:r>
              <a:rPr lang="en-US" sz="1400" i="1" kern="100" dirty="0">
                <a:effectLst/>
                <a:ea typeface="Aptos" panose="020B0004020202020204" pitchFamily="34" charset="0"/>
                <a:cs typeface="Times New Roman" panose="02020603050405020304" pitchFamily="18" charset="0"/>
              </a:rPr>
              <a:t>Sci Rep</a:t>
            </a:r>
            <a:r>
              <a:rPr lang="en-US" sz="1400" kern="100" dirty="0">
                <a:effectLst/>
                <a:ea typeface="Aptos" panose="020B0004020202020204" pitchFamily="34" charset="0"/>
                <a:cs typeface="Times New Roman" panose="02020603050405020304" pitchFamily="18" charset="0"/>
              </a:rPr>
              <a:t> 13, 18617 (2023)</a:t>
            </a:r>
          </a:p>
        </p:txBody>
      </p:sp>
      <p:sp>
        <p:nvSpPr>
          <p:cNvPr id="6" name="Slide Number Placeholder 5">
            <a:extLst>
              <a:ext uri="{FF2B5EF4-FFF2-40B4-BE49-F238E27FC236}">
                <a16:creationId xmlns:a16="http://schemas.microsoft.com/office/drawing/2014/main" id="{C5049567-2E77-EC52-5988-6FE2E1951D93}"/>
              </a:ext>
            </a:extLst>
          </p:cNvPr>
          <p:cNvSpPr>
            <a:spLocks noGrp="1"/>
          </p:cNvSpPr>
          <p:nvPr>
            <p:ph type="sldNum" sz="quarter" idx="12"/>
          </p:nvPr>
        </p:nvSpPr>
        <p:spPr/>
        <p:txBody>
          <a:bodyPr/>
          <a:lstStyle/>
          <a:p>
            <a:fld id="{A65A5C87-DF58-40C8-B092-1DE63DB4547E}" type="slidenum">
              <a:rPr lang="en-US" smtClean="0"/>
              <a:t>75</a:t>
            </a:fld>
            <a:endParaRPr lang="en-US" dirty="0"/>
          </a:p>
        </p:txBody>
      </p:sp>
    </p:spTree>
    <p:extLst>
      <p:ext uri="{BB962C8B-B14F-4D97-AF65-F5344CB8AC3E}">
        <p14:creationId xmlns:p14="http://schemas.microsoft.com/office/powerpoint/2010/main" val="13631198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5049567-2E77-EC52-5988-6FE2E1951D93}"/>
              </a:ext>
            </a:extLst>
          </p:cNvPr>
          <p:cNvSpPr>
            <a:spLocks noGrp="1"/>
          </p:cNvSpPr>
          <p:nvPr>
            <p:ph type="sldNum" sz="quarter" idx="12"/>
          </p:nvPr>
        </p:nvSpPr>
        <p:spPr/>
        <p:txBody>
          <a:bodyPr/>
          <a:lstStyle/>
          <a:p>
            <a:fld id="{A65A5C87-DF58-40C8-B092-1DE63DB4547E}" type="slidenum">
              <a:rPr lang="en-US" smtClean="0"/>
              <a:t>76</a:t>
            </a:fld>
            <a:endParaRPr lang="en-US" dirty="0"/>
          </a:p>
        </p:txBody>
      </p:sp>
      <p:sp>
        <p:nvSpPr>
          <p:cNvPr id="3" name="Content Placeholder 2">
            <a:extLst>
              <a:ext uri="{FF2B5EF4-FFF2-40B4-BE49-F238E27FC236}">
                <a16:creationId xmlns:a16="http://schemas.microsoft.com/office/drawing/2014/main" id="{5B6679B9-49C8-7103-D822-EF1D380DC2BB}"/>
              </a:ext>
            </a:extLst>
          </p:cNvPr>
          <p:cNvSpPr>
            <a:spLocks noGrp="1"/>
          </p:cNvSpPr>
          <p:nvPr>
            <p:ph idx="4294967295"/>
          </p:nvPr>
        </p:nvSpPr>
        <p:spPr>
          <a:xfrm>
            <a:off x="847530" y="722199"/>
            <a:ext cx="10167937" cy="5413602"/>
          </a:xfrm>
        </p:spPr>
        <p:txBody>
          <a:bodyPr>
            <a:normAutofit fontScale="55000" lnSpcReduction="20000"/>
          </a:bodyPr>
          <a:lstStyle/>
          <a:p>
            <a:pPr marL="0" indent="0">
              <a:lnSpc>
                <a:spcPct val="115000"/>
              </a:lnSpc>
              <a:spcAft>
                <a:spcPts val="800"/>
              </a:spcAft>
              <a:buNone/>
            </a:pPr>
            <a:r>
              <a:rPr lang="en-US" sz="2500" kern="100" dirty="0">
                <a:effectLst/>
                <a:ea typeface="Aptos" panose="020B0004020202020204" pitchFamily="34" charset="0"/>
                <a:cs typeface="Times New Roman" panose="02020603050405020304" pitchFamily="18" charset="0"/>
              </a:rPr>
              <a:t>[Hinton &amp; </a:t>
            </a:r>
            <a:r>
              <a:rPr lang="en-US" sz="2500" kern="100" dirty="0" err="1">
                <a:effectLst/>
                <a:ea typeface="Aptos" panose="020B0004020202020204" pitchFamily="34" charset="0"/>
                <a:cs typeface="Times New Roman" panose="02020603050405020304" pitchFamily="18" charset="0"/>
              </a:rPr>
              <a:t>Wagemans</a:t>
            </a:r>
            <a:r>
              <a:rPr lang="en-US" sz="2500" kern="100" dirty="0">
                <a:effectLst/>
                <a:ea typeface="Aptos" panose="020B0004020202020204" pitchFamily="34" charset="0"/>
                <a:cs typeface="Times New Roman" panose="02020603050405020304" pitchFamily="18" charset="0"/>
              </a:rPr>
              <a:t>, 2023] Hinton, Martin and </a:t>
            </a:r>
            <a:r>
              <a:rPr lang="en-US" sz="2500" kern="100" dirty="0" err="1">
                <a:effectLst/>
                <a:ea typeface="Aptos" panose="020B0004020202020204" pitchFamily="34" charset="0"/>
                <a:cs typeface="Times New Roman" panose="02020603050405020304" pitchFamily="18" charset="0"/>
              </a:rPr>
              <a:t>Wagemans</a:t>
            </a:r>
            <a:r>
              <a:rPr lang="en-US" sz="2500" kern="100" dirty="0">
                <a:effectLst/>
                <a:ea typeface="Aptos" panose="020B0004020202020204" pitchFamily="34" charset="0"/>
                <a:cs typeface="Times New Roman" panose="02020603050405020304" pitchFamily="18" charset="0"/>
              </a:rPr>
              <a:t>, Jean, How persuasive is AI-generated argumentation? An analysis of the quality of an argumentative text produced by the GPT-3 AI text generator, </a:t>
            </a:r>
            <a:r>
              <a:rPr lang="fr-FR" sz="2500" kern="100" dirty="0">
                <a:effectLst/>
                <a:ea typeface="Aptos" panose="020B0004020202020204" pitchFamily="34" charset="0"/>
                <a:cs typeface="Times New Roman" panose="02020603050405020304" pitchFamily="18" charset="0"/>
              </a:rPr>
              <a:t>Argument &amp; Computation 14 (2023) 59–74</a:t>
            </a:r>
            <a:endParaRPr lang="en-US" sz="2500" kern="100" dirty="0">
              <a:effectLst/>
              <a:ea typeface="Aptos" panose="020B0004020202020204" pitchFamily="34" charset="0"/>
              <a:cs typeface="Times New Roman" panose="02020603050405020304" pitchFamily="18" charset="0"/>
            </a:endParaRPr>
          </a:p>
          <a:p>
            <a:pPr marL="0" indent="0">
              <a:lnSpc>
                <a:spcPct val="115000"/>
              </a:lnSpc>
              <a:spcAft>
                <a:spcPts val="800"/>
              </a:spcAft>
              <a:buNone/>
            </a:pPr>
            <a:r>
              <a:rPr lang="en-US" sz="2500" kern="100" dirty="0">
                <a:effectLst/>
                <a:ea typeface="Aptos" panose="020B0004020202020204" pitchFamily="34" charset="0"/>
                <a:cs typeface="Times New Roman" panose="02020603050405020304" pitchFamily="18" charset="0"/>
              </a:rPr>
              <a:t>[Hyland, 2018] Hyland, K., (2018) </a:t>
            </a:r>
            <a:r>
              <a:rPr lang="en-US" sz="2500" kern="100" dirty="0" err="1">
                <a:effectLst/>
                <a:ea typeface="Aptos" panose="020B0004020202020204" pitchFamily="34" charset="0"/>
                <a:cs typeface="Times New Roman" panose="02020603050405020304" pitchFamily="18" charset="0"/>
              </a:rPr>
              <a:t>Metadiscourse</a:t>
            </a:r>
            <a:r>
              <a:rPr lang="en-US" sz="2500" kern="100" dirty="0">
                <a:effectLst/>
                <a:ea typeface="Aptos" panose="020B0004020202020204" pitchFamily="34" charset="0"/>
                <a:cs typeface="Times New Roman" panose="02020603050405020304" pitchFamily="18" charset="0"/>
              </a:rPr>
              <a:t> - Exploring Interaction in Writing, Bloomsbury Academic</a:t>
            </a:r>
          </a:p>
          <a:p>
            <a:pPr marL="0" indent="0">
              <a:lnSpc>
                <a:spcPct val="115000"/>
              </a:lnSpc>
              <a:spcAft>
                <a:spcPts val="800"/>
              </a:spcAft>
              <a:buNone/>
            </a:pPr>
            <a:r>
              <a:rPr lang="en-US" sz="2500" kern="100" dirty="0">
                <a:cs typeface="Times New Roman" panose="02020603050405020304" pitchFamily="18" charset="0"/>
              </a:rPr>
              <a:t>[McNa</a:t>
            </a:r>
            <a:r>
              <a:rPr lang="en-US" sz="2500" kern="100" dirty="0">
                <a:effectLst/>
                <a:ea typeface="Aptos" panose="020B0004020202020204" pitchFamily="34" charset="0"/>
                <a:cs typeface="Times New Roman" panose="02020603050405020304" pitchFamily="18" charset="0"/>
              </a:rPr>
              <a:t>mara  et al, 2010] McNamara, D. S., Crossley, S. A. &amp; McCarthy, P. M. Linguistic features of writing quality. </a:t>
            </a:r>
            <a:r>
              <a:rPr lang="en-US" sz="2500" i="1" kern="100" dirty="0">
                <a:effectLst/>
                <a:ea typeface="Aptos" panose="020B0004020202020204" pitchFamily="34" charset="0"/>
                <a:cs typeface="Times New Roman" panose="02020603050405020304" pitchFamily="18" charset="0"/>
              </a:rPr>
              <a:t>Writ. </a:t>
            </a:r>
            <a:r>
              <a:rPr lang="en-US" sz="2500" i="1" kern="100" dirty="0" err="1">
                <a:effectLst/>
                <a:ea typeface="Aptos" panose="020B0004020202020204" pitchFamily="34" charset="0"/>
                <a:cs typeface="Times New Roman" panose="02020603050405020304" pitchFamily="18" charset="0"/>
              </a:rPr>
              <a:t>Commun</a:t>
            </a:r>
            <a:r>
              <a:rPr lang="en-US" sz="2500" i="1" kern="100" dirty="0">
                <a:effectLst/>
                <a:ea typeface="Aptos" panose="020B0004020202020204" pitchFamily="34" charset="0"/>
                <a:cs typeface="Times New Roman" panose="02020603050405020304" pitchFamily="18" charset="0"/>
              </a:rPr>
              <a:t>.</a:t>
            </a:r>
            <a:r>
              <a:rPr lang="en-US" sz="2500" kern="100" dirty="0">
                <a:effectLst/>
                <a:ea typeface="Aptos" panose="020B0004020202020204" pitchFamily="34" charset="0"/>
                <a:cs typeface="Times New Roman" panose="02020603050405020304" pitchFamily="18" charset="0"/>
              </a:rPr>
              <a:t> 27, 57–86 (2010)</a:t>
            </a:r>
          </a:p>
          <a:p>
            <a:pPr marL="0" indent="0">
              <a:lnSpc>
                <a:spcPct val="115000"/>
              </a:lnSpc>
              <a:spcAft>
                <a:spcPts val="800"/>
              </a:spcAft>
              <a:buNone/>
            </a:pPr>
            <a:r>
              <a:rPr lang="en-US" sz="2500" kern="100" dirty="0">
                <a:effectLst/>
                <a:ea typeface="Aptos" panose="020B0004020202020204" pitchFamily="34" charset="0"/>
                <a:cs typeface="Times New Roman" panose="02020603050405020304" pitchFamily="18" charset="0"/>
              </a:rPr>
              <a:t>[</a:t>
            </a:r>
            <a:r>
              <a:rPr lang="en-US" sz="2500" kern="100" dirty="0" err="1">
                <a:effectLst/>
                <a:ea typeface="Aptos" panose="020B0004020202020204" pitchFamily="34" charset="0"/>
                <a:cs typeface="Times New Roman" panose="02020603050405020304" pitchFamily="18" charset="0"/>
              </a:rPr>
              <a:t>Sardinha</a:t>
            </a:r>
            <a:r>
              <a:rPr lang="en-US" sz="2500" kern="100" dirty="0">
                <a:effectLst/>
                <a:ea typeface="Aptos" panose="020B0004020202020204" pitchFamily="34" charset="0"/>
                <a:cs typeface="Times New Roman" panose="02020603050405020304" pitchFamily="18" charset="0"/>
              </a:rPr>
              <a:t>, 2024] Tony Berber </a:t>
            </a:r>
            <a:r>
              <a:rPr lang="en-US" sz="2500" kern="100" dirty="0" err="1">
                <a:effectLst/>
                <a:ea typeface="Aptos" panose="020B0004020202020204" pitchFamily="34" charset="0"/>
                <a:cs typeface="Times New Roman" panose="02020603050405020304" pitchFamily="18" charset="0"/>
              </a:rPr>
              <a:t>Sardinha</a:t>
            </a:r>
            <a:r>
              <a:rPr lang="en-US" sz="2500" kern="100" dirty="0">
                <a:effectLst/>
                <a:ea typeface="Aptos" panose="020B0004020202020204" pitchFamily="34" charset="0"/>
                <a:cs typeface="Times New Roman" panose="02020603050405020304" pitchFamily="18" charset="0"/>
              </a:rPr>
              <a:t>, AI-generated vs human-authored texts: A multidimensional comparison, Applied Corpus Linguistics, Volume 4, Issue 1, 2024</a:t>
            </a:r>
          </a:p>
          <a:p>
            <a:pPr marL="0" indent="0">
              <a:lnSpc>
                <a:spcPct val="115000"/>
              </a:lnSpc>
              <a:spcAft>
                <a:spcPts val="800"/>
              </a:spcAft>
              <a:buNone/>
            </a:pPr>
            <a:r>
              <a:rPr lang="de-DE" sz="2500" kern="100" dirty="0">
                <a:effectLst/>
                <a:ea typeface="Aptos" panose="020B0004020202020204" pitchFamily="34" charset="0"/>
                <a:cs typeface="Times New Roman" panose="02020603050405020304" pitchFamily="18" charset="0"/>
              </a:rPr>
              <a:t>[</a:t>
            </a:r>
            <a:r>
              <a:rPr lang="de-DE" sz="2500" kern="100" dirty="0" err="1">
                <a:effectLst/>
                <a:ea typeface="Aptos" panose="020B0004020202020204" pitchFamily="34" charset="0"/>
                <a:cs typeface="Times New Roman" panose="02020603050405020304" pitchFamily="18" charset="0"/>
              </a:rPr>
              <a:t>Somasundaran</a:t>
            </a:r>
            <a:r>
              <a:rPr lang="de-DE" sz="2500" kern="100" dirty="0">
                <a:effectLst/>
                <a:ea typeface="Aptos" panose="020B0004020202020204" pitchFamily="34" charset="0"/>
                <a:cs typeface="Times New Roman" panose="02020603050405020304" pitchFamily="18" charset="0"/>
              </a:rPr>
              <a:t>  et al, 2018] </a:t>
            </a:r>
            <a:r>
              <a:rPr lang="de-DE" sz="2500" kern="100" dirty="0" err="1">
                <a:effectLst/>
                <a:ea typeface="Aptos" panose="020B0004020202020204" pitchFamily="34" charset="0"/>
                <a:cs typeface="Times New Roman" panose="02020603050405020304" pitchFamily="18" charset="0"/>
              </a:rPr>
              <a:t>Somasundaran</a:t>
            </a:r>
            <a:r>
              <a:rPr lang="de-DE" sz="2500" kern="100" dirty="0">
                <a:effectLst/>
                <a:ea typeface="Aptos" panose="020B0004020202020204" pitchFamily="34" charset="0"/>
                <a:cs typeface="Times New Roman" panose="02020603050405020304" pitchFamily="18" charset="0"/>
              </a:rPr>
              <a:t>, S. </a:t>
            </a:r>
            <a:r>
              <a:rPr lang="de-DE" sz="2500" i="1" kern="100" dirty="0">
                <a:effectLst/>
                <a:ea typeface="Aptos" panose="020B0004020202020204" pitchFamily="34" charset="0"/>
                <a:cs typeface="Times New Roman" panose="02020603050405020304" pitchFamily="18" charset="0"/>
              </a:rPr>
              <a:t>et al.</a:t>
            </a:r>
            <a:r>
              <a:rPr lang="de-DE" sz="2500" kern="100" dirty="0">
                <a:effectLst/>
                <a:ea typeface="Aptos" panose="020B0004020202020204" pitchFamily="34" charset="0"/>
                <a:cs typeface="Times New Roman" panose="02020603050405020304" pitchFamily="18" charset="0"/>
              </a:rPr>
              <a:t> </a:t>
            </a:r>
            <a:r>
              <a:rPr lang="en-US" sz="2500" kern="100" dirty="0">
                <a:effectLst/>
                <a:ea typeface="Aptos" panose="020B0004020202020204" pitchFamily="34" charset="0"/>
                <a:cs typeface="Times New Roman" panose="02020603050405020304" pitchFamily="18" charset="0"/>
              </a:rPr>
              <a:t>Towards evaluating narrative quality in student writing. </a:t>
            </a:r>
            <a:r>
              <a:rPr lang="en-US" sz="2500" i="1" kern="100" dirty="0">
                <a:effectLst/>
                <a:ea typeface="Aptos" panose="020B0004020202020204" pitchFamily="34" charset="0"/>
                <a:cs typeface="Times New Roman" panose="02020603050405020304" pitchFamily="18" charset="0"/>
              </a:rPr>
              <a:t>Trans. Assoc. </a:t>
            </a:r>
            <a:r>
              <a:rPr lang="en-US" sz="2500" i="1" kern="100" dirty="0" err="1">
                <a:effectLst/>
                <a:ea typeface="Aptos" panose="020B0004020202020204" pitchFamily="34" charset="0"/>
                <a:cs typeface="Times New Roman" panose="02020603050405020304" pitchFamily="18" charset="0"/>
              </a:rPr>
              <a:t>Comput</a:t>
            </a:r>
            <a:r>
              <a:rPr lang="en-US" sz="2500" i="1" kern="100" dirty="0">
                <a:effectLst/>
                <a:ea typeface="Aptos" panose="020B0004020202020204" pitchFamily="34" charset="0"/>
                <a:cs typeface="Times New Roman" panose="02020603050405020304" pitchFamily="18" charset="0"/>
              </a:rPr>
              <a:t>. Linguist.</a:t>
            </a:r>
            <a:r>
              <a:rPr lang="en-US" sz="2500" kern="100" dirty="0">
                <a:effectLst/>
                <a:ea typeface="Aptos" panose="020B0004020202020204" pitchFamily="34" charset="0"/>
                <a:cs typeface="Times New Roman" panose="02020603050405020304" pitchFamily="18" charset="0"/>
              </a:rPr>
              <a:t> 6, 91–106 (2018)</a:t>
            </a:r>
          </a:p>
          <a:p>
            <a:pPr marL="0" indent="0">
              <a:lnSpc>
                <a:spcPct val="115000"/>
              </a:lnSpc>
              <a:spcAft>
                <a:spcPts val="800"/>
              </a:spcAft>
              <a:buNone/>
            </a:pPr>
            <a:r>
              <a:rPr lang="en-US" sz="2500" kern="100" dirty="0">
                <a:effectLst/>
                <a:ea typeface="Aptos" panose="020B0004020202020204" pitchFamily="34" charset="0"/>
                <a:cs typeface="Times New Roman" panose="02020603050405020304" pitchFamily="18" charset="0"/>
              </a:rPr>
              <a:t>[Stab &amp; Gurevich, 2017] Christian Stab and Iryna </a:t>
            </a:r>
            <a:r>
              <a:rPr lang="en-US" sz="2500" kern="100" dirty="0" err="1">
                <a:effectLst/>
                <a:ea typeface="Aptos" panose="020B0004020202020204" pitchFamily="34" charset="0"/>
                <a:cs typeface="Times New Roman" panose="02020603050405020304" pitchFamily="18" charset="0"/>
              </a:rPr>
              <a:t>Gurevych</a:t>
            </a:r>
            <a:r>
              <a:rPr lang="en-US" sz="2500" kern="100" dirty="0">
                <a:effectLst/>
                <a:ea typeface="Aptos" panose="020B0004020202020204" pitchFamily="34" charset="0"/>
                <a:cs typeface="Times New Roman" panose="02020603050405020304" pitchFamily="18" charset="0"/>
              </a:rPr>
              <a:t>. 2017. </a:t>
            </a:r>
            <a:r>
              <a:rPr lang="en-US" sz="2500" u="sng" kern="100" dirty="0">
                <a:solidFill>
                  <a:srgbClr val="467886"/>
                </a:solidFill>
                <a:effectLst/>
                <a:ea typeface="Aptos" panose="020B0004020202020204" pitchFamily="34" charset="0"/>
                <a:cs typeface="Times New Roman" panose="02020603050405020304" pitchFamily="18" charset="0"/>
                <a:hlinkClick r:id="rId2"/>
              </a:rPr>
              <a:t>Parsing Argumentation Structures in Persuasive Essays</a:t>
            </a:r>
            <a:r>
              <a:rPr lang="en-US" sz="2500" kern="100" dirty="0">
                <a:effectLst/>
                <a:ea typeface="Aptos" panose="020B0004020202020204" pitchFamily="34" charset="0"/>
                <a:cs typeface="Times New Roman" panose="02020603050405020304" pitchFamily="18" charset="0"/>
              </a:rPr>
              <a:t>. Computational Linguistics, 43(3):619–659</a:t>
            </a:r>
          </a:p>
          <a:p>
            <a:pPr marL="0" indent="0">
              <a:lnSpc>
                <a:spcPct val="115000"/>
              </a:lnSpc>
              <a:spcAft>
                <a:spcPts val="800"/>
              </a:spcAft>
              <a:buNone/>
            </a:pPr>
            <a:r>
              <a:rPr lang="en-US" sz="2500" kern="100" dirty="0">
                <a:effectLst/>
                <a:ea typeface="Aptos" panose="020B0004020202020204" pitchFamily="34" charset="0"/>
                <a:cs typeface="Times New Roman" panose="02020603050405020304" pitchFamily="18" charset="0"/>
              </a:rPr>
              <a:t>[</a:t>
            </a:r>
            <a:r>
              <a:rPr lang="en-US" sz="2500" kern="100" dirty="0" err="1">
                <a:effectLst/>
                <a:ea typeface="Aptos" panose="020B0004020202020204" pitchFamily="34" charset="0"/>
                <a:cs typeface="Times New Roman" panose="02020603050405020304" pitchFamily="18" charset="0"/>
              </a:rPr>
              <a:t>Tudino</a:t>
            </a:r>
            <a:r>
              <a:rPr lang="en-US" sz="2500" kern="100" dirty="0">
                <a:effectLst/>
                <a:ea typeface="Aptos" panose="020B0004020202020204" pitchFamily="34" charset="0"/>
                <a:cs typeface="Times New Roman" panose="02020603050405020304" pitchFamily="18" charset="0"/>
              </a:rPr>
              <a:t> &amp; Qin, 2023]  </a:t>
            </a:r>
            <a:r>
              <a:rPr lang="en-US" sz="2500" kern="100" dirty="0" err="1">
                <a:effectLst/>
                <a:ea typeface="Aptos" panose="020B0004020202020204" pitchFamily="34" charset="0"/>
                <a:cs typeface="Times New Roman" panose="02020603050405020304" pitchFamily="18" charset="0"/>
              </a:rPr>
              <a:t>Tudino</a:t>
            </a:r>
            <a:r>
              <a:rPr lang="en-US" sz="2500" kern="100" dirty="0">
                <a:effectLst/>
                <a:ea typeface="Aptos" panose="020B0004020202020204" pitchFamily="34" charset="0"/>
                <a:cs typeface="Times New Roman" panose="02020603050405020304" pitchFamily="18" charset="0"/>
              </a:rPr>
              <a:t>, Giordano and Qin, Yan, A Corpus-Driven Comparative Analysis of Ai in Academic Discourse: Investigating </a:t>
            </a:r>
            <a:r>
              <a:rPr lang="en-US" sz="2500" kern="100" dirty="0" err="1">
                <a:effectLst/>
                <a:ea typeface="Aptos" panose="020B0004020202020204" pitchFamily="34" charset="0"/>
                <a:cs typeface="Times New Roman" panose="02020603050405020304" pitchFamily="18" charset="0"/>
              </a:rPr>
              <a:t>Chatgpt</a:t>
            </a:r>
            <a:r>
              <a:rPr lang="en-US" sz="2500" kern="100" dirty="0">
                <a:effectLst/>
                <a:ea typeface="Aptos" panose="020B0004020202020204" pitchFamily="34" charset="0"/>
                <a:cs typeface="Times New Roman" panose="02020603050405020304" pitchFamily="18" charset="0"/>
              </a:rPr>
              <a:t>-Generated Academic Texts in Social Sciences. Available at </a:t>
            </a:r>
            <a:r>
              <a:rPr lang="en-US" sz="2500" u="sng" kern="100" dirty="0">
                <a:solidFill>
                  <a:srgbClr val="467886"/>
                </a:solidFill>
                <a:effectLst/>
                <a:ea typeface="Aptos" panose="020B0004020202020204" pitchFamily="34" charset="0"/>
                <a:cs typeface="Times New Roman" panose="02020603050405020304" pitchFamily="18" charset="0"/>
                <a:hlinkClick r:id="rId3"/>
              </a:rPr>
              <a:t>http://dx.doi.org/10.2139/ssrn.</a:t>
            </a:r>
            <a:r>
              <a:rPr lang="de-DE" sz="2500" u="sng" kern="100" dirty="0">
                <a:solidFill>
                  <a:srgbClr val="467886"/>
                </a:solidFill>
                <a:effectLst/>
                <a:ea typeface="Aptos" panose="020B0004020202020204" pitchFamily="34" charset="0"/>
                <a:cs typeface="Times New Roman" panose="02020603050405020304" pitchFamily="18" charset="0"/>
                <a:hlinkClick r:id="rId3"/>
              </a:rPr>
              <a:t>4891634</a:t>
            </a:r>
            <a:endParaRPr lang="en-US" sz="2500" kern="100" dirty="0">
              <a:effectLst/>
              <a:ea typeface="Aptos" panose="020B0004020202020204" pitchFamily="34" charset="0"/>
              <a:cs typeface="Times New Roman" panose="02020603050405020304" pitchFamily="18" charset="0"/>
            </a:endParaRPr>
          </a:p>
          <a:p>
            <a:pPr marL="0" indent="0">
              <a:lnSpc>
                <a:spcPct val="115000"/>
              </a:lnSpc>
              <a:spcAft>
                <a:spcPts val="800"/>
              </a:spcAft>
              <a:buNone/>
            </a:pPr>
            <a:r>
              <a:rPr lang="de-DE" sz="2500" kern="100" dirty="0">
                <a:effectLst/>
                <a:ea typeface="Aptos" panose="020B0004020202020204" pitchFamily="34" charset="0"/>
                <a:cs typeface="Times New Roman" panose="02020603050405020304" pitchFamily="18" charset="0"/>
              </a:rPr>
              <a:t>[</a:t>
            </a:r>
            <a:r>
              <a:rPr lang="de-DE" sz="2500" kern="100" dirty="0" err="1">
                <a:effectLst/>
                <a:ea typeface="Aptos" panose="020B0004020202020204" pitchFamily="34" charset="0"/>
                <a:cs typeface="Times New Roman" panose="02020603050405020304" pitchFamily="18" charset="0"/>
              </a:rPr>
              <a:t>Weiss</a:t>
            </a:r>
            <a:r>
              <a:rPr lang="de-DE" sz="2500" kern="100" dirty="0">
                <a:effectLst/>
                <a:ea typeface="Aptos" panose="020B0004020202020204" pitchFamily="34" charset="0"/>
                <a:cs typeface="Times New Roman" panose="02020603050405020304" pitchFamily="18" charset="0"/>
              </a:rPr>
              <a:t> et al, 2019] </a:t>
            </a:r>
            <a:r>
              <a:rPr lang="de-DE" sz="2500" kern="100" dirty="0" err="1">
                <a:effectLst/>
                <a:ea typeface="Aptos" panose="020B0004020202020204" pitchFamily="34" charset="0"/>
                <a:cs typeface="Times New Roman" panose="02020603050405020304" pitchFamily="18" charset="0"/>
              </a:rPr>
              <a:t>Weiss</a:t>
            </a:r>
            <a:r>
              <a:rPr lang="de-DE" sz="2500" kern="100" dirty="0">
                <a:effectLst/>
                <a:ea typeface="Aptos" panose="020B0004020202020204" pitchFamily="34" charset="0"/>
                <a:cs typeface="Times New Roman" panose="02020603050405020304" pitchFamily="18" charset="0"/>
              </a:rPr>
              <a:t>, Z., Riemenschneider, A., Schröter, P. &amp; Meurers, D. </a:t>
            </a:r>
            <a:r>
              <a:rPr lang="en-US" sz="2500" u="sng" kern="100" dirty="0">
                <a:solidFill>
                  <a:srgbClr val="467886"/>
                </a:solidFill>
                <a:effectLst/>
                <a:ea typeface="Aptos" panose="020B0004020202020204" pitchFamily="34" charset="0"/>
                <a:cs typeface="Times New Roman" panose="02020603050405020304" pitchFamily="18" charset="0"/>
                <a:hlinkClick r:id="rId4"/>
              </a:rPr>
              <a:t>Computationally modeling the impact of task-appropriate language complexity and accuracy on human grading of German essays</a:t>
            </a:r>
            <a:r>
              <a:rPr lang="en-US" sz="2500" kern="100" dirty="0">
                <a:effectLst/>
                <a:ea typeface="Aptos" panose="020B0004020202020204" pitchFamily="34" charset="0"/>
                <a:cs typeface="Times New Roman" panose="02020603050405020304" pitchFamily="18" charset="0"/>
              </a:rPr>
              <a:t>. In </a:t>
            </a:r>
            <a:r>
              <a:rPr lang="en-US" sz="2500" i="1" kern="100" dirty="0">
                <a:effectLst/>
                <a:ea typeface="Aptos" panose="020B0004020202020204" pitchFamily="34" charset="0"/>
                <a:cs typeface="Times New Roman" panose="02020603050405020304" pitchFamily="18" charset="0"/>
              </a:rPr>
              <a:t>Proceedings of the Fourteenth Workshop on Innovative Use of NLP for Building Educational Applications</a:t>
            </a:r>
            <a:r>
              <a:rPr lang="en-US" sz="2500" kern="100" dirty="0">
                <a:effectLst/>
                <a:ea typeface="Aptos" panose="020B0004020202020204" pitchFamily="34" charset="0"/>
                <a:cs typeface="Times New Roman" panose="02020603050405020304" pitchFamily="18" charset="0"/>
              </a:rPr>
              <a:t>, 30–45</a:t>
            </a:r>
          </a:p>
        </p:txBody>
      </p:sp>
    </p:spTree>
    <p:extLst>
      <p:ext uri="{BB962C8B-B14F-4D97-AF65-F5344CB8AC3E}">
        <p14:creationId xmlns:p14="http://schemas.microsoft.com/office/powerpoint/2010/main" val="12143431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EB919-4F65-4B5E-ADF3-272AD780E102}"/>
              </a:ext>
            </a:extLst>
          </p:cNvPr>
          <p:cNvSpPr>
            <a:spLocks noGrp="1"/>
          </p:cNvSpPr>
          <p:nvPr>
            <p:ph type="title"/>
          </p:nvPr>
        </p:nvSpPr>
        <p:spPr/>
        <p:txBody>
          <a:bodyPr/>
          <a:lstStyle/>
          <a:p>
            <a:r>
              <a:rPr lang="en-US" sz="4800" dirty="0"/>
              <a:t>Thank you</a:t>
            </a:r>
            <a:endParaRPr lang="en-US" dirty="0"/>
          </a:p>
        </p:txBody>
      </p:sp>
      <p:sp>
        <p:nvSpPr>
          <p:cNvPr id="3" name="Text Placeholder 2">
            <a:extLst>
              <a:ext uri="{FF2B5EF4-FFF2-40B4-BE49-F238E27FC236}">
                <a16:creationId xmlns:a16="http://schemas.microsoft.com/office/drawing/2014/main" id="{3FF48DDF-62CA-455C-A7CB-AB86D3378A86}"/>
              </a:ext>
            </a:extLst>
          </p:cNvPr>
          <p:cNvSpPr>
            <a:spLocks noGrp="1"/>
          </p:cNvSpPr>
          <p:nvPr>
            <p:ph type="body" idx="1"/>
          </p:nvPr>
        </p:nvSpPr>
        <p:spPr/>
        <p:txBody>
          <a:bodyPr/>
          <a:lstStyle/>
          <a:p>
            <a:r>
              <a:rPr lang="en-US" sz="2000" dirty="0"/>
              <a:t> </a:t>
            </a:r>
          </a:p>
        </p:txBody>
      </p:sp>
      <p:sp>
        <p:nvSpPr>
          <p:cNvPr id="6" name="Slide Number Placeholder 5">
            <a:extLst>
              <a:ext uri="{FF2B5EF4-FFF2-40B4-BE49-F238E27FC236}">
                <a16:creationId xmlns:a16="http://schemas.microsoft.com/office/drawing/2014/main" id="{701FBF44-1F57-4664-8847-9214C41B42E9}"/>
              </a:ext>
            </a:extLst>
          </p:cNvPr>
          <p:cNvSpPr>
            <a:spLocks noGrp="1"/>
          </p:cNvSpPr>
          <p:nvPr>
            <p:ph type="sldNum" sz="quarter" idx="12"/>
          </p:nvPr>
        </p:nvSpPr>
        <p:spPr/>
        <p:txBody>
          <a:bodyPr/>
          <a:lstStyle/>
          <a:p>
            <a:fld id="{A65A5C87-DF58-40C8-B092-1DE63DB4547E}" type="slidenum">
              <a:rPr lang="en-US" smtClean="0"/>
              <a:t>77</a:t>
            </a:fld>
            <a:endParaRPr lang="en-US" dirty="0"/>
          </a:p>
        </p:txBody>
      </p:sp>
      <p:pic>
        <p:nvPicPr>
          <p:cNvPr id="7" name="Online Image Placeholder 23" descr="User">
            <a:extLst>
              <a:ext uri="{FF2B5EF4-FFF2-40B4-BE49-F238E27FC236}">
                <a16:creationId xmlns:a16="http://schemas.microsoft.com/office/drawing/2014/main" id="{1AC33C92-9AF8-B965-1BB0-82253279A305}"/>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a:stretch/>
        </p:blipFill>
        <p:spPr>
          <a:xfrm>
            <a:off x="2266896" y="3814070"/>
            <a:ext cx="457200" cy="457200"/>
          </a:xfrm>
          <a:prstGeom prst="rect">
            <a:avLst/>
          </a:prstGeom>
        </p:spPr>
      </p:pic>
      <p:sp>
        <p:nvSpPr>
          <p:cNvPr id="8" name="Text Placeholder 9">
            <a:extLst>
              <a:ext uri="{FF2B5EF4-FFF2-40B4-BE49-F238E27FC236}">
                <a16:creationId xmlns:a16="http://schemas.microsoft.com/office/drawing/2014/main" id="{F4813218-DAF0-6A56-C6AC-792DA234C0F2}"/>
              </a:ext>
            </a:extLst>
          </p:cNvPr>
          <p:cNvSpPr txBox="1">
            <a:spLocks/>
          </p:cNvSpPr>
          <p:nvPr/>
        </p:nvSpPr>
        <p:spPr>
          <a:xfrm>
            <a:off x="2763047" y="3823595"/>
            <a:ext cx="3721100" cy="447675"/>
          </a:xfrm>
          <a:prstGeom prst="rect">
            <a:avLst/>
          </a:prstGeom>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t>Giovanna Tonazzo - 5216819</a:t>
            </a:r>
          </a:p>
        </p:txBody>
      </p:sp>
      <p:pic>
        <p:nvPicPr>
          <p:cNvPr id="9" name="Online Image Placeholder 27" descr="Envelope">
            <a:extLst>
              <a:ext uri="{FF2B5EF4-FFF2-40B4-BE49-F238E27FC236}">
                <a16:creationId xmlns:a16="http://schemas.microsoft.com/office/drawing/2014/main" id="{AD792E48-A468-33C4-0D31-2A5D11BBBEF7}"/>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a:stretch/>
        </p:blipFill>
        <p:spPr>
          <a:xfrm>
            <a:off x="6628992" y="3814070"/>
            <a:ext cx="457200" cy="457200"/>
          </a:xfrm>
          <a:prstGeom prst="rect">
            <a:avLst/>
          </a:prstGeom>
        </p:spPr>
      </p:pic>
      <p:sp>
        <p:nvSpPr>
          <p:cNvPr id="10" name="Text Placeholder 10">
            <a:extLst>
              <a:ext uri="{FF2B5EF4-FFF2-40B4-BE49-F238E27FC236}">
                <a16:creationId xmlns:a16="http://schemas.microsoft.com/office/drawing/2014/main" id="{71610EC6-88EF-47B3-7176-8B30C915D1EB}"/>
              </a:ext>
            </a:extLst>
          </p:cNvPr>
          <p:cNvSpPr txBox="1">
            <a:spLocks/>
          </p:cNvSpPr>
          <p:nvPr/>
        </p:nvSpPr>
        <p:spPr>
          <a:xfrm>
            <a:off x="7164094" y="3823595"/>
            <a:ext cx="3721100" cy="447675"/>
          </a:xfrm>
          <a:prstGeom prst="rect">
            <a:avLst/>
          </a:prstGeom>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giovanna.tonazzo01@icatt.it</a:t>
            </a:r>
            <a:endParaRPr lang="en-US" dirty="0"/>
          </a:p>
        </p:txBody>
      </p:sp>
    </p:spTree>
    <p:extLst>
      <p:ext uri="{BB962C8B-B14F-4D97-AF65-F5344CB8AC3E}">
        <p14:creationId xmlns:p14="http://schemas.microsoft.com/office/powerpoint/2010/main" val="236058760"/>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927DC71-2909-427C-BDB0-3E47E2101517}">
  <ds:schemaRefs>
    <ds:schemaRef ds:uri="http://schemas.microsoft.com/sharepoint/v3/contenttype/forms"/>
  </ds:schemaRefs>
</ds:datastoreItem>
</file>

<file path=customXml/itemProps2.xml><?xml version="1.0" encoding="utf-8"?>
<ds:datastoreItem xmlns:ds="http://schemas.openxmlformats.org/officeDocument/2006/customXml" ds:itemID="{1DF0A252-5923-47A2-A53A-F9BF729089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90D7697-8E53-4EA8-8CBB-9C19575257BF}">
  <ds:schemaRefs>
    <ds:schemaRef ds:uri="http://schemas.microsoft.com/office/2006/metadata/properties"/>
    <ds:schemaRef ds:uri="16c05727-aa75-4e4a-9b5f-8a80a1165891"/>
    <ds:schemaRef ds:uri="http://schemas.microsoft.com/office/2006/documentManagement/types"/>
    <ds:schemaRef ds:uri="http://schemas.microsoft.com/office/infopath/2007/PartnerControls"/>
    <ds:schemaRef ds:uri="http://purl.org/dc/dcmitype/"/>
    <ds:schemaRef ds:uri="http://purl.org/dc/elements/1.1/"/>
    <ds:schemaRef ds:uri="http://www.w3.org/XML/1998/namespace"/>
    <ds:schemaRef ds:uri="http://schemas.openxmlformats.org/package/2006/metadata/core-properties"/>
    <ds:schemaRef ds:uri="71af3243-3dd4-4a8d-8c0d-dd76da1f02a5"/>
    <ds:schemaRef ds:uri="http://purl.org/dc/terms/"/>
  </ds:schemaRefs>
</ds:datastoreItem>
</file>

<file path=docProps/app.xml><?xml version="1.0" encoding="utf-8"?>
<Properties xmlns="http://schemas.openxmlformats.org/officeDocument/2006/extended-properties" xmlns:vt="http://schemas.openxmlformats.org/officeDocument/2006/docPropsVTypes">
  <Template>Retrospect</Template>
  <TotalTime>15010</TotalTime>
  <Words>7697</Words>
  <Application>Microsoft Office PowerPoint</Application>
  <PresentationFormat>Widescreen</PresentationFormat>
  <Paragraphs>663</Paragraphs>
  <Slides>77</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77</vt:i4>
      </vt:variant>
    </vt:vector>
  </HeadingPairs>
  <TitlesOfParts>
    <vt:vector size="87" baseType="lpstr">
      <vt:lpstr>-apple-system</vt:lpstr>
      <vt:lpstr>Aptos</vt:lpstr>
      <vt:lpstr>Arial</vt:lpstr>
      <vt:lpstr>Avenir Next LT Pro</vt:lpstr>
      <vt:lpstr>Avenir Next LT Pro (Body)</vt:lpstr>
      <vt:lpstr>Calibri</vt:lpstr>
      <vt:lpstr>Cambria Math</vt:lpstr>
      <vt:lpstr>Segoe UI</vt:lpstr>
      <vt:lpstr>Times New Roman</vt:lpstr>
      <vt:lpstr>AccentBoxVTI</vt:lpstr>
      <vt:lpstr>Large Language Models and Argumentation</vt:lpstr>
      <vt:lpstr>Introduction</vt:lpstr>
      <vt:lpstr>Introduction</vt:lpstr>
      <vt:lpstr>Agenda</vt:lpstr>
      <vt:lpstr>Background</vt:lpstr>
      <vt:lpstr>Cohesion and Coherence</vt:lpstr>
      <vt:lpstr>Cohesion and Coherence</vt:lpstr>
      <vt:lpstr>Cohesive Devices</vt:lpstr>
      <vt:lpstr>Conjunctions</vt:lpstr>
      <vt:lpstr>Linking Adverbials</vt:lpstr>
      <vt:lpstr>Comparison between conjunctions and linking adverbials</vt:lpstr>
      <vt:lpstr>Classification of Linking Adverbials</vt:lpstr>
      <vt:lpstr>Classification of Linking Adverbials</vt:lpstr>
      <vt:lpstr>The interactive role of linking adverbials</vt:lpstr>
      <vt:lpstr>Relevance and Limitations</vt:lpstr>
      <vt:lpstr>Limitations</vt:lpstr>
      <vt:lpstr>Limitations</vt:lpstr>
      <vt:lpstr>Relevance</vt:lpstr>
      <vt:lpstr>Related work</vt:lpstr>
      <vt:lpstr>Related work</vt:lpstr>
      <vt:lpstr>Research questions</vt:lpstr>
      <vt:lpstr>Q1 - How do patterns of linking adverbial usage differ between          student-written and LLM-generated argumentative essays?  Q2 - What variations exist in linking adverbial use among different LLMs?  Q3 - What do these differences imply about the argumentative writing of          LLMs? </vt:lpstr>
      <vt:lpstr>Methodology</vt:lpstr>
      <vt:lpstr>Options for reference corpus</vt:lpstr>
      <vt:lpstr>Selection of reference corpus</vt:lpstr>
      <vt:lpstr>The PERSUADE corpus</vt:lpstr>
      <vt:lpstr>The PERSUADE corpus</vt:lpstr>
      <vt:lpstr>The PERSUADE corpus</vt:lpstr>
      <vt:lpstr>The corpus of LLM written essays</vt:lpstr>
      <vt:lpstr>The corpus of LLM written essays</vt:lpstr>
      <vt:lpstr>PowerPoint Presentation</vt:lpstr>
      <vt:lpstr>Methodology</vt:lpstr>
      <vt:lpstr>Procedure for data analysis</vt:lpstr>
      <vt:lpstr>Procedure for data analysis</vt:lpstr>
      <vt:lpstr>The Excel file generated by the procedure</vt:lpstr>
      <vt:lpstr>Examples of manual analysis</vt:lpstr>
      <vt:lpstr>Results</vt:lpstr>
      <vt:lpstr>Corpus size and number of adverbials </vt:lpstr>
      <vt:lpstr>Essay length</vt:lpstr>
      <vt:lpstr>Essay length</vt:lpstr>
      <vt:lpstr>Number of sentences and  words per sentence</vt:lpstr>
      <vt:lpstr>Differences in the choice of adverbials</vt:lpstr>
      <vt:lpstr>Differences in the choice of adverbials</vt:lpstr>
      <vt:lpstr>Occurrences of adverbials for each category</vt:lpstr>
      <vt:lpstr>Frequencies of adverbials for each category</vt:lpstr>
      <vt:lpstr>Occurrences and frequencies of linking adverbials</vt:lpstr>
      <vt:lpstr>Occurrences and frequencies of linking adverbials</vt:lpstr>
      <vt:lpstr>Detail of frequency of adverbials</vt:lpstr>
      <vt:lpstr>Statistical significance of differences in frequencies</vt:lpstr>
      <vt:lpstr>Variety of linking adverbials by LLM</vt:lpstr>
      <vt:lpstr>Frequency of adverbials by topic type</vt:lpstr>
      <vt:lpstr>Occurrences and frequencies of Biber’s categories</vt:lpstr>
      <vt:lpstr>Frequency of Biber’s categories</vt:lpstr>
      <vt:lpstr>Detail of Biber’s categories</vt:lpstr>
      <vt:lpstr>Kruskal-Wallis and Dunn test on the categories</vt:lpstr>
      <vt:lpstr>Comparison between Open LLMs, Closed LLMs and Students</vt:lpstr>
      <vt:lpstr>Frequency of categories by topic type </vt:lpstr>
      <vt:lpstr>Most used Apposition and Summation adverbials</vt:lpstr>
      <vt:lpstr>Most used Contrast/Concession adverbials</vt:lpstr>
      <vt:lpstr>Most used Enumeration and Addition adverbials</vt:lpstr>
      <vt:lpstr>Most used Result/Inference and Transition adverbials</vt:lpstr>
      <vt:lpstr>Use of Enumeration and Addition adverbials in LLMs</vt:lpstr>
      <vt:lpstr>Pattern of use of Enumeration and Addition adverbials in LLMs</vt:lpstr>
      <vt:lpstr>Use of “First and foremost” in LLMs</vt:lpstr>
      <vt:lpstr>Use of “not only…but also” in LLMs</vt:lpstr>
      <vt:lpstr>Discussion</vt:lpstr>
      <vt:lpstr>Writing style and usage of adverbials (Q1)</vt:lpstr>
      <vt:lpstr>Formality and formulaic language (Q1)</vt:lpstr>
      <vt:lpstr>Comparison between open and closed LLMs (Q2)</vt:lpstr>
      <vt:lpstr>Difference in Result/Inference adverbials (Q3)</vt:lpstr>
      <vt:lpstr>Difference in Result/Inference adverbials (Q3)</vt:lpstr>
      <vt:lpstr>Difference in Result/Inference adverbials (Q3)</vt:lpstr>
      <vt:lpstr>Conclusion</vt:lpstr>
      <vt:lpstr>Key points</vt:lpstr>
      <vt:lpstr>References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Giovanna Tonazzo</dc:creator>
  <cp:lastModifiedBy>Giovanna Tonazzo</cp:lastModifiedBy>
  <cp:revision>2</cp:revision>
  <cp:lastPrinted>2024-09-17T13:20:55Z</cp:lastPrinted>
  <dcterms:created xsi:type="dcterms:W3CDTF">2024-09-12T16:41:04Z</dcterms:created>
  <dcterms:modified xsi:type="dcterms:W3CDTF">2024-09-24T10:34:02Z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